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.webp" ContentType="image/webp"/>
  <Override PartName="/ppt/media/image15.webp" ContentType="image/webp"/>
  <Override PartName="/ppt/media/image17.svg" ContentType="image/svg+xml"/>
  <Override PartName="/ppt/media/image2.webp" ContentType="image/webp"/>
  <Override PartName="/ppt/media/image20.webp" ContentType="image/webp"/>
  <Override PartName="/ppt/media/image23.webp" ContentType="image/webp"/>
  <Override PartName="/ppt/media/image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3"/>
    <p:sldId id="257" r:id="rId4"/>
    <p:sldId id="279" r:id="rId5"/>
    <p:sldId id="285" r:id="rId6"/>
    <p:sldId id="286" r:id="rId7"/>
    <p:sldId id="291" r:id="rId8"/>
    <p:sldId id="287" r:id="rId9"/>
    <p:sldId id="289" r:id="rId10"/>
    <p:sldId id="294" r:id="rId11"/>
    <p:sldId id="292" r:id="rId12"/>
    <p:sldId id="288" r:id="rId13"/>
    <p:sldId id="293" r:id="rId14"/>
    <p:sldId id="267" r:id="rId15"/>
    <p:sldId id="259" r:id="rId16"/>
    <p:sldId id="265" r:id="rId17"/>
    <p:sldId id="260" r:id="rId18"/>
    <p:sldId id="278" r:id="rId19"/>
    <p:sldId id="282" r:id="rId20"/>
    <p:sldId id="281" r:id="rId21"/>
    <p:sldId id="283" r:id="rId22"/>
    <p:sldId id="277" r:id="rId23"/>
    <p:sldId id="269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273" r:id="rId34"/>
  </p:sldIdLst>
  <p:sldSz cx="12192000" cy="6858000"/>
  <p:notesSz cx="6858000" cy="9144000"/>
  <p:embeddedFontLst>
    <p:embeddedFont>
      <p:font typeface="汉仪雅酷黑 45W" panose="020B0404020202020204" pitchFamily="34" charset="-122"/>
      <p:regular r:id="rId39"/>
    </p:embeddedFont>
    <p:embeddedFont>
      <p:font typeface="汉仪雅酷黑 75W" panose="020B0804020202020204" charset="-122"/>
      <p:bold r:id="rId40"/>
    </p:embeddedFont>
    <p:embeddedFont>
      <p:font typeface="微软雅黑" panose="020B0503020204020204" charset="-122"/>
      <p:regular r:id="rId41"/>
      <p:bold r:id="rId42"/>
    </p:embeddedFont>
    <p:embeddedFont>
      <p:font typeface="等线" panose="02010600030101010101" charset="-122"/>
      <p:regular r:id="rId43"/>
      <p:bold r:id="rId4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33" d="100"/>
          <a:sy n="33" d="100"/>
        </p:scale>
        <p:origin x="3456" y="1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font" Target="fonts/font6.fntdata"/><Relationship Id="rId43" Type="http://schemas.openxmlformats.org/officeDocument/2006/relationships/font" Target="fonts/font5.fntdata"/><Relationship Id="rId42" Type="http://schemas.openxmlformats.org/officeDocument/2006/relationships/font" Target="fonts/font4.fntdata"/><Relationship Id="rId41" Type="http://schemas.openxmlformats.org/officeDocument/2006/relationships/font" Target="fonts/font3.fntdata"/><Relationship Id="rId40" Type="http://schemas.openxmlformats.org/officeDocument/2006/relationships/font" Target="fonts/font2.fntdata"/><Relationship Id="rId4" Type="http://schemas.openxmlformats.org/officeDocument/2006/relationships/slide" Target="slides/slide2.xml"/><Relationship Id="rId39" Type="http://schemas.openxmlformats.org/officeDocument/2006/relationships/font" Target="fonts/font1.fntdata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9900-F106-441D-882D-BA9273EB03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5E3B7-3819-4A7C-B3FC-8B39F1B985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ebp"/><Relationship Id="rId1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ebp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56.xml"/><Relationship Id="rId26" Type="http://schemas.openxmlformats.org/officeDocument/2006/relationships/tags" Target="../tags/tag55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1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7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.png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tags" Target="../tags/tag67.xml"/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1" Type="http://schemas.openxmlformats.org/officeDocument/2006/relationships/tags" Target="../tags/tag68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tags" Target="../tags/tag77.xml"/><Relationship Id="rId2" Type="http://schemas.openxmlformats.org/officeDocument/2006/relationships/image" Target="../media/image5.sv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webp"/><Relationship Id="rId2" Type="http://schemas.openxmlformats.org/officeDocument/2006/relationships/image" Target="../media/image14.png"/><Relationship Id="rId1" Type="http://schemas.openxmlformats.org/officeDocument/2006/relationships/tags" Target="../tags/tag7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image" Target="../media/image17.sv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0.webp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3.webp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17.sv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4.sv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svg"/><Relationship Id="rId2" Type="http://schemas.openxmlformats.org/officeDocument/2006/relationships/image" Target="../media/image24.png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17.sv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17.sv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4.sv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144.xml"/><Relationship Id="rId26" Type="http://schemas.openxmlformats.org/officeDocument/2006/relationships/tags" Target="../tags/tag143.xml"/><Relationship Id="rId25" Type="http://schemas.openxmlformats.org/officeDocument/2006/relationships/tags" Target="../tags/tag14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tags" Target="../tags/tag119.xml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tags" Target="../tags/tag132.xml"/><Relationship Id="rId14" Type="http://schemas.openxmlformats.org/officeDocument/2006/relationships/tags" Target="../tags/tag131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tags" Target="../tags/tag1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2357168"/>
            <a:ext cx="12192000" cy="4500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919821" y="680041"/>
            <a:ext cx="2352353" cy="497128"/>
            <a:chOff x="9271922" y="328372"/>
            <a:chExt cx="2352353" cy="497128"/>
          </a:xfrm>
        </p:grpSpPr>
        <p:grpSp>
          <p:nvGrpSpPr>
            <p:cNvPr id="10" name="组合 9"/>
            <p:cNvGrpSpPr/>
            <p:nvPr/>
          </p:nvGrpSpPr>
          <p:grpSpPr>
            <a:xfrm>
              <a:off x="9271922" y="328372"/>
              <a:ext cx="2352353" cy="497128"/>
              <a:chOff x="9753600" y="368300"/>
              <a:chExt cx="1502375" cy="317500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9753600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0346038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0938475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1" name="任意多边形: 形状 10"/>
            <p:cNvSpPr/>
            <p:nvPr/>
          </p:nvSpPr>
          <p:spPr>
            <a:xfrm>
              <a:off x="9364766" y="430942"/>
              <a:ext cx="297524" cy="297484"/>
            </a:xfrm>
            <a:custGeom>
              <a:avLst/>
              <a:gdLst>
                <a:gd name="connsiteX0" fmla="*/ 1 w 2072432"/>
                <a:gd name="connsiteY0" fmla="*/ 1035792 h 2072153"/>
                <a:gd name="connsiteX1" fmla="*/ 1040914 w 2072432"/>
                <a:gd name="connsiteY1" fmla="*/ 15 h 2072153"/>
                <a:gd name="connsiteX2" fmla="*/ 2072432 w 2072432"/>
                <a:gd name="connsiteY2" fmla="*/ 1037483 h 2072153"/>
                <a:gd name="connsiteX3" fmla="*/ 1042292 w 2072432"/>
                <a:gd name="connsiteY3" fmla="*/ 2072133 h 2072153"/>
                <a:gd name="connsiteX4" fmla="*/ 1 w 2072432"/>
                <a:gd name="connsiteY4" fmla="*/ 1035792 h 2072153"/>
                <a:gd name="connsiteX5" fmla="*/ 1303585 w 2072432"/>
                <a:gd name="connsiteY5" fmla="*/ 1981132 h 2072153"/>
                <a:gd name="connsiteX6" fmla="*/ 1337217 w 2072432"/>
                <a:gd name="connsiteY6" fmla="*/ 1974806 h 2072153"/>
                <a:gd name="connsiteX7" fmla="*/ 1874396 w 2072432"/>
                <a:gd name="connsiteY7" fmla="*/ 1554620 h 2072153"/>
                <a:gd name="connsiteX8" fmla="*/ 1881974 w 2072432"/>
                <a:gd name="connsiteY8" fmla="*/ 1539088 h 2072153"/>
                <a:gd name="connsiteX9" fmla="*/ 1554982 w 2072432"/>
                <a:gd name="connsiteY9" fmla="*/ 1539088 h 2072153"/>
                <a:gd name="connsiteX10" fmla="*/ 1547655 w 2072432"/>
                <a:gd name="connsiteY10" fmla="*/ 1565330 h 2072153"/>
                <a:gd name="connsiteX11" fmla="*/ 1463730 w 2072432"/>
                <a:gd name="connsiteY11" fmla="*/ 1783346 h 2072153"/>
                <a:gd name="connsiteX12" fmla="*/ 1303585 w 2072432"/>
                <a:gd name="connsiteY12" fmla="*/ 1981633 h 2072153"/>
                <a:gd name="connsiteX13" fmla="*/ 1303898 w 2072432"/>
                <a:gd name="connsiteY13" fmla="*/ 1982447 h 2072153"/>
                <a:gd name="connsiteX14" fmla="*/ 1303585 w 2072432"/>
                <a:gd name="connsiteY14" fmla="*/ 1981132 h 2072153"/>
                <a:gd name="connsiteX15" fmla="*/ 802920 w 2072432"/>
                <a:gd name="connsiteY15" fmla="*/ 79493 h 2072153"/>
                <a:gd name="connsiteX16" fmla="*/ 782815 w 2072432"/>
                <a:gd name="connsiteY16" fmla="*/ 83063 h 2072153"/>
                <a:gd name="connsiteX17" fmla="*/ 195157 w 2072432"/>
                <a:gd name="connsiteY17" fmla="*/ 522351 h 2072153"/>
                <a:gd name="connsiteX18" fmla="*/ 190397 w 2072432"/>
                <a:gd name="connsiteY18" fmla="*/ 533812 h 2072153"/>
                <a:gd name="connsiteX19" fmla="*/ 541251 w 2072432"/>
                <a:gd name="connsiteY19" fmla="*/ 533812 h 2072153"/>
                <a:gd name="connsiteX20" fmla="*/ 547138 w 2072432"/>
                <a:gd name="connsiteY20" fmla="*/ 513645 h 2072153"/>
                <a:gd name="connsiteX21" fmla="*/ 610645 w 2072432"/>
                <a:gd name="connsiteY21" fmla="*/ 333834 h 2072153"/>
                <a:gd name="connsiteX22" fmla="*/ 796844 w 2072432"/>
                <a:gd name="connsiteY22" fmla="*/ 86946 h 2072153"/>
                <a:gd name="connsiteX23" fmla="*/ 802606 w 2072432"/>
                <a:gd name="connsiteY23" fmla="*/ 79180 h 2072153"/>
                <a:gd name="connsiteX24" fmla="*/ 805174 w 2072432"/>
                <a:gd name="connsiteY24" fmla="*/ 77489 h 2072153"/>
                <a:gd name="connsiteX25" fmla="*/ 802920 w 2072432"/>
                <a:gd name="connsiteY25" fmla="*/ 79493 h 2072153"/>
                <a:gd name="connsiteX26" fmla="*/ 1022939 w 2072432"/>
                <a:gd name="connsiteY26" fmla="*/ 586233 h 2072153"/>
                <a:gd name="connsiteX27" fmla="*/ 582336 w 2072432"/>
                <a:gd name="connsiteY27" fmla="*/ 586233 h 2072153"/>
                <a:gd name="connsiteX28" fmla="*/ 542817 w 2072432"/>
                <a:gd name="connsiteY28" fmla="*/ 1010114 h 2072153"/>
                <a:gd name="connsiteX29" fmla="*/ 1022939 w 2072432"/>
                <a:gd name="connsiteY29" fmla="*/ 1008110 h 2072153"/>
                <a:gd name="connsiteX30" fmla="*/ 1022939 w 2072432"/>
                <a:gd name="connsiteY30" fmla="*/ 586233 h 2072153"/>
                <a:gd name="connsiteX31" fmla="*/ 582775 w 2072432"/>
                <a:gd name="connsiteY31" fmla="*/ 1486604 h 2072153"/>
                <a:gd name="connsiteX32" fmla="*/ 1022250 w 2072432"/>
                <a:gd name="connsiteY32" fmla="*/ 1484725 h 2072153"/>
                <a:gd name="connsiteX33" fmla="*/ 1020622 w 2072432"/>
                <a:gd name="connsiteY33" fmla="*/ 1062911 h 2072153"/>
                <a:gd name="connsiteX34" fmla="*/ 541063 w 2072432"/>
                <a:gd name="connsiteY34" fmla="*/ 1064352 h 2072153"/>
                <a:gd name="connsiteX35" fmla="*/ 582775 w 2072432"/>
                <a:gd name="connsiteY35" fmla="*/ 1486604 h 2072153"/>
                <a:gd name="connsiteX36" fmla="*/ 1074860 w 2072432"/>
                <a:gd name="connsiteY36" fmla="*/ 1010365 h 2072153"/>
                <a:gd name="connsiteX37" fmla="*/ 1556109 w 2072432"/>
                <a:gd name="connsiteY37" fmla="*/ 1010365 h 2072153"/>
                <a:gd name="connsiteX38" fmla="*/ 1514085 w 2072432"/>
                <a:gd name="connsiteY38" fmla="*/ 586296 h 2072153"/>
                <a:gd name="connsiteX39" fmla="*/ 1074860 w 2072432"/>
                <a:gd name="connsiteY39" fmla="*/ 586296 h 2072153"/>
                <a:gd name="connsiteX40" fmla="*/ 1074860 w 2072432"/>
                <a:gd name="connsiteY40" fmla="*/ 1010365 h 2072153"/>
                <a:gd name="connsiteX41" fmla="*/ 1076300 w 2072432"/>
                <a:gd name="connsiteY41" fmla="*/ 1061972 h 2072153"/>
                <a:gd name="connsiteX42" fmla="*/ 1077177 w 2072432"/>
                <a:gd name="connsiteY42" fmla="*/ 1486541 h 2072153"/>
                <a:gd name="connsiteX43" fmla="*/ 1514711 w 2072432"/>
                <a:gd name="connsiteY43" fmla="*/ 1486541 h 2072153"/>
                <a:gd name="connsiteX44" fmla="*/ 1554982 w 2072432"/>
                <a:gd name="connsiteY44" fmla="*/ 1061972 h 2072153"/>
                <a:gd name="connsiteX45" fmla="*/ 1076300 w 2072432"/>
                <a:gd name="connsiteY45" fmla="*/ 1061972 h 2072153"/>
                <a:gd name="connsiteX46" fmla="*/ 489142 w 2072432"/>
                <a:gd name="connsiteY46" fmla="*/ 1010427 h 2072153"/>
                <a:gd name="connsiteX47" fmla="*/ 530228 w 2072432"/>
                <a:gd name="connsiteY47" fmla="*/ 586108 h 2072153"/>
                <a:gd name="connsiteX48" fmla="*/ 158894 w 2072432"/>
                <a:gd name="connsiteY48" fmla="*/ 586108 h 2072153"/>
                <a:gd name="connsiteX49" fmla="*/ 50919 w 2072432"/>
                <a:gd name="connsiteY49" fmla="*/ 1010427 h 2072153"/>
                <a:gd name="connsiteX50" fmla="*/ 489142 w 2072432"/>
                <a:gd name="connsiteY50" fmla="*/ 1010427 h 2072153"/>
                <a:gd name="connsiteX51" fmla="*/ 51859 w 2072432"/>
                <a:gd name="connsiteY51" fmla="*/ 1062285 h 2072153"/>
                <a:gd name="connsiteX52" fmla="*/ 51233 w 2072432"/>
                <a:gd name="connsiteY52" fmla="*/ 1075124 h 2072153"/>
                <a:gd name="connsiteX53" fmla="*/ 55053 w 2072432"/>
                <a:gd name="connsiteY53" fmla="*/ 1132431 h 2072153"/>
                <a:gd name="connsiteX54" fmla="*/ 152506 w 2072432"/>
                <a:gd name="connsiteY54" fmla="*/ 1473890 h 2072153"/>
                <a:gd name="connsiteX55" fmla="*/ 176180 w 2072432"/>
                <a:gd name="connsiteY55" fmla="*/ 1488295 h 2072153"/>
                <a:gd name="connsiteX56" fmla="*/ 515134 w 2072432"/>
                <a:gd name="connsiteY56" fmla="*/ 1487982 h 2072153"/>
                <a:gd name="connsiteX57" fmla="*/ 530165 w 2072432"/>
                <a:gd name="connsiteY57" fmla="*/ 1485853 h 2072153"/>
                <a:gd name="connsiteX58" fmla="*/ 488955 w 2072432"/>
                <a:gd name="connsiteY58" fmla="*/ 1062285 h 2072153"/>
                <a:gd name="connsiteX59" fmla="*/ 51859 w 2072432"/>
                <a:gd name="connsiteY59" fmla="*/ 1062285 h 2072153"/>
                <a:gd name="connsiteX60" fmla="*/ 1609032 w 2072432"/>
                <a:gd name="connsiteY60" fmla="*/ 1008861 h 2072153"/>
                <a:gd name="connsiteX61" fmla="*/ 2021639 w 2072432"/>
                <a:gd name="connsiteY61" fmla="*/ 1007922 h 2072153"/>
                <a:gd name="connsiteX62" fmla="*/ 1913540 w 2072432"/>
                <a:gd name="connsiteY62" fmla="*/ 586108 h 2072153"/>
                <a:gd name="connsiteX63" fmla="*/ 1566757 w 2072432"/>
                <a:gd name="connsiteY63" fmla="*/ 586108 h 2072153"/>
                <a:gd name="connsiteX64" fmla="*/ 1609032 w 2072432"/>
                <a:gd name="connsiteY64" fmla="*/ 1008861 h 2072153"/>
                <a:gd name="connsiteX65" fmla="*/ 2021702 w 2072432"/>
                <a:gd name="connsiteY65" fmla="*/ 1064352 h 2072153"/>
                <a:gd name="connsiteX66" fmla="*/ 1608969 w 2072432"/>
                <a:gd name="connsiteY66" fmla="*/ 1064665 h 2072153"/>
                <a:gd name="connsiteX67" fmla="*/ 1567007 w 2072432"/>
                <a:gd name="connsiteY67" fmla="*/ 1485289 h 2072153"/>
                <a:gd name="connsiteX68" fmla="*/ 1575274 w 2072432"/>
                <a:gd name="connsiteY68" fmla="*/ 1487731 h 2072153"/>
                <a:gd name="connsiteX69" fmla="*/ 1901891 w 2072432"/>
                <a:gd name="connsiteY69" fmla="*/ 1488233 h 2072153"/>
                <a:gd name="connsiteX70" fmla="*/ 1918613 w 2072432"/>
                <a:gd name="connsiteY70" fmla="*/ 1476208 h 2072153"/>
                <a:gd name="connsiteX71" fmla="*/ 2019072 w 2072432"/>
                <a:gd name="connsiteY71" fmla="*/ 1116773 h 2072153"/>
                <a:gd name="connsiteX72" fmla="*/ 2021702 w 2072432"/>
                <a:gd name="connsiteY72" fmla="*/ 1064352 h 2072153"/>
                <a:gd name="connsiteX73" fmla="*/ 1023064 w 2072432"/>
                <a:gd name="connsiteY73" fmla="*/ 50558 h 2072153"/>
                <a:gd name="connsiteX74" fmla="*/ 996447 w 2072432"/>
                <a:gd name="connsiteY74" fmla="*/ 52499 h 2072153"/>
                <a:gd name="connsiteX75" fmla="*/ 859099 w 2072432"/>
                <a:gd name="connsiteY75" fmla="*/ 104106 h 2072153"/>
                <a:gd name="connsiteX76" fmla="*/ 716991 w 2072432"/>
                <a:gd name="connsiteY76" fmla="*/ 244523 h 2072153"/>
                <a:gd name="connsiteX77" fmla="*/ 596866 w 2072432"/>
                <a:gd name="connsiteY77" fmla="*/ 519657 h 2072153"/>
                <a:gd name="connsiteX78" fmla="*/ 595050 w 2072432"/>
                <a:gd name="connsiteY78" fmla="*/ 532998 h 2072153"/>
                <a:gd name="connsiteX79" fmla="*/ 1023064 w 2072432"/>
                <a:gd name="connsiteY79" fmla="*/ 531244 h 2072153"/>
                <a:gd name="connsiteX80" fmla="*/ 1023064 w 2072432"/>
                <a:gd name="connsiteY80" fmla="*/ 50558 h 2072153"/>
                <a:gd name="connsiteX81" fmla="*/ 1022814 w 2072432"/>
                <a:gd name="connsiteY81" fmla="*/ 1541280 h 2072153"/>
                <a:gd name="connsiteX82" fmla="*/ 594424 w 2072432"/>
                <a:gd name="connsiteY82" fmla="*/ 1540466 h 2072153"/>
                <a:gd name="connsiteX83" fmla="*/ 598933 w 2072432"/>
                <a:gd name="connsiteY83" fmla="*/ 1560195 h 2072153"/>
                <a:gd name="connsiteX84" fmla="*/ 648724 w 2072432"/>
                <a:gd name="connsiteY84" fmla="*/ 1701425 h 2072153"/>
                <a:gd name="connsiteX85" fmla="*/ 768160 w 2072432"/>
                <a:gd name="connsiteY85" fmla="*/ 1891884 h 2072153"/>
                <a:gd name="connsiteX86" fmla="*/ 1007031 w 2072432"/>
                <a:gd name="connsiteY86" fmla="*/ 2020651 h 2072153"/>
                <a:gd name="connsiteX87" fmla="*/ 1022814 w 2072432"/>
                <a:gd name="connsiteY87" fmla="*/ 2020714 h 2072153"/>
                <a:gd name="connsiteX88" fmla="*/ 1022814 w 2072432"/>
                <a:gd name="connsiteY88" fmla="*/ 1541280 h 2072153"/>
                <a:gd name="connsiteX89" fmla="*/ 1502122 w 2072432"/>
                <a:gd name="connsiteY89" fmla="*/ 533687 h 2072153"/>
                <a:gd name="connsiteX90" fmla="*/ 1498678 w 2072432"/>
                <a:gd name="connsiteY90" fmla="*/ 515900 h 2072153"/>
                <a:gd name="connsiteX91" fmla="*/ 1450390 w 2072432"/>
                <a:gd name="connsiteY91" fmla="*/ 376422 h 2072153"/>
                <a:gd name="connsiteX92" fmla="*/ 1320119 w 2072432"/>
                <a:gd name="connsiteY92" fmla="*/ 171434 h 2072153"/>
                <a:gd name="connsiteX93" fmla="*/ 1128283 w 2072432"/>
                <a:gd name="connsiteY93" fmla="*/ 58324 h 2072153"/>
                <a:gd name="connsiteX94" fmla="*/ 1076488 w 2072432"/>
                <a:gd name="connsiteY94" fmla="*/ 52061 h 2072153"/>
                <a:gd name="connsiteX95" fmla="*/ 1077052 w 2072432"/>
                <a:gd name="connsiteY95" fmla="*/ 533749 h 2072153"/>
                <a:gd name="connsiteX96" fmla="*/ 1502122 w 2072432"/>
                <a:gd name="connsiteY96" fmla="*/ 533687 h 2072153"/>
                <a:gd name="connsiteX97" fmla="*/ 1076300 w 2072432"/>
                <a:gd name="connsiteY97" fmla="*/ 1538838 h 2072153"/>
                <a:gd name="connsiteX98" fmla="*/ 1077427 w 2072432"/>
                <a:gd name="connsiteY98" fmla="*/ 2020651 h 2072153"/>
                <a:gd name="connsiteX99" fmla="*/ 1147573 w 2072432"/>
                <a:gd name="connsiteY99" fmla="*/ 2008564 h 2072153"/>
                <a:gd name="connsiteX100" fmla="*/ 1352311 w 2072432"/>
                <a:gd name="connsiteY100" fmla="*/ 1864264 h 2072153"/>
                <a:gd name="connsiteX101" fmla="*/ 1500494 w 2072432"/>
                <a:gd name="connsiteY101" fmla="*/ 1551364 h 2072153"/>
                <a:gd name="connsiteX102" fmla="*/ 1500619 w 2072432"/>
                <a:gd name="connsiteY102" fmla="*/ 1538900 h 2072153"/>
                <a:gd name="connsiteX103" fmla="*/ 1076300 w 2072432"/>
                <a:gd name="connsiteY103" fmla="*/ 1538838 h 2072153"/>
                <a:gd name="connsiteX104" fmla="*/ 188768 w 2072432"/>
                <a:gd name="connsiteY104" fmla="*/ 1539088 h 2072153"/>
                <a:gd name="connsiteX105" fmla="*/ 451377 w 2072432"/>
                <a:gd name="connsiteY105" fmla="*/ 1829441 h 2072153"/>
                <a:gd name="connsiteX106" fmla="*/ 802794 w 2072432"/>
                <a:gd name="connsiteY106" fmla="*/ 1992530 h 2072153"/>
                <a:gd name="connsiteX107" fmla="*/ 792836 w 2072432"/>
                <a:gd name="connsiteY107" fmla="*/ 1982071 h 2072153"/>
                <a:gd name="connsiteX108" fmla="*/ 711041 w 2072432"/>
                <a:gd name="connsiteY108" fmla="*/ 1901529 h 2072153"/>
                <a:gd name="connsiteX109" fmla="*/ 568307 w 2072432"/>
                <a:gd name="connsiteY109" fmla="*/ 1628336 h 2072153"/>
                <a:gd name="connsiteX110" fmla="*/ 541439 w 2072432"/>
                <a:gd name="connsiteY110" fmla="*/ 1539151 h 2072153"/>
                <a:gd name="connsiteX111" fmla="*/ 188768 w 2072432"/>
                <a:gd name="connsiteY111" fmla="*/ 1539088 h 2072153"/>
                <a:gd name="connsiteX112" fmla="*/ 1885356 w 2072432"/>
                <a:gd name="connsiteY112" fmla="*/ 534188 h 2072153"/>
                <a:gd name="connsiteX113" fmla="*/ 1306090 w 2072432"/>
                <a:gd name="connsiteY113" fmla="*/ 87447 h 2072153"/>
                <a:gd name="connsiteX114" fmla="*/ 1306466 w 2072432"/>
                <a:gd name="connsiteY114" fmla="*/ 91330 h 2072153"/>
                <a:gd name="connsiteX115" fmla="*/ 1313793 w 2072432"/>
                <a:gd name="connsiteY115" fmla="*/ 98407 h 2072153"/>
                <a:gd name="connsiteX116" fmla="*/ 1437300 w 2072432"/>
                <a:gd name="connsiteY116" fmla="*/ 243020 h 2072153"/>
                <a:gd name="connsiteX117" fmla="*/ 1547655 w 2072432"/>
                <a:gd name="connsiteY117" fmla="*/ 507257 h 2072153"/>
                <a:gd name="connsiteX118" fmla="*/ 1555859 w 2072432"/>
                <a:gd name="connsiteY118" fmla="*/ 534250 h 2072153"/>
                <a:gd name="connsiteX119" fmla="*/ 1885356 w 2072432"/>
                <a:gd name="connsiteY119" fmla="*/ 534188 h 207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072432" h="2072153">
                  <a:moveTo>
                    <a:pt x="1" y="1035792"/>
                  </a:moveTo>
                  <a:cubicBezTo>
                    <a:pt x="1" y="464230"/>
                    <a:pt x="463527" y="-3054"/>
                    <a:pt x="1040914" y="15"/>
                  </a:cubicBezTo>
                  <a:cubicBezTo>
                    <a:pt x="1608343" y="3021"/>
                    <a:pt x="2073059" y="460221"/>
                    <a:pt x="2072432" y="1037483"/>
                  </a:cubicBezTo>
                  <a:cubicBezTo>
                    <a:pt x="2071806" y="1604474"/>
                    <a:pt x="1619366" y="2068563"/>
                    <a:pt x="1042292" y="2072133"/>
                  </a:cubicBezTo>
                  <a:cubicBezTo>
                    <a:pt x="449373" y="2075766"/>
                    <a:pt x="-876" y="1596019"/>
                    <a:pt x="1" y="1035792"/>
                  </a:cubicBezTo>
                  <a:close/>
                  <a:moveTo>
                    <a:pt x="1303585" y="1981132"/>
                  </a:moveTo>
                  <a:cubicBezTo>
                    <a:pt x="1314796" y="1979065"/>
                    <a:pt x="1326508" y="1978313"/>
                    <a:pt x="1337217" y="1974806"/>
                  </a:cubicBezTo>
                  <a:cubicBezTo>
                    <a:pt x="1566444" y="1898961"/>
                    <a:pt x="1745566" y="1758857"/>
                    <a:pt x="1874396" y="1554620"/>
                  </a:cubicBezTo>
                  <a:cubicBezTo>
                    <a:pt x="1877152" y="1550236"/>
                    <a:pt x="1878968" y="1545289"/>
                    <a:pt x="1881974" y="1539088"/>
                  </a:cubicBezTo>
                  <a:cubicBezTo>
                    <a:pt x="1771933" y="1539088"/>
                    <a:pt x="1664084" y="1539088"/>
                    <a:pt x="1554982" y="1539088"/>
                  </a:cubicBezTo>
                  <a:cubicBezTo>
                    <a:pt x="1552352" y="1548357"/>
                    <a:pt x="1549909" y="1556813"/>
                    <a:pt x="1547655" y="1565330"/>
                  </a:cubicBezTo>
                  <a:cubicBezTo>
                    <a:pt x="1527237" y="1640925"/>
                    <a:pt x="1500619" y="1714140"/>
                    <a:pt x="1463730" y="1783346"/>
                  </a:cubicBezTo>
                  <a:cubicBezTo>
                    <a:pt x="1423020" y="1859629"/>
                    <a:pt x="1372478" y="1928084"/>
                    <a:pt x="1303585" y="1981633"/>
                  </a:cubicBezTo>
                  <a:lnTo>
                    <a:pt x="1303898" y="1982447"/>
                  </a:lnTo>
                  <a:cubicBezTo>
                    <a:pt x="1303835" y="1982447"/>
                    <a:pt x="1303585" y="1981132"/>
                    <a:pt x="1303585" y="1981132"/>
                  </a:cubicBezTo>
                  <a:close/>
                  <a:moveTo>
                    <a:pt x="802920" y="79493"/>
                  </a:moveTo>
                  <a:cubicBezTo>
                    <a:pt x="796218" y="80620"/>
                    <a:pt x="789329" y="81246"/>
                    <a:pt x="782815" y="83063"/>
                  </a:cubicBezTo>
                  <a:cubicBezTo>
                    <a:pt x="530228" y="153584"/>
                    <a:pt x="334509" y="300327"/>
                    <a:pt x="195157" y="522351"/>
                  </a:cubicBezTo>
                  <a:cubicBezTo>
                    <a:pt x="193153" y="525545"/>
                    <a:pt x="192150" y="529428"/>
                    <a:pt x="190397" y="533812"/>
                  </a:cubicBezTo>
                  <a:cubicBezTo>
                    <a:pt x="308204" y="533812"/>
                    <a:pt x="424383" y="533812"/>
                    <a:pt x="541251" y="533812"/>
                  </a:cubicBezTo>
                  <a:cubicBezTo>
                    <a:pt x="543380" y="526547"/>
                    <a:pt x="545447" y="520158"/>
                    <a:pt x="547138" y="513645"/>
                  </a:cubicBezTo>
                  <a:cubicBezTo>
                    <a:pt x="563359" y="451954"/>
                    <a:pt x="583902" y="391767"/>
                    <a:pt x="610645" y="333834"/>
                  </a:cubicBezTo>
                  <a:cubicBezTo>
                    <a:pt x="654799" y="238072"/>
                    <a:pt x="712732" y="152645"/>
                    <a:pt x="796844" y="86946"/>
                  </a:cubicBezTo>
                  <a:cubicBezTo>
                    <a:pt x="799287" y="85004"/>
                    <a:pt x="800727" y="81810"/>
                    <a:pt x="802606" y="79180"/>
                  </a:cubicBezTo>
                  <a:cubicBezTo>
                    <a:pt x="803483" y="78616"/>
                    <a:pt x="804297" y="78052"/>
                    <a:pt x="805174" y="77489"/>
                  </a:cubicBezTo>
                  <a:cubicBezTo>
                    <a:pt x="804423" y="78115"/>
                    <a:pt x="803671" y="78804"/>
                    <a:pt x="802920" y="79493"/>
                  </a:cubicBezTo>
                  <a:close/>
                  <a:moveTo>
                    <a:pt x="1022939" y="586233"/>
                  </a:moveTo>
                  <a:cubicBezTo>
                    <a:pt x="874318" y="586233"/>
                    <a:pt x="728077" y="586233"/>
                    <a:pt x="582336" y="586233"/>
                  </a:cubicBezTo>
                  <a:cubicBezTo>
                    <a:pt x="555969" y="669156"/>
                    <a:pt x="529226" y="963141"/>
                    <a:pt x="542817" y="1010114"/>
                  </a:cubicBezTo>
                  <a:cubicBezTo>
                    <a:pt x="577013" y="1014060"/>
                    <a:pt x="1007720" y="1012431"/>
                    <a:pt x="1022939" y="1008110"/>
                  </a:cubicBezTo>
                  <a:cubicBezTo>
                    <a:pt x="1022939" y="868131"/>
                    <a:pt x="1022939" y="727965"/>
                    <a:pt x="1022939" y="586233"/>
                  </a:cubicBezTo>
                  <a:close/>
                  <a:moveTo>
                    <a:pt x="582775" y="1486604"/>
                  </a:moveTo>
                  <a:cubicBezTo>
                    <a:pt x="621605" y="1490675"/>
                    <a:pt x="1007470" y="1488921"/>
                    <a:pt x="1022250" y="1484725"/>
                  </a:cubicBezTo>
                  <a:cubicBezTo>
                    <a:pt x="1026196" y="1455477"/>
                    <a:pt x="1024756" y="1077066"/>
                    <a:pt x="1020622" y="1062911"/>
                  </a:cubicBezTo>
                  <a:cubicBezTo>
                    <a:pt x="993754" y="1059028"/>
                    <a:pt x="555906" y="1060343"/>
                    <a:pt x="541063" y="1064352"/>
                  </a:cubicBezTo>
                  <a:cubicBezTo>
                    <a:pt x="530040" y="1124790"/>
                    <a:pt x="559351" y="1424037"/>
                    <a:pt x="582775" y="1486604"/>
                  </a:cubicBezTo>
                  <a:close/>
                  <a:moveTo>
                    <a:pt x="1074860" y="1010365"/>
                  </a:moveTo>
                  <a:cubicBezTo>
                    <a:pt x="1236696" y="1010365"/>
                    <a:pt x="1396465" y="1010365"/>
                    <a:pt x="1556109" y="1010365"/>
                  </a:cubicBezTo>
                  <a:cubicBezTo>
                    <a:pt x="1564377" y="939029"/>
                    <a:pt x="1540264" y="659009"/>
                    <a:pt x="1514085" y="586296"/>
                  </a:cubicBezTo>
                  <a:cubicBezTo>
                    <a:pt x="1368157" y="586296"/>
                    <a:pt x="1222041" y="586296"/>
                    <a:pt x="1074860" y="586296"/>
                  </a:cubicBezTo>
                  <a:cubicBezTo>
                    <a:pt x="1074860" y="727903"/>
                    <a:pt x="1074860" y="868006"/>
                    <a:pt x="1074860" y="1010365"/>
                  </a:cubicBezTo>
                  <a:close/>
                  <a:moveTo>
                    <a:pt x="1076300" y="1061972"/>
                  </a:moveTo>
                  <a:cubicBezTo>
                    <a:pt x="1071979" y="1088464"/>
                    <a:pt x="1073043" y="1470821"/>
                    <a:pt x="1077177" y="1486541"/>
                  </a:cubicBezTo>
                  <a:cubicBezTo>
                    <a:pt x="1223042" y="1486541"/>
                    <a:pt x="1369096" y="1486541"/>
                    <a:pt x="1514711" y="1486541"/>
                  </a:cubicBezTo>
                  <a:cubicBezTo>
                    <a:pt x="1542018" y="1397231"/>
                    <a:pt x="1566882" y="1106690"/>
                    <a:pt x="1554982" y="1061972"/>
                  </a:cubicBezTo>
                  <a:cubicBezTo>
                    <a:pt x="1395839" y="1061972"/>
                    <a:pt x="1236571" y="1061972"/>
                    <a:pt x="1076300" y="1061972"/>
                  </a:cubicBezTo>
                  <a:close/>
                  <a:moveTo>
                    <a:pt x="489142" y="1010427"/>
                  </a:moveTo>
                  <a:cubicBezTo>
                    <a:pt x="488015" y="867442"/>
                    <a:pt x="502984" y="726901"/>
                    <a:pt x="530228" y="586108"/>
                  </a:cubicBezTo>
                  <a:cubicBezTo>
                    <a:pt x="405531" y="586108"/>
                    <a:pt x="282526" y="586108"/>
                    <a:pt x="158894" y="586108"/>
                  </a:cubicBezTo>
                  <a:cubicBezTo>
                    <a:pt x="90690" y="719197"/>
                    <a:pt x="54051" y="859802"/>
                    <a:pt x="50919" y="1010427"/>
                  </a:cubicBezTo>
                  <a:cubicBezTo>
                    <a:pt x="197912" y="1010427"/>
                    <a:pt x="342087" y="1010427"/>
                    <a:pt x="489142" y="1010427"/>
                  </a:cubicBezTo>
                  <a:close/>
                  <a:moveTo>
                    <a:pt x="51859" y="1062285"/>
                  </a:moveTo>
                  <a:cubicBezTo>
                    <a:pt x="51546" y="1068423"/>
                    <a:pt x="50982" y="1071805"/>
                    <a:pt x="51233" y="1075124"/>
                  </a:cubicBezTo>
                  <a:cubicBezTo>
                    <a:pt x="52423" y="1094226"/>
                    <a:pt x="53362" y="1113391"/>
                    <a:pt x="55053" y="1132431"/>
                  </a:cubicBezTo>
                  <a:cubicBezTo>
                    <a:pt x="65825" y="1252430"/>
                    <a:pt x="99270" y="1365916"/>
                    <a:pt x="152506" y="1473890"/>
                  </a:cubicBezTo>
                  <a:cubicBezTo>
                    <a:pt x="157892" y="1484788"/>
                    <a:pt x="164405" y="1488295"/>
                    <a:pt x="176180" y="1488295"/>
                  </a:cubicBezTo>
                  <a:cubicBezTo>
                    <a:pt x="289165" y="1487919"/>
                    <a:pt x="402149" y="1488107"/>
                    <a:pt x="515134" y="1487982"/>
                  </a:cubicBezTo>
                  <a:cubicBezTo>
                    <a:pt x="519581" y="1487982"/>
                    <a:pt x="524028" y="1486730"/>
                    <a:pt x="530165" y="1485853"/>
                  </a:cubicBezTo>
                  <a:cubicBezTo>
                    <a:pt x="502796" y="1345373"/>
                    <a:pt x="488266" y="1204894"/>
                    <a:pt x="488955" y="1062285"/>
                  </a:cubicBezTo>
                  <a:cubicBezTo>
                    <a:pt x="341899" y="1062285"/>
                    <a:pt x="197724" y="1062285"/>
                    <a:pt x="51859" y="1062285"/>
                  </a:cubicBezTo>
                  <a:close/>
                  <a:moveTo>
                    <a:pt x="1609032" y="1008861"/>
                  </a:moveTo>
                  <a:cubicBezTo>
                    <a:pt x="1634711" y="1013371"/>
                    <a:pt x="2006045" y="1012431"/>
                    <a:pt x="2021639" y="1007922"/>
                  </a:cubicBezTo>
                  <a:cubicBezTo>
                    <a:pt x="2017819" y="858737"/>
                    <a:pt x="1981994" y="717756"/>
                    <a:pt x="1913540" y="586108"/>
                  </a:cubicBezTo>
                  <a:cubicBezTo>
                    <a:pt x="1797235" y="586108"/>
                    <a:pt x="1683124" y="586108"/>
                    <a:pt x="1566757" y="586108"/>
                  </a:cubicBezTo>
                  <a:cubicBezTo>
                    <a:pt x="1594815" y="726963"/>
                    <a:pt x="1607779" y="867630"/>
                    <a:pt x="1609032" y="1008861"/>
                  </a:cubicBezTo>
                  <a:close/>
                  <a:moveTo>
                    <a:pt x="2021702" y="1064352"/>
                  </a:moveTo>
                  <a:cubicBezTo>
                    <a:pt x="2001723" y="1059717"/>
                    <a:pt x="1627884" y="1059905"/>
                    <a:pt x="1608969" y="1064665"/>
                  </a:cubicBezTo>
                  <a:cubicBezTo>
                    <a:pt x="1607842" y="1205770"/>
                    <a:pt x="1594564" y="1346375"/>
                    <a:pt x="1567007" y="1485289"/>
                  </a:cubicBezTo>
                  <a:cubicBezTo>
                    <a:pt x="1571454" y="1486667"/>
                    <a:pt x="1573333" y="1487731"/>
                    <a:pt x="1575274" y="1487731"/>
                  </a:cubicBezTo>
                  <a:cubicBezTo>
                    <a:pt x="1684125" y="1487919"/>
                    <a:pt x="1793039" y="1487857"/>
                    <a:pt x="1901891" y="1488233"/>
                  </a:cubicBezTo>
                  <a:cubicBezTo>
                    <a:pt x="1911222" y="1488233"/>
                    <a:pt x="1914980" y="1483473"/>
                    <a:pt x="1918613" y="1476208"/>
                  </a:cubicBezTo>
                  <a:cubicBezTo>
                    <a:pt x="1975356" y="1362847"/>
                    <a:pt x="2008988" y="1243098"/>
                    <a:pt x="2019072" y="1116773"/>
                  </a:cubicBezTo>
                  <a:cubicBezTo>
                    <a:pt x="2020512" y="1099237"/>
                    <a:pt x="2020888" y="1081575"/>
                    <a:pt x="2021702" y="1064352"/>
                  </a:cubicBezTo>
                  <a:close/>
                  <a:moveTo>
                    <a:pt x="1023064" y="50558"/>
                  </a:moveTo>
                  <a:cubicBezTo>
                    <a:pt x="1012668" y="51247"/>
                    <a:pt x="1004463" y="51247"/>
                    <a:pt x="996447" y="52499"/>
                  </a:cubicBezTo>
                  <a:cubicBezTo>
                    <a:pt x="947157" y="60265"/>
                    <a:pt x="901374" y="77739"/>
                    <a:pt x="859099" y="104106"/>
                  </a:cubicBezTo>
                  <a:cubicBezTo>
                    <a:pt x="801229" y="140244"/>
                    <a:pt x="755133" y="188469"/>
                    <a:pt x="716991" y="244523"/>
                  </a:cubicBezTo>
                  <a:cubicBezTo>
                    <a:pt x="659747" y="328698"/>
                    <a:pt x="622545" y="421641"/>
                    <a:pt x="596866" y="519657"/>
                  </a:cubicBezTo>
                  <a:cubicBezTo>
                    <a:pt x="595739" y="523979"/>
                    <a:pt x="595614" y="528551"/>
                    <a:pt x="595050" y="532998"/>
                  </a:cubicBezTo>
                  <a:cubicBezTo>
                    <a:pt x="627806" y="537068"/>
                    <a:pt x="1007908" y="535503"/>
                    <a:pt x="1023064" y="531244"/>
                  </a:cubicBezTo>
                  <a:cubicBezTo>
                    <a:pt x="1023064" y="372226"/>
                    <a:pt x="1023064" y="212958"/>
                    <a:pt x="1023064" y="50558"/>
                  </a:cubicBezTo>
                  <a:close/>
                  <a:moveTo>
                    <a:pt x="1022814" y="1541280"/>
                  </a:moveTo>
                  <a:cubicBezTo>
                    <a:pt x="1005904" y="1537021"/>
                    <a:pt x="615969" y="1536332"/>
                    <a:pt x="594424" y="1540466"/>
                  </a:cubicBezTo>
                  <a:cubicBezTo>
                    <a:pt x="595927" y="1547042"/>
                    <a:pt x="596741" y="1553869"/>
                    <a:pt x="598933" y="1560195"/>
                  </a:cubicBezTo>
                  <a:cubicBezTo>
                    <a:pt x="615217" y="1607355"/>
                    <a:pt x="629935" y="1655267"/>
                    <a:pt x="648724" y="1701425"/>
                  </a:cubicBezTo>
                  <a:cubicBezTo>
                    <a:pt x="677284" y="1771697"/>
                    <a:pt x="716428" y="1836018"/>
                    <a:pt x="768160" y="1891884"/>
                  </a:cubicBezTo>
                  <a:cubicBezTo>
                    <a:pt x="833045" y="1961904"/>
                    <a:pt x="910706" y="2008814"/>
                    <a:pt x="1007031" y="2020651"/>
                  </a:cubicBezTo>
                  <a:cubicBezTo>
                    <a:pt x="1012041" y="2021278"/>
                    <a:pt x="1017240" y="2020714"/>
                    <a:pt x="1022814" y="2020714"/>
                  </a:cubicBezTo>
                  <a:cubicBezTo>
                    <a:pt x="1022814" y="1859629"/>
                    <a:pt x="1022814" y="1700298"/>
                    <a:pt x="1022814" y="1541280"/>
                  </a:cubicBezTo>
                  <a:close/>
                  <a:moveTo>
                    <a:pt x="1502122" y="533687"/>
                  </a:moveTo>
                  <a:cubicBezTo>
                    <a:pt x="1500745" y="526296"/>
                    <a:pt x="1500369" y="520847"/>
                    <a:pt x="1498678" y="515900"/>
                  </a:cubicBezTo>
                  <a:cubicBezTo>
                    <a:pt x="1482832" y="469303"/>
                    <a:pt x="1468866" y="421954"/>
                    <a:pt x="1450390" y="376422"/>
                  </a:cubicBezTo>
                  <a:cubicBezTo>
                    <a:pt x="1419576" y="300389"/>
                    <a:pt x="1377739" y="230745"/>
                    <a:pt x="1320119" y="171434"/>
                  </a:cubicBezTo>
                  <a:cubicBezTo>
                    <a:pt x="1266508" y="116194"/>
                    <a:pt x="1203940" y="76048"/>
                    <a:pt x="1128283" y="58324"/>
                  </a:cubicBezTo>
                  <a:cubicBezTo>
                    <a:pt x="1111248" y="54315"/>
                    <a:pt x="1094087" y="49430"/>
                    <a:pt x="1076488" y="52061"/>
                  </a:cubicBezTo>
                  <a:cubicBezTo>
                    <a:pt x="1072229" y="74044"/>
                    <a:pt x="1072793" y="516526"/>
                    <a:pt x="1077052" y="533749"/>
                  </a:cubicBezTo>
                  <a:cubicBezTo>
                    <a:pt x="1217656" y="533687"/>
                    <a:pt x="1358386" y="533687"/>
                    <a:pt x="1502122" y="533687"/>
                  </a:cubicBezTo>
                  <a:close/>
                  <a:moveTo>
                    <a:pt x="1076300" y="1538838"/>
                  </a:moveTo>
                  <a:cubicBezTo>
                    <a:pt x="1071728" y="1566458"/>
                    <a:pt x="1072918" y="2005620"/>
                    <a:pt x="1077427" y="2020651"/>
                  </a:cubicBezTo>
                  <a:cubicBezTo>
                    <a:pt x="1101478" y="2020964"/>
                    <a:pt x="1124713" y="2015453"/>
                    <a:pt x="1147573" y="2008564"/>
                  </a:cubicBezTo>
                  <a:cubicBezTo>
                    <a:pt x="1231748" y="1983136"/>
                    <a:pt x="1298011" y="1932030"/>
                    <a:pt x="1352311" y="1864264"/>
                  </a:cubicBezTo>
                  <a:cubicBezTo>
                    <a:pt x="1426528" y="1771759"/>
                    <a:pt x="1469555" y="1664348"/>
                    <a:pt x="1500494" y="1551364"/>
                  </a:cubicBezTo>
                  <a:cubicBezTo>
                    <a:pt x="1501496" y="1547794"/>
                    <a:pt x="1500619" y="1543723"/>
                    <a:pt x="1500619" y="1538900"/>
                  </a:cubicBezTo>
                  <a:cubicBezTo>
                    <a:pt x="1358762" y="1538838"/>
                    <a:pt x="1218032" y="1538838"/>
                    <a:pt x="1076300" y="1538838"/>
                  </a:cubicBezTo>
                  <a:close/>
                  <a:moveTo>
                    <a:pt x="188768" y="1539088"/>
                  </a:moveTo>
                  <a:cubicBezTo>
                    <a:pt x="258413" y="1655956"/>
                    <a:pt x="345594" y="1751279"/>
                    <a:pt x="451377" y="1829441"/>
                  </a:cubicBezTo>
                  <a:cubicBezTo>
                    <a:pt x="557284" y="1907666"/>
                    <a:pt x="674214" y="1962656"/>
                    <a:pt x="802794" y="1992530"/>
                  </a:cubicBezTo>
                  <a:cubicBezTo>
                    <a:pt x="800039" y="1988084"/>
                    <a:pt x="796531" y="1984952"/>
                    <a:pt x="792836" y="1982071"/>
                  </a:cubicBezTo>
                  <a:cubicBezTo>
                    <a:pt x="762461" y="1958334"/>
                    <a:pt x="735467" y="1931278"/>
                    <a:pt x="711041" y="1901529"/>
                  </a:cubicBezTo>
                  <a:cubicBezTo>
                    <a:pt x="644340" y="1820423"/>
                    <a:pt x="600624" y="1727354"/>
                    <a:pt x="568307" y="1628336"/>
                  </a:cubicBezTo>
                  <a:cubicBezTo>
                    <a:pt x="558787" y="1599150"/>
                    <a:pt x="550583" y="1569589"/>
                    <a:pt x="541439" y="1539151"/>
                  </a:cubicBezTo>
                  <a:cubicBezTo>
                    <a:pt x="425072" y="1539088"/>
                    <a:pt x="309018" y="1539088"/>
                    <a:pt x="188768" y="1539088"/>
                  </a:cubicBezTo>
                  <a:close/>
                  <a:moveTo>
                    <a:pt x="1885356" y="534188"/>
                  </a:moveTo>
                  <a:cubicBezTo>
                    <a:pt x="1746818" y="309972"/>
                    <a:pt x="1555358" y="162415"/>
                    <a:pt x="1306090" y="87447"/>
                  </a:cubicBezTo>
                  <a:cubicBezTo>
                    <a:pt x="1306340" y="90265"/>
                    <a:pt x="1306153" y="91017"/>
                    <a:pt x="1306466" y="91330"/>
                  </a:cubicBezTo>
                  <a:cubicBezTo>
                    <a:pt x="1308846" y="93772"/>
                    <a:pt x="1311163" y="96215"/>
                    <a:pt x="1313793" y="98407"/>
                  </a:cubicBezTo>
                  <a:cubicBezTo>
                    <a:pt x="1363334" y="139430"/>
                    <a:pt x="1403417" y="188532"/>
                    <a:pt x="1437300" y="243020"/>
                  </a:cubicBezTo>
                  <a:cubicBezTo>
                    <a:pt x="1488281" y="325128"/>
                    <a:pt x="1521976" y="414501"/>
                    <a:pt x="1547655" y="507257"/>
                  </a:cubicBezTo>
                  <a:cubicBezTo>
                    <a:pt x="1550160" y="516275"/>
                    <a:pt x="1553103" y="525231"/>
                    <a:pt x="1555859" y="534250"/>
                  </a:cubicBezTo>
                  <a:cubicBezTo>
                    <a:pt x="1664898" y="534188"/>
                    <a:pt x="1772309" y="534188"/>
                    <a:pt x="1885356" y="534188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2" name="图形 4"/>
            <p:cNvGrpSpPr/>
            <p:nvPr/>
          </p:nvGrpSpPr>
          <p:grpSpPr>
            <a:xfrm>
              <a:off x="10308669" y="437286"/>
              <a:ext cx="286717" cy="271398"/>
              <a:chOff x="7567305" y="-62"/>
              <a:chExt cx="1997151" cy="1890443"/>
            </a:xfrm>
            <a:solidFill>
              <a:schemeClr val="bg1"/>
            </a:solidFill>
          </p:grpSpPr>
          <p:sp>
            <p:nvSpPr>
              <p:cNvPr id="13" name="任意多边形: 形状 12"/>
              <p:cNvSpPr/>
              <p:nvPr/>
            </p:nvSpPr>
            <p:spPr>
              <a:xfrm>
                <a:off x="7879555" y="257308"/>
                <a:ext cx="1677359" cy="1443861"/>
              </a:xfrm>
              <a:custGeom>
                <a:avLst/>
                <a:gdLst>
                  <a:gd name="connsiteX0" fmla="*/ 76997 w 1677359"/>
                  <a:gd name="connsiteY0" fmla="*/ 1441722 h 1443861"/>
                  <a:gd name="connsiteX1" fmla="*/ 179210 w 1677359"/>
                  <a:gd name="connsiteY1" fmla="*/ 1393371 h 1443861"/>
                  <a:gd name="connsiteX2" fmla="*/ 189168 w 1677359"/>
                  <a:gd name="connsiteY2" fmla="*/ 1331681 h 1443861"/>
                  <a:gd name="connsiteX3" fmla="*/ 135368 w 1677359"/>
                  <a:gd name="connsiteY3" fmla="*/ 1260408 h 1443861"/>
                  <a:gd name="connsiteX4" fmla="*/ 372611 w 1677359"/>
                  <a:gd name="connsiteY4" fmla="*/ 190497 h 1443861"/>
                  <a:gd name="connsiteX5" fmla="*/ 418457 w 1677359"/>
                  <a:gd name="connsiteY5" fmla="*/ 190497 h 1443861"/>
                  <a:gd name="connsiteX6" fmla="*/ 712881 w 1677359"/>
                  <a:gd name="connsiteY6" fmla="*/ 700620 h 1443861"/>
                  <a:gd name="connsiteX7" fmla="*/ 712818 w 1677359"/>
                  <a:gd name="connsiteY7" fmla="*/ 827696 h 1443861"/>
                  <a:gd name="connsiteX8" fmla="*/ 765114 w 1677359"/>
                  <a:gd name="connsiteY8" fmla="*/ 858134 h 1443861"/>
                  <a:gd name="connsiteX9" fmla="*/ 844717 w 1677359"/>
                  <a:gd name="connsiteY9" fmla="*/ 839784 h 1443861"/>
                  <a:gd name="connsiteX10" fmla="*/ 861001 w 1677359"/>
                  <a:gd name="connsiteY10" fmla="*/ 853750 h 1443861"/>
                  <a:gd name="connsiteX11" fmla="*/ 1111960 w 1677359"/>
                  <a:gd name="connsiteY11" fmla="*/ 1078718 h 1443861"/>
                  <a:gd name="connsiteX12" fmla="*/ 1126929 w 1677359"/>
                  <a:gd name="connsiteY12" fmla="*/ 1108091 h 1443861"/>
                  <a:gd name="connsiteX13" fmla="*/ 1201083 w 1677359"/>
                  <a:gd name="connsiteY13" fmla="*/ 1191327 h 1443861"/>
                  <a:gd name="connsiteX14" fmla="*/ 1301416 w 1677359"/>
                  <a:gd name="connsiteY14" fmla="*/ 1150617 h 1443861"/>
                  <a:gd name="connsiteX15" fmla="*/ 1297470 w 1677359"/>
                  <a:gd name="connsiteY15" fmla="*/ 1040764 h 1443861"/>
                  <a:gd name="connsiteX16" fmla="*/ 1287262 w 1677359"/>
                  <a:gd name="connsiteY16" fmla="*/ 1027361 h 1443861"/>
                  <a:gd name="connsiteX17" fmla="*/ 1554567 w 1677359"/>
                  <a:gd name="connsiteY17" fmla="*/ 440391 h 1443861"/>
                  <a:gd name="connsiteX18" fmla="*/ 1572354 w 1677359"/>
                  <a:gd name="connsiteY18" fmla="*/ 441832 h 1443861"/>
                  <a:gd name="connsiteX19" fmla="*/ 1620266 w 1677359"/>
                  <a:gd name="connsiteY19" fmla="*/ 433752 h 1443861"/>
                  <a:gd name="connsiteX20" fmla="*/ 1666425 w 1677359"/>
                  <a:gd name="connsiteY20" fmla="*/ 302856 h 1443861"/>
                  <a:gd name="connsiteX21" fmla="*/ 1532459 w 1677359"/>
                  <a:gd name="connsiteY21" fmla="*/ 264589 h 1443861"/>
                  <a:gd name="connsiteX22" fmla="*/ 1502584 w 1677359"/>
                  <a:gd name="connsiteY22" fmla="*/ 400371 h 1443861"/>
                  <a:gd name="connsiteX23" fmla="*/ 1505340 w 1677359"/>
                  <a:gd name="connsiteY23" fmla="*/ 437135 h 1443861"/>
                  <a:gd name="connsiteX24" fmla="*/ 1254820 w 1677359"/>
                  <a:gd name="connsiteY24" fmla="*/ 986526 h 1443861"/>
                  <a:gd name="connsiteX25" fmla="*/ 1245550 w 1677359"/>
                  <a:gd name="connsiteY25" fmla="*/ 1005315 h 1443861"/>
                  <a:gd name="connsiteX26" fmla="*/ 1141835 w 1677359"/>
                  <a:gd name="connsiteY26" fmla="*/ 1043582 h 1443861"/>
                  <a:gd name="connsiteX27" fmla="*/ 873214 w 1677359"/>
                  <a:gd name="connsiteY27" fmla="*/ 802456 h 1443861"/>
                  <a:gd name="connsiteX28" fmla="*/ 854550 w 1677359"/>
                  <a:gd name="connsiteY28" fmla="*/ 699993 h 1443861"/>
                  <a:gd name="connsiteX29" fmla="*/ 751587 w 1677359"/>
                  <a:gd name="connsiteY29" fmla="*/ 674816 h 1443861"/>
                  <a:gd name="connsiteX30" fmla="*/ 457601 w 1677359"/>
                  <a:gd name="connsiteY30" fmla="*/ 165883 h 1443861"/>
                  <a:gd name="connsiteX31" fmla="*/ 468373 w 1677359"/>
                  <a:gd name="connsiteY31" fmla="*/ 151729 h 1443861"/>
                  <a:gd name="connsiteX32" fmla="*/ 454093 w 1677359"/>
                  <a:gd name="connsiteY32" fmla="*/ 23462 h 1443861"/>
                  <a:gd name="connsiteX33" fmla="*/ 325075 w 1677359"/>
                  <a:gd name="connsiteY33" fmla="*/ 26719 h 1443861"/>
                  <a:gd name="connsiteX34" fmla="*/ 317810 w 1677359"/>
                  <a:gd name="connsiteY34" fmla="*/ 155236 h 1443861"/>
                  <a:gd name="connsiteX35" fmla="*/ 325702 w 1677359"/>
                  <a:gd name="connsiteY35" fmla="*/ 188368 h 1443861"/>
                  <a:gd name="connsiteX36" fmla="*/ 109314 w 1677359"/>
                  <a:gd name="connsiteY36" fmla="*/ 1164521 h 1443861"/>
                  <a:gd name="connsiteX37" fmla="*/ 89586 w 1677359"/>
                  <a:gd name="connsiteY37" fmla="*/ 1251326 h 1443861"/>
                  <a:gd name="connsiteX38" fmla="*/ 25 w 1677359"/>
                  <a:gd name="connsiteY38" fmla="*/ 1349969 h 1443861"/>
                  <a:gd name="connsiteX39" fmla="*/ 76997 w 1677359"/>
                  <a:gd name="connsiteY39" fmla="*/ 1441722 h 1443861"/>
                  <a:gd name="connsiteX40" fmla="*/ 1580997 w 1677359"/>
                  <a:gd name="connsiteY40" fmla="*/ 299223 h 1443861"/>
                  <a:gd name="connsiteX41" fmla="*/ 1630037 w 1677359"/>
                  <a:gd name="connsiteY41" fmla="*/ 349077 h 1443861"/>
                  <a:gd name="connsiteX42" fmla="*/ 1579933 w 1677359"/>
                  <a:gd name="connsiteY42" fmla="*/ 395924 h 1443861"/>
                  <a:gd name="connsiteX43" fmla="*/ 1532521 w 1677359"/>
                  <a:gd name="connsiteY43" fmla="*/ 346947 h 1443861"/>
                  <a:gd name="connsiteX44" fmla="*/ 1580997 w 1677359"/>
                  <a:gd name="connsiteY44" fmla="*/ 299223 h 1443861"/>
                  <a:gd name="connsiteX45" fmla="*/ 1222502 w 1677359"/>
                  <a:gd name="connsiteY45" fmla="*/ 1049031 h 1443861"/>
                  <a:gd name="connsiteX46" fmla="*/ 1270101 w 1677359"/>
                  <a:gd name="connsiteY46" fmla="*/ 1097945 h 1443861"/>
                  <a:gd name="connsiteX47" fmla="*/ 1220748 w 1677359"/>
                  <a:gd name="connsiteY47" fmla="*/ 1146671 h 1443861"/>
                  <a:gd name="connsiteX48" fmla="*/ 1172649 w 1677359"/>
                  <a:gd name="connsiteY48" fmla="*/ 1098258 h 1443861"/>
                  <a:gd name="connsiteX49" fmla="*/ 1222502 w 1677359"/>
                  <a:gd name="connsiteY49" fmla="*/ 1049031 h 1443861"/>
                  <a:gd name="connsiteX50" fmla="*/ 784592 w 1677359"/>
                  <a:gd name="connsiteY50" fmla="*/ 716465 h 1443861"/>
                  <a:gd name="connsiteX51" fmla="*/ 833506 w 1677359"/>
                  <a:gd name="connsiteY51" fmla="*/ 766193 h 1443861"/>
                  <a:gd name="connsiteX52" fmla="*/ 784780 w 1677359"/>
                  <a:gd name="connsiteY52" fmla="*/ 813730 h 1443861"/>
                  <a:gd name="connsiteX53" fmla="*/ 736054 w 1677359"/>
                  <a:gd name="connsiteY53" fmla="*/ 766381 h 1443861"/>
                  <a:gd name="connsiteX54" fmla="*/ 784592 w 1677359"/>
                  <a:gd name="connsiteY54" fmla="*/ 716465 h 1443861"/>
                  <a:gd name="connsiteX55" fmla="*/ 390711 w 1677359"/>
                  <a:gd name="connsiteY55" fmla="*/ 46824 h 1443861"/>
                  <a:gd name="connsiteX56" fmla="*/ 439751 w 1677359"/>
                  <a:gd name="connsiteY56" fmla="*/ 96301 h 1443861"/>
                  <a:gd name="connsiteX57" fmla="*/ 391776 w 1677359"/>
                  <a:gd name="connsiteY57" fmla="*/ 144339 h 1443861"/>
                  <a:gd name="connsiteX58" fmla="*/ 342361 w 1677359"/>
                  <a:gd name="connsiteY58" fmla="*/ 95299 h 1443861"/>
                  <a:gd name="connsiteX59" fmla="*/ 390711 w 1677359"/>
                  <a:gd name="connsiteY59" fmla="*/ 46824 h 1443861"/>
                  <a:gd name="connsiteX60" fmla="*/ 96037 w 1677359"/>
                  <a:gd name="connsiteY60" fmla="*/ 1299802 h 1443861"/>
                  <a:gd name="connsiteX61" fmla="*/ 143886 w 1677359"/>
                  <a:gd name="connsiteY61" fmla="*/ 1348027 h 1443861"/>
                  <a:gd name="connsiteX62" fmla="*/ 94847 w 1677359"/>
                  <a:gd name="connsiteY62" fmla="*/ 1397067 h 1443861"/>
                  <a:gd name="connsiteX63" fmla="*/ 46496 w 1677359"/>
                  <a:gd name="connsiteY63" fmla="*/ 1348842 h 1443861"/>
                  <a:gd name="connsiteX64" fmla="*/ 96037 w 1677359"/>
                  <a:gd name="connsiteY64" fmla="*/ 1299802 h 144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677359" h="1443861">
                    <a:moveTo>
                      <a:pt x="76997" y="1441722"/>
                    </a:moveTo>
                    <a:cubicBezTo>
                      <a:pt x="115703" y="1450866"/>
                      <a:pt x="159669" y="1429947"/>
                      <a:pt x="179210" y="1393371"/>
                    </a:cubicBezTo>
                    <a:cubicBezTo>
                      <a:pt x="189606" y="1373894"/>
                      <a:pt x="192863" y="1353226"/>
                      <a:pt x="189168" y="1331681"/>
                    </a:cubicBezTo>
                    <a:cubicBezTo>
                      <a:pt x="183594" y="1299113"/>
                      <a:pt x="162801" y="1277130"/>
                      <a:pt x="135368" y="1260408"/>
                    </a:cubicBezTo>
                    <a:cubicBezTo>
                      <a:pt x="214595" y="903040"/>
                      <a:pt x="293510" y="547113"/>
                      <a:pt x="372611" y="190497"/>
                    </a:cubicBezTo>
                    <a:cubicBezTo>
                      <a:pt x="388832" y="190497"/>
                      <a:pt x="403050" y="190497"/>
                      <a:pt x="418457" y="190497"/>
                    </a:cubicBezTo>
                    <a:cubicBezTo>
                      <a:pt x="516598" y="360538"/>
                      <a:pt x="615053" y="531142"/>
                      <a:pt x="712881" y="700620"/>
                    </a:cubicBezTo>
                    <a:cubicBezTo>
                      <a:pt x="682130" y="751538"/>
                      <a:pt x="682505" y="793563"/>
                      <a:pt x="712818" y="827696"/>
                    </a:cubicBezTo>
                    <a:cubicBezTo>
                      <a:pt x="726910" y="843542"/>
                      <a:pt x="744321" y="853688"/>
                      <a:pt x="765114" y="858134"/>
                    </a:cubicBezTo>
                    <a:cubicBezTo>
                      <a:pt x="794425" y="864460"/>
                      <a:pt x="820292" y="855504"/>
                      <a:pt x="844717" y="839784"/>
                    </a:cubicBezTo>
                    <a:cubicBezTo>
                      <a:pt x="850667" y="844857"/>
                      <a:pt x="855928" y="849178"/>
                      <a:pt x="861001" y="853750"/>
                    </a:cubicBezTo>
                    <a:cubicBezTo>
                      <a:pt x="944612" y="928781"/>
                      <a:pt x="1028098" y="1003937"/>
                      <a:pt x="1111960" y="1078718"/>
                    </a:cubicBezTo>
                    <a:cubicBezTo>
                      <a:pt x="1121167" y="1086985"/>
                      <a:pt x="1125739" y="1095315"/>
                      <a:pt x="1126929" y="1108091"/>
                    </a:cubicBezTo>
                    <a:cubicBezTo>
                      <a:pt x="1131000" y="1149740"/>
                      <a:pt x="1160686" y="1181932"/>
                      <a:pt x="1201083" y="1191327"/>
                    </a:cubicBezTo>
                    <a:cubicBezTo>
                      <a:pt x="1238786" y="1200095"/>
                      <a:pt x="1279997" y="1183373"/>
                      <a:pt x="1301416" y="1150617"/>
                    </a:cubicBezTo>
                    <a:cubicBezTo>
                      <a:pt x="1323212" y="1117235"/>
                      <a:pt x="1321709" y="1073832"/>
                      <a:pt x="1297470" y="1040764"/>
                    </a:cubicBezTo>
                    <a:cubicBezTo>
                      <a:pt x="1294277" y="1036442"/>
                      <a:pt x="1290957" y="1032183"/>
                      <a:pt x="1287262" y="1027361"/>
                    </a:cubicBezTo>
                    <a:cubicBezTo>
                      <a:pt x="1376448" y="831517"/>
                      <a:pt x="1465507" y="636048"/>
                      <a:pt x="1554567" y="440391"/>
                    </a:cubicBezTo>
                    <a:cubicBezTo>
                      <a:pt x="1561644" y="441018"/>
                      <a:pt x="1567156" y="442458"/>
                      <a:pt x="1572354" y="441832"/>
                    </a:cubicBezTo>
                    <a:cubicBezTo>
                      <a:pt x="1588450" y="439765"/>
                      <a:pt x="1605674" y="439828"/>
                      <a:pt x="1620266" y="433752"/>
                    </a:cubicBezTo>
                    <a:cubicBezTo>
                      <a:pt x="1671498" y="412396"/>
                      <a:pt x="1691853" y="352208"/>
                      <a:pt x="1666425" y="302856"/>
                    </a:cubicBezTo>
                    <a:cubicBezTo>
                      <a:pt x="1641123" y="253753"/>
                      <a:pt x="1580872" y="236530"/>
                      <a:pt x="1532459" y="264589"/>
                    </a:cubicBezTo>
                    <a:cubicBezTo>
                      <a:pt x="1485423" y="291833"/>
                      <a:pt x="1470643" y="355214"/>
                      <a:pt x="1502584" y="400371"/>
                    </a:cubicBezTo>
                    <a:cubicBezTo>
                      <a:pt x="1512041" y="413711"/>
                      <a:pt x="1511728" y="423231"/>
                      <a:pt x="1505340" y="437135"/>
                    </a:cubicBezTo>
                    <a:cubicBezTo>
                      <a:pt x="1421478" y="620077"/>
                      <a:pt x="1338243" y="803333"/>
                      <a:pt x="1254820" y="986526"/>
                    </a:cubicBezTo>
                    <a:cubicBezTo>
                      <a:pt x="1252001" y="992664"/>
                      <a:pt x="1248870" y="998614"/>
                      <a:pt x="1245550" y="1005315"/>
                    </a:cubicBezTo>
                    <a:cubicBezTo>
                      <a:pt x="1203150" y="996484"/>
                      <a:pt x="1169580" y="1011077"/>
                      <a:pt x="1141835" y="1043582"/>
                    </a:cubicBezTo>
                    <a:cubicBezTo>
                      <a:pt x="1051710" y="962664"/>
                      <a:pt x="962650" y="882748"/>
                      <a:pt x="873214" y="802456"/>
                    </a:cubicBezTo>
                    <a:cubicBezTo>
                      <a:pt x="886241" y="764064"/>
                      <a:pt x="881732" y="729429"/>
                      <a:pt x="854550" y="699993"/>
                    </a:cubicBezTo>
                    <a:cubicBezTo>
                      <a:pt x="826555" y="669680"/>
                      <a:pt x="791294" y="664419"/>
                      <a:pt x="751587" y="674816"/>
                    </a:cubicBezTo>
                    <a:cubicBezTo>
                      <a:pt x="653320" y="504712"/>
                      <a:pt x="555491" y="335298"/>
                      <a:pt x="457601" y="165883"/>
                    </a:cubicBezTo>
                    <a:cubicBezTo>
                      <a:pt x="461797" y="160372"/>
                      <a:pt x="465179" y="156113"/>
                      <a:pt x="468373" y="151729"/>
                    </a:cubicBezTo>
                    <a:cubicBezTo>
                      <a:pt x="497496" y="111270"/>
                      <a:pt x="491233" y="55466"/>
                      <a:pt x="454093" y="23462"/>
                    </a:cubicBezTo>
                    <a:cubicBezTo>
                      <a:pt x="416327" y="-9043"/>
                      <a:pt x="360210" y="-7602"/>
                      <a:pt x="325075" y="26719"/>
                    </a:cubicBezTo>
                    <a:cubicBezTo>
                      <a:pt x="289376" y="61604"/>
                      <a:pt x="285555" y="116781"/>
                      <a:pt x="317810" y="155236"/>
                    </a:cubicBezTo>
                    <a:cubicBezTo>
                      <a:pt x="326891" y="166071"/>
                      <a:pt x="328708" y="174965"/>
                      <a:pt x="325702" y="188368"/>
                    </a:cubicBezTo>
                    <a:cubicBezTo>
                      <a:pt x="253301" y="513669"/>
                      <a:pt x="181339" y="839095"/>
                      <a:pt x="109314" y="1164521"/>
                    </a:cubicBezTo>
                    <a:cubicBezTo>
                      <a:pt x="102801" y="1193832"/>
                      <a:pt x="96037" y="1223018"/>
                      <a:pt x="89586" y="1251326"/>
                    </a:cubicBezTo>
                    <a:cubicBezTo>
                      <a:pt x="28333" y="1269113"/>
                      <a:pt x="-977" y="1301869"/>
                      <a:pt x="25" y="1349969"/>
                    </a:cubicBezTo>
                    <a:cubicBezTo>
                      <a:pt x="901" y="1394749"/>
                      <a:pt x="31152" y="1430887"/>
                      <a:pt x="76997" y="1441722"/>
                    </a:cubicBezTo>
                    <a:close/>
                    <a:moveTo>
                      <a:pt x="1580997" y="299223"/>
                    </a:moveTo>
                    <a:cubicBezTo>
                      <a:pt x="1608805" y="299286"/>
                      <a:pt x="1631289" y="322083"/>
                      <a:pt x="1630037" y="349077"/>
                    </a:cubicBezTo>
                    <a:cubicBezTo>
                      <a:pt x="1628784" y="375882"/>
                      <a:pt x="1606801" y="396425"/>
                      <a:pt x="1579933" y="395924"/>
                    </a:cubicBezTo>
                    <a:cubicBezTo>
                      <a:pt x="1552751" y="395423"/>
                      <a:pt x="1532333" y="374316"/>
                      <a:pt x="1532521" y="346947"/>
                    </a:cubicBezTo>
                    <a:cubicBezTo>
                      <a:pt x="1532709" y="319703"/>
                      <a:pt x="1553565" y="299223"/>
                      <a:pt x="1580997" y="299223"/>
                    </a:cubicBezTo>
                    <a:close/>
                    <a:moveTo>
                      <a:pt x="1222502" y="1049031"/>
                    </a:moveTo>
                    <a:cubicBezTo>
                      <a:pt x="1248932" y="1049532"/>
                      <a:pt x="1270101" y="1071327"/>
                      <a:pt x="1270101" y="1097945"/>
                    </a:cubicBezTo>
                    <a:cubicBezTo>
                      <a:pt x="1270101" y="1125816"/>
                      <a:pt x="1248557" y="1147047"/>
                      <a:pt x="1220748" y="1146671"/>
                    </a:cubicBezTo>
                    <a:cubicBezTo>
                      <a:pt x="1194256" y="1146296"/>
                      <a:pt x="1172586" y="1124500"/>
                      <a:pt x="1172649" y="1098258"/>
                    </a:cubicBezTo>
                    <a:cubicBezTo>
                      <a:pt x="1172712" y="1071453"/>
                      <a:pt x="1195947" y="1048530"/>
                      <a:pt x="1222502" y="1049031"/>
                    </a:cubicBezTo>
                    <a:close/>
                    <a:moveTo>
                      <a:pt x="784592" y="716465"/>
                    </a:moveTo>
                    <a:cubicBezTo>
                      <a:pt x="811711" y="716402"/>
                      <a:pt x="833945" y="739012"/>
                      <a:pt x="833506" y="766193"/>
                    </a:cubicBezTo>
                    <a:cubicBezTo>
                      <a:pt x="833068" y="792623"/>
                      <a:pt x="811461" y="813730"/>
                      <a:pt x="784780" y="813730"/>
                    </a:cubicBezTo>
                    <a:cubicBezTo>
                      <a:pt x="757912" y="813792"/>
                      <a:pt x="736492" y="792936"/>
                      <a:pt x="736054" y="766381"/>
                    </a:cubicBezTo>
                    <a:cubicBezTo>
                      <a:pt x="735616" y="738761"/>
                      <a:pt x="757223" y="716528"/>
                      <a:pt x="784592" y="716465"/>
                    </a:cubicBezTo>
                    <a:close/>
                    <a:moveTo>
                      <a:pt x="390711" y="46824"/>
                    </a:moveTo>
                    <a:cubicBezTo>
                      <a:pt x="417768" y="46448"/>
                      <a:pt x="439876" y="68744"/>
                      <a:pt x="439751" y="96301"/>
                    </a:cubicBezTo>
                    <a:cubicBezTo>
                      <a:pt x="439625" y="123232"/>
                      <a:pt x="418770" y="144151"/>
                      <a:pt x="391776" y="144339"/>
                    </a:cubicBezTo>
                    <a:cubicBezTo>
                      <a:pt x="364282" y="144527"/>
                      <a:pt x="341985" y="122418"/>
                      <a:pt x="342361" y="95299"/>
                    </a:cubicBezTo>
                    <a:cubicBezTo>
                      <a:pt x="342674" y="69308"/>
                      <a:pt x="364720" y="47199"/>
                      <a:pt x="390711" y="46824"/>
                    </a:cubicBezTo>
                    <a:close/>
                    <a:moveTo>
                      <a:pt x="96037" y="1299802"/>
                    </a:moveTo>
                    <a:cubicBezTo>
                      <a:pt x="123030" y="1300115"/>
                      <a:pt x="143761" y="1321034"/>
                      <a:pt x="143886" y="1348027"/>
                    </a:cubicBezTo>
                    <a:cubicBezTo>
                      <a:pt x="144011" y="1375898"/>
                      <a:pt x="122529" y="1397380"/>
                      <a:pt x="94847" y="1397067"/>
                    </a:cubicBezTo>
                    <a:cubicBezTo>
                      <a:pt x="68417" y="1396754"/>
                      <a:pt x="46872" y="1375271"/>
                      <a:pt x="46496" y="1348842"/>
                    </a:cubicBezTo>
                    <a:cubicBezTo>
                      <a:pt x="46121" y="1321848"/>
                      <a:pt x="68730" y="1299426"/>
                      <a:pt x="96037" y="1299802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7567305" y="-62"/>
                <a:ext cx="1997151" cy="1890443"/>
              </a:xfrm>
              <a:custGeom>
                <a:avLst/>
                <a:gdLst>
                  <a:gd name="connsiteX0" fmla="*/ 1966651 w 1997151"/>
                  <a:gd name="connsiteY0" fmla="*/ 1843581 h 1890443"/>
                  <a:gd name="connsiteX1" fmla="*/ 203362 w 1997151"/>
                  <a:gd name="connsiteY1" fmla="*/ 1843581 h 1890443"/>
                  <a:gd name="connsiteX2" fmla="*/ 178685 w 1997151"/>
                  <a:gd name="connsiteY2" fmla="*/ 1843518 h 1890443"/>
                  <a:gd name="connsiteX3" fmla="*/ 108038 w 1997151"/>
                  <a:gd name="connsiteY3" fmla="*/ 1772370 h 1890443"/>
                  <a:gd name="connsiteX4" fmla="*/ 108038 w 1997151"/>
                  <a:gd name="connsiteY4" fmla="*/ 1665523 h 1890443"/>
                  <a:gd name="connsiteX5" fmla="*/ 110356 w 1997151"/>
                  <a:gd name="connsiteY5" fmla="*/ 1650617 h 1890443"/>
                  <a:gd name="connsiteX6" fmla="*/ 144113 w 1997151"/>
                  <a:gd name="connsiteY6" fmla="*/ 1650492 h 1890443"/>
                  <a:gd name="connsiteX7" fmla="*/ 171170 w 1997151"/>
                  <a:gd name="connsiteY7" fmla="*/ 1626004 h 1890443"/>
                  <a:gd name="connsiteX8" fmla="*/ 144051 w 1997151"/>
                  <a:gd name="connsiteY8" fmla="*/ 1604208 h 1890443"/>
                  <a:gd name="connsiteX9" fmla="*/ 109041 w 1997151"/>
                  <a:gd name="connsiteY9" fmla="*/ 1603081 h 1890443"/>
                  <a:gd name="connsiteX10" fmla="*/ 109041 w 1997151"/>
                  <a:gd name="connsiteY10" fmla="*/ 1364022 h 1890443"/>
                  <a:gd name="connsiteX11" fmla="*/ 127892 w 1997151"/>
                  <a:gd name="connsiteY11" fmla="*/ 1362456 h 1890443"/>
                  <a:gd name="connsiteX12" fmla="*/ 150439 w 1997151"/>
                  <a:gd name="connsiteY12" fmla="*/ 1361454 h 1890443"/>
                  <a:gd name="connsiteX13" fmla="*/ 171295 w 1997151"/>
                  <a:gd name="connsiteY13" fmla="*/ 1337655 h 1890443"/>
                  <a:gd name="connsiteX14" fmla="*/ 150126 w 1997151"/>
                  <a:gd name="connsiteY14" fmla="*/ 1316235 h 1890443"/>
                  <a:gd name="connsiteX15" fmla="*/ 127579 w 1997151"/>
                  <a:gd name="connsiteY15" fmla="*/ 1315358 h 1890443"/>
                  <a:gd name="connsiteX16" fmla="*/ 110418 w 1997151"/>
                  <a:gd name="connsiteY16" fmla="*/ 1313605 h 1890443"/>
                  <a:gd name="connsiteX17" fmla="*/ 111483 w 1997151"/>
                  <a:gd name="connsiteY17" fmla="*/ 1088449 h 1890443"/>
                  <a:gd name="connsiteX18" fmla="*/ 127516 w 1997151"/>
                  <a:gd name="connsiteY18" fmla="*/ 1087572 h 1890443"/>
                  <a:gd name="connsiteX19" fmla="*/ 143926 w 1997151"/>
                  <a:gd name="connsiteY19" fmla="*/ 1087447 h 1890443"/>
                  <a:gd name="connsiteX20" fmla="*/ 171170 w 1997151"/>
                  <a:gd name="connsiteY20" fmla="*/ 1063585 h 1890443"/>
                  <a:gd name="connsiteX21" fmla="*/ 144364 w 1997151"/>
                  <a:gd name="connsiteY21" fmla="*/ 1041226 h 1890443"/>
                  <a:gd name="connsiteX22" fmla="*/ 109291 w 1997151"/>
                  <a:gd name="connsiteY22" fmla="*/ 1040349 h 1890443"/>
                  <a:gd name="connsiteX23" fmla="*/ 109291 w 1997151"/>
                  <a:gd name="connsiteY23" fmla="*/ 825528 h 1890443"/>
                  <a:gd name="connsiteX24" fmla="*/ 132652 w 1997151"/>
                  <a:gd name="connsiteY24" fmla="*/ 825528 h 1890443"/>
                  <a:gd name="connsiteX25" fmla="*/ 151128 w 1997151"/>
                  <a:gd name="connsiteY25" fmla="*/ 825215 h 1890443"/>
                  <a:gd name="connsiteX26" fmla="*/ 171170 w 1997151"/>
                  <a:gd name="connsiteY26" fmla="*/ 805048 h 1890443"/>
                  <a:gd name="connsiteX27" fmla="*/ 155575 w 1997151"/>
                  <a:gd name="connsiteY27" fmla="*/ 781374 h 1890443"/>
                  <a:gd name="connsiteX28" fmla="*/ 135283 w 1997151"/>
                  <a:gd name="connsiteY28" fmla="*/ 779369 h 1890443"/>
                  <a:gd name="connsiteX29" fmla="*/ 109103 w 1997151"/>
                  <a:gd name="connsiteY29" fmla="*/ 778305 h 1890443"/>
                  <a:gd name="connsiteX30" fmla="*/ 109103 w 1997151"/>
                  <a:gd name="connsiteY30" fmla="*/ 558285 h 1890443"/>
                  <a:gd name="connsiteX31" fmla="*/ 124009 w 1997151"/>
                  <a:gd name="connsiteY31" fmla="*/ 556030 h 1890443"/>
                  <a:gd name="connsiteX32" fmla="*/ 150689 w 1997151"/>
                  <a:gd name="connsiteY32" fmla="*/ 554966 h 1890443"/>
                  <a:gd name="connsiteX33" fmla="*/ 171232 w 1997151"/>
                  <a:gd name="connsiteY33" fmla="*/ 533045 h 1890443"/>
                  <a:gd name="connsiteX34" fmla="*/ 151692 w 1997151"/>
                  <a:gd name="connsiteY34" fmla="*/ 510185 h 1890443"/>
                  <a:gd name="connsiteX35" fmla="*/ 131274 w 1997151"/>
                  <a:gd name="connsiteY35" fmla="*/ 508933 h 1890443"/>
                  <a:gd name="connsiteX36" fmla="*/ 109228 w 1997151"/>
                  <a:gd name="connsiteY36" fmla="*/ 507492 h 1890443"/>
                  <a:gd name="connsiteX37" fmla="*/ 109228 w 1997151"/>
                  <a:gd name="connsiteY37" fmla="*/ 287284 h 1890443"/>
                  <a:gd name="connsiteX38" fmla="*/ 128456 w 1997151"/>
                  <a:gd name="connsiteY38" fmla="*/ 286094 h 1890443"/>
                  <a:gd name="connsiteX39" fmla="*/ 146932 w 1997151"/>
                  <a:gd name="connsiteY39" fmla="*/ 285907 h 1890443"/>
                  <a:gd name="connsiteX40" fmla="*/ 171420 w 1997151"/>
                  <a:gd name="connsiteY40" fmla="*/ 263234 h 1890443"/>
                  <a:gd name="connsiteX41" fmla="*/ 147809 w 1997151"/>
                  <a:gd name="connsiteY41" fmla="*/ 240061 h 1890443"/>
                  <a:gd name="connsiteX42" fmla="*/ 125199 w 1997151"/>
                  <a:gd name="connsiteY42" fmla="*/ 239748 h 1890443"/>
                  <a:gd name="connsiteX43" fmla="*/ 107537 w 1997151"/>
                  <a:gd name="connsiteY43" fmla="*/ 237556 h 1890443"/>
                  <a:gd name="connsiteX44" fmla="*/ 107537 w 1997151"/>
                  <a:gd name="connsiteY44" fmla="*/ 0 h 1890443"/>
                  <a:gd name="connsiteX45" fmla="*/ 61504 w 1997151"/>
                  <a:gd name="connsiteY45" fmla="*/ 0 h 1890443"/>
                  <a:gd name="connsiteX46" fmla="*/ 61504 w 1997151"/>
                  <a:gd name="connsiteY46" fmla="*/ 60814 h 1890443"/>
                  <a:gd name="connsiteX47" fmla="*/ 61504 w 1997151"/>
                  <a:gd name="connsiteY47" fmla="*/ 120438 h 1890443"/>
                  <a:gd name="connsiteX48" fmla="*/ 61441 w 1997151"/>
                  <a:gd name="connsiteY48" fmla="*/ 180062 h 1890443"/>
                  <a:gd name="connsiteX49" fmla="*/ 60001 w 1997151"/>
                  <a:gd name="connsiteY49" fmla="*/ 239936 h 1890443"/>
                  <a:gd name="connsiteX50" fmla="*/ 27246 w 1997151"/>
                  <a:gd name="connsiteY50" fmla="*/ 240124 h 1890443"/>
                  <a:gd name="connsiteX51" fmla="*/ 9834 w 1997151"/>
                  <a:gd name="connsiteY51" fmla="*/ 244696 h 1890443"/>
                  <a:gd name="connsiteX52" fmla="*/ 753 w 1997151"/>
                  <a:gd name="connsiteY52" fmla="*/ 267869 h 1890443"/>
                  <a:gd name="connsiteX53" fmla="*/ 22987 w 1997151"/>
                  <a:gd name="connsiteY53" fmla="*/ 285781 h 1890443"/>
                  <a:gd name="connsiteX54" fmla="*/ 58686 w 1997151"/>
                  <a:gd name="connsiteY54" fmla="*/ 285969 h 1890443"/>
                  <a:gd name="connsiteX55" fmla="*/ 57997 w 1997151"/>
                  <a:gd name="connsiteY55" fmla="*/ 508056 h 1890443"/>
                  <a:gd name="connsiteX56" fmla="*/ 42026 w 1997151"/>
                  <a:gd name="connsiteY56" fmla="*/ 508995 h 1890443"/>
                  <a:gd name="connsiteX57" fmla="*/ 25617 w 1997151"/>
                  <a:gd name="connsiteY57" fmla="*/ 509308 h 1890443"/>
                  <a:gd name="connsiteX58" fmla="*/ 127 w 1997151"/>
                  <a:gd name="connsiteY58" fmla="*/ 533358 h 1890443"/>
                  <a:gd name="connsiteX59" fmla="*/ 25053 w 1997151"/>
                  <a:gd name="connsiteY59" fmla="*/ 555655 h 1890443"/>
                  <a:gd name="connsiteX60" fmla="*/ 43529 w 1997151"/>
                  <a:gd name="connsiteY60" fmla="*/ 556156 h 1890443"/>
                  <a:gd name="connsiteX61" fmla="*/ 60001 w 1997151"/>
                  <a:gd name="connsiteY61" fmla="*/ 558097 h 1890443"/>
                  <a:gd name="connsiteX62" fmla="*/ 60001 w 1997151"/>
                  <a:gd name="connsiteY62" fmla="*/ 779808 h 1890443"/>
                  <a:gd name="connsiteX63" fmla="*/ 21922 w 1997151"/>
                  <a:gd name="connsiteY63" fmla="*/ 779996 h 1890443"/>
                  <a:gd name="connsiteX64" fmla="*/ 314 w 1997151"/>
                  <a:gd name="connsiteY64" fmla="*/ 798847 h 1890443"/>
                  <a:gd name="connsiteX65" fmla="*/ 12402 w 1997151"/>
                  <a:gd name="connsiteY65" fmla="*/ 822897 h 1890443"/>
                  <a:gd name="connsiteX66" fmla="*/ 28310 w 1997151"/>
                  <a:gd name="connsiteY66" fmla="*/ 825590 h 1890443"/>
                  <a:gd name="connsiteX67" fmla="*/ 59813 w 1997151"/>
                  <a:gd name="connsiteY67" fmla="*/ 826405 h 1890443"/>
                  <a:gd name="connsiteX68" fmla="*/ 57684 w 1997151"/>
                  <a:gd name="connsiteY68" fmla="*/ 1041602 h 1890443"/>
                  <a:gd name="connsiteX69" fmla="*/ 25743 w 1997151"/>
                  <a:gd name="connsiteY69" fmla="*/ 1041915 h 1890443"/>
                  <a:gd name="connsiteX70" fmla="*/ 7267 w 1997151"/>
                  <a:gd name="connsiteY70" fmla="*/ 1048679 h 1890443"/>
                  <a:gd name="connsiteX71" fmla="*/ 1442 w 1997151"/>
                  <a:gd name="connsiteY71" fmla="*/ 1071038 h 1890443"/>
                  <a:gd name="connsiteX72" fmla="*/ 22861 w 1997151"/>
                  <a:gd name="connsiteY72" fmla="*/ 1087447 h 1890443"/>
                  <a:gd name="connsiteX73" fmla="*/ 60126 w 1997151"/>
                  <a:gd name="connsiteY73" fmla="*/ 1087572 h 1890443"/>
                  <a:gd name="connsiteX74" fmla="*/ 60126 w 1997151"/>
                  <a:gd name="connsiteY74" fmla="*/ 1313980 h 1890443"/>
                  <a:gd name="connsiteX75" fmla="*/ 42778 w 1997151"/>
                  <a:gd name="connsiteY75" fmla="*/ 1315609 h 1890443"/>
                  <a:gd name="connsiteX76" fmla="*/ 24302 w 1997151"/>
                  <a:gd name="connsiteY76" fmla="*/ 1316110 h 1890443"/>
                  <a:gd name="connsiteX77" fmla="*/ 1 w 1997151"/>
                  <a:gd name="connsiteY77" fmla="*/ 1338907 h 1890443"/>
                  <a:gd name="connsiteX78" fmla="*/ 23989 w 1997151"/>
                  <a:gd name="connsiteY78" fmla="*/ 1362206 h 1890443"/>
                  <a:gd name="connsiteX79" fmla="*/ 36327 w 1997151"/>
                  <a:gd name="connsiteY79" fmla="*/ 1362644 h 1890443"/>
                  <a:gd name="connsiteX80" fmla="*/ 60377 w 1997151"/>
                  <a:gd name="connsiteY80" fmla="*/ 1363959 h 1890443"/>
                  <a:gd name="connsiteX81" fmla="*/ 60377 w 1997151"/>
                  <a:gd name="connsiteY81" fmla="*/ 1604709 h 1890443"/>
                  <a:gd name="connsiteX82" fmla="*/ 20795 w 1997151"/>
                  <a:gd name="connsiteY82" fmla="*/ 1604897 h 1890443"/>
                  <a:gd name="connsiteX83" fmla="*/ 314 w 1997151"/>
                  <a:gd name="connsiteY83" fmla="*/ 1624688 h 1890443"/>
                  <a:gd name="connsiteX84" fmla="*/ 15972 w 1997151"/>
                  <a:gd name="connsiteY84" fmla="*/ 1648425 h 1890443"/>
                  <a:gd name="connsiteX85" fmla="*/ 36202 w 1997151"/>
                  <a:gd name="connsiteY85" fmla="*/ 1650805 h 1890443"/>
                  <a:gd name="connsiteX86" fmla="*/ 61567 w 1997151"/>
                  <a:gd name="connsiteY86" fmla="*/ 1651933 h 1890443"/>
                  <a:gd name="connsiteX87" fmla="*/ 61567 w 1997151"/>
                  <a:gd name="connsiteY87" fmla="*/ 1676421 h 1890443"/>
                  <a:gd name="connsiteX88" fmla="*/ 61755 w 1997151"/>
                  <a:gd name="connsiteY88" fmla="*/ 1777130 h 1890443"/>
                  <a:gd name="connsiteX89" fmla="*/ 137788 w 1997151"/>
                  <a:gd name="connsiteY89" fmla="*/ 1883413 h 1890443"/>
                  <a:gd name="connsiteX90" fmla="*/ 184197 w 1997151"/>
                  <a:gd name="connsiteY90" fmla="*/ 1890052 h 1890443"/>
                  <a:gd name="connsiteX91" fmla="*/ 420500 w 1997151"/>
                  <a:gd name="connsiteY91" fmla="*/ 1890366 h 1890443"/>
                  <a:gd name="connsiteX92" fmla="*/ 1967966 w 1997151"/>
                  <a:gd name="connsiteY92" fmla="*/ 1890366 h 1890443"/>
                  <a:gd name="connsiteX93" fmla="*/ 1997151 w 1997151"/>
                  <a:gd name="connsiteY93" fmla="*/ 1890366 h 1890443"/>
                  <a:gd name="connsiteX94" fmla="*/ 1997151 w 1997151"/>
                  <a:gd name="connsiteY94" fmla="*/ 1843769 h 1890443"/>
                  <a:gd name="connsiteX95" fmla="*/ 1966651 w 1997151"/>
                  <a:gd name="connsiteY95" fmla="*/ 1843581 h 1890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997151" h="1890443">
                    <a:moveTo>
                      <a:pt x="1966651" y="1843581"/>
                    </a:moveTo>
                    <a:cubicBezTo>
                      <a:pt x="1378867" y="1843581"/>
                      <a:pt x="791145" y="1843581"/>
                      <a:pt x="203362" y="1843581"/>
                    </a:cubicBezTo>
                    <a:cubicBezTo>
                      <a:pt x="195157" y="1843581"/>
                      <a:pt x="186890" y="1843706"/>
                      <a:pt x="178685" y="1843518"/>
                    </a:cubicBezTo>
                    <a:cubicBezTo>
                      <a:pt x="135032" y="1842516"/>
                      <a:pt x="108665" y="1816337"/>
                      <a:pt x="108038" y="1772370"/>
                    </a:cubicBezTo>
                    <a:cubicBezTo>
                      <a:pt x="107537" y="1736734"/>
                      <a:pt x="107851" y="1701097"/>
                      <a:pt x="108038" y="1665523"/>
                    </a:cubicBezTo>
                    <a:cubicBezTo>
                      <a:pt x="108038" y="1661014"/>
                      <a:pt x="109416" y="1656567"/>
                      <a:pt x="110356" y="1650617"/>
                    </a:cubicBezTo>
                    <a:cubicBezTo>
                      <a:pt x="122318" y="1650617"/>
                      <a:pt x="133216" y="1651056"/>
                      <a:pt x="144113" y="1650492"/>
                    </a:cubicBezTo>
                    <a:cubicBezTo>
                      <a:pt x="161211" y="1649615"/>
                      <a:pt x="171858" y="1639657"/>
                      <a:pt x="171170" y="1626004"/>
                    </a:cubicBezTo>
                    <a:cubicBezTo>
                      <a:pt x="170481" y="1612789"/>
                      <a:pt x="160710" y="1604897"/>
                      <a:pt x="144051" y="1604208"/>
                    </a:cubicBezTo>
                    <a:cubicBezTo>
                      <a:pt x="132652" y="1603770"/>
                      <a:pt x="121316" y="1603457"/>
                      <a:pt x="109041" y="1603081"/>
                    </a:cubicBezTo>
                    <a:cubicBezTo>
                      <a:pt x="109041" y="1522351"/>
                      <a:pt x="109041" y="1443938"/>
                      <a:pt x="109041" y="1364022"/>
                    </a:cubicBezTo>
                    <a:cubicBezTo>
                      <a:pt x="115992" y="1363458"/>
                      <a:pt x="121942" y="1362832"/>
                      <a:pt x="127892" y="1362456"/>
                    </a:cubicBezTo>
                    <a:cubicBezTo>
                      <a:pt x="135408" y="1362018"/>
                      <a:pt x="143049" y="1362644"/>
                      <a:pt x="150439" y="1361454"/>
                    </a:cubicBezTo>
                    <a:cubicBezTo>
                      <a:pt x="163779" y="1359325"/>
                      <a:pt x="172046" y="1349366"/>
                      <a:pt x="171295" y="1337655"/>
                    </a:cubicBezTo>
                    <a:cubicBezTo>
                      <a:pt x="170606" y="1326506"/>
                      <a:pt x="162464" y="1317863"/>
                      <a:pt x="150126" y="1316235"/>
                    </a:cubicBezTo>
                    <a:cubicBezTo>
                      <a:pt x="142673" y="1315296"/>
                      <a:pt x="135095" y="1315797"/>
                      <a:pt x="127579" y="1315358"/>
                    </a:cubicBezTo>
                    <a:cubicBezTo>
                      <a:pt x="121692" y="1314982"/>
                      <a:pt x="115804" y="1314168"/>
                      <a:pt x="110418" y="1313605"/>
                    </a:cubicBezTo>
                    <a:cubicBezTo>
                      <a:pt x="106159" y="1288239"/>
                      <a:pt x="107162" y="1103794"/>
                      <a:pt x="111483" y="1088449"/>
                    </a:cubicBezTo>
                    <a:cubicBezTo>
                      <a:pt x="116681" y="1088136"/>
                      <a:pt x="122067" y="1087760"/>
                      <a:pt x="127516" y="1087572"/>
                    </a:cubicBezTo>
                    <a:cubicBezTo>
                      <a:pt x="132965" y="1087385"/>
                      <a:pt x="138477" y="1087698"/>
                      <a:pt x="143926" y="1087447"/>
                    </a:cubicBezTo>
                    <a:cubicBezTo>
                      <a:pt x="161274" y="1086758"/>
                      <a:pt x="171921" y="1077426"/>
                      <a:pt x="171170" y="1063585"/>
                    </a:cubicBezTo>
                    <a:cubicBezTo>
                      <a:pt x="170606" y="1053627"/>
                      <a:pt x="163028" y="1040474"/>
                      <a:pt x="144364" y="1041226"/>
                    </a:cubicBezTo>
                    <a:cubicBezTo>
                      <a:pt x="132965" y="1041664"/>
                      <a:pt x="121567" y="1040725"/>
                      <a:pt x="109291" y="1040349"/>
                    </a:cubicBezTo>
                    <a:cubicBezTo>
                      <a:pt x="109291" y="968137"/>
                      <a:pt x="109291" y="897991"/>
                      <a:pt x="109291" y="825528"/>
                    </a:cubicBezTo>
                    <a:cubicBezTo>
                      <a:pt x="117997" y="825528"/>
                      <a:pt x="125324" y="825528"/>
                      <a:pt x="132652" y="825528"/>
                    </a:cubicBezTo>
                    <a:cubicBezTo>
                      <a:pt x="138790" y="825465"/>
                      <a:pt x="145053" y="825904"/>
                      <a:pt x="151128" y="825215"/>
                    </a:cubicBezTo>
                    <a:cubicBezTo>
                      <a:pt x="162025" y="823962"/>
                      <a:pt x="169980" y="815570"/>
                      <a:pt x="171170" y="805048"/>
                    </a:cubicBezTo>
                    <a:cubicBezTo>
                      <a:pt x="172360" y="794776"/>
                      <a:pt x="166159" y="784380"/>
                      <a:pt x="155575" y="781374"/>
                    </a:cubicBezTo>
                    <a:cubicBezTo>
                      <a:pt x="149124" y="779557"/>
                      <a:pt x="142109" y="779808"/>
                      <a:pt x="135283" y="779369"/>
                    </a:cubicBezTo>
                    <a:cubicBezTo>
                      <a:pt x="126702" y="778868"/>
                      <a:pt x="118059" y="778681"/>
                      <a:pt x="109103" y="778305"/>
                    </a:cubicBezTo>
                    <a:cubicBezTo>
                      <a:pt x="109103" y="703712"/>
                      <a:pt x="109103" y="631437"/>
                      <a:pt x="109103" y="558285"/>
                    </a:cubicBezTo>
                    <a:cubicBezTo>
                      <a:pt x="114802" y="557408"/>
                      <a:pt x="119374" y="556344"/>
                      <a:pt x="124009" y="556030"/>
                    </a:cubicBezTo>
                    <a:cubicBezTo>
                      <a:pt x="132903" y="555467"/>
                      <a:pt x="141859" y="556093"/>
                      <a:pt x="150689" y="554966"/>
                    </a:cubicBezTo>
                    <a:cubicBezTo>
                      <a:pt x="162965" y="553400"/>
                      <a:pt x="170919" y="544256"/>
                      <a:pt x="171232" y="533045"/>
                    </a:cubicBezTo>
                    <a:cubicBezTo>
                      <a:pt x="171545" y="521960"/>
                      <a:pt x="163842" y="512440"/>
                      <a:pt x="151692" y="510185"/>
                    </a:cubicBezTo>
                    <a:cubicBezTo>
                      <a:pt x="145053" y="508933"/>
                      <a:pt x="138038" y="509371"/>
                      <a:pt x="131274" y="508933"/>
                    </a:cubicBezTo>
                    <a:cubicBezTo>
                      <a:pt x="124072" y="508494"/>
                      <a:pt x="116807" y="507993"/>
                      <a:pt x="109228" y="507492"/>
                    </a:cubicBezTo>
                    <a:cubicBezTo>
                      <a:pt x="109228" y="433025"/>
                      <a:pt x="109228" y="360750"/>
                      <a:pt x="109228" y="287284"/>
                    </a:cubicBezTo>
                    <a:cubicBezTo>
                      <a:pt x="116431" y="286846"/>
                      <a:pt x="122443" y="286282"/>
                      <a:pt x="128456" y="286094"/>
                    </a:cubicBezTo>
                    <a:cubicBezTo>
                      <a:pt x="134593" y="285907"/>
                      <a:pt x="140794" y="286345"/>
                      <a:pt x="146932" y="285907"/>
                    </a:cubicBezTo>
                    <a:cubicBezTo>
                      <a:pt x="161525" y="284842"/>
                      <a:pt x="171044" y="275823"/>
                      <a:pt x="171420" y="263234"/>
                    </a:cubicBezTo>
                    <a:cubicBezTo>
                      <a:pt x="171796" y="250646"/>
                      <a:pt x="162401" y="241189"/>
                      <a:pt x="147809" y="240061"/>
                    </a:cubicBezTo>
                    <a:cubicBezTo>
                      <a:pt x="140293" y="239498"/>
                      <a:pt x="132715" y="240124"/>
                      <a:pt x="125199" y="239748"/>
                    </a:cubicBezTo>
                    <a:cubicBezTo>
                      <a:pt x="120001" y="239498"/>
                      <a:pt x="114802" y="238496"/>
                      <a:pt x="107537" y="237556"/>
                    </a:cubicBezTo>
                    <a:cubicBezTo>
                      <a:pt x="107537" y="157828"/>
                      <a:pt x="107537" y="79352"/>
                      <a:pt x="107537" y="0"/>
                    </a:cubicBezTo>
                    <a:cubicBezTo>
                      <a:pt x="91379" y="0"/>
                      <a:pt x="77600" y="0"/>
                      <a:pt x="61504" y="0"/>
                    </a:cubicBezTo>
                    <a:cubicBezTo>
                      <a:pt x="61504" y="21357"/>
                      <a:pt x="61504" y="41085"/>
                      <a:pt x="61504" y="60814"/>
                    </a:cubicBezTo>
                    <a:cubicBezTo>
                      <a:pt x="61504" y="80668"/>
                      <a:pt x="61504" y="100521"/>
                      <a:pt x="61504" y="120438"/>
                    </a:cubicBezTo>
                    <a:cubicBezTo>
                      <a:pt x="61504" y="140354"/>
                      <a:pt x="61755" y="160145"/>
                      <a:pt x="61441" y="180062"/>
                    </a:cubicBezTo>
                    <a:cubicBezTo>
                      <a:pt x="61128" y="199602"/>
                      <a:pt x="62944" y="219268"/>
                      <a:pt x="60001" y="239936"/>
                    </a:cubicBezTo>
                    <a:cubicBezTo>
                      <a:pt x="47663" y="239936"/>
                      <a:pt x="37392" y="239435"/>
                      <a:pt x="27246" y="240124"/>
                    </a:cubicBezTo>
                    <a:cubicBezTo>
                      <a:pt x="21296" y="240562"/>
                      <a:pt x="14782" y="241690"/>
                      <a:pt x="9834" y="244696"/>
                    </a:cubicBezTo>
                    <a:cubicBezTo>
                      <a:pt x="1567" y="249706"/>
                      <a:pt x="-1565" y="258099"/>
                      <a:pt x="753" y="267869"/>
                    </a:cubicBezTo>
                    <a:cubicBezTo>
                      <a:pt x="3195" y="278203"/>
                      <a:pt x="11087" y="285092"/>
                      <a:pt x="22987" y="285781"/>
                    </a:cubicBezTo>
                    <a:cubicBezTo>
                      <a:pt x="35074" y="286470"/>
                      <a:pt x="47225" y="285969"/>
                      <a:pt x="58686" y="285969"/>
                    </a:cubicBezTo>
                    <a:cubicBezTo>
                      <a:pt x="63133" y="311648"/>
                      <a:pt x="62318" y="492336"/>
                      <a:pt x="57997" y="508056"/>
                    </a:cubicBezTo>
                    <a:cubicBezTo>
                      <a:pt x="52861" y="508369"/>
                      <a:pt x="47475" y="508807"/>
                      <a:pt x="42026" y="508995"/>
                    </a:cubicBezTo>
                    <a:cubicBezTo>
                      <a:pt x="36577" y="509183"/>
                      <a:pt x="31066" y="508807"/>
                      <a:pt x="25617" y="509308"/>
                    </a:cubicBezTo>
                    <a:cubicBezTo>
                      <a:pt x="9834" y="510749"/>
                      <a:pt x="-312" y="520456"/>
                      <a:pt x="127" y="533358"/>
                    </a:cubicBezTo>
                    <a:cubicBezTo>
                      <a:pt x="565" y="545696"/>
                      <a:pt x="9897" y="554277"/>
                      <a:pt x="25053" y="555655"/>
                    </a:cubicBezTo>
                    <a:cubicBezTo>
                      <a:pt x="31191" y="556218"/>
                      <a:pt x="37392" y="555717"/>
                      <a:pt x="43529" y="556156"/>
                    </a:cubicBezTo>
                    <a:cubicBezTo>
                      <a:pt x="48790" y="556469"/>
                      <a:pt x="54051" y="557346"/>
                      <a:pt x="60001" y="558097"/>
                    </a:cubicBezTo>
                    <a:cubicBezTo>
                      <a:pt x="60001" y="632063"/>
                      <a:pt x="60001" y="704902"/>
                      <a:pt x="60001" y="779808"/>
                    </a:cubicBezTo>
                    <a:cubicBezTo>
                      <a:pt x="46285" y="779808"/>
                      <a:pt x="34009" y="779056"/>
                      <a:pt x="21922" y="779996"/>
                    </a:cubicBezTo>
                    <a:cubicBezTo>
                      <a:pt x="10210" y="780935"/>
                      <a:pt x="2194" y="788827"/>
                      <a:pt x="314" y="798847"/>
                    </a:cubicBezTo>
                    <a:cubicBezTo>
                      <a:pt x="-1314" y="807741"/>
                      <a:pt x="3759" y="819140"/>
                      <a:pt x="12402" y="822897"/>
                    </a:cubicBezTo>
                    <a:cubicBezTo>
                      <a:pt x="17225" y="824964"/>
                      <a:pt x="22924" y="825277"/>
                      <a:pt x="28310" y="825590"/>
                    </a:cubicBezTo>
                    <a:cubicBezTo>
                      <a:pt x="38957" y="826154"/>
                      <a:pt x="49605" y="826154"/>
                      <a:pt x="59813" y="826405"/>
                    </a:cubicBezTo>
                    <a:cubicBezTo>
                      <a:pt x="63696" y="862668"/>
                      <a:pt x="62193" y="1025005"/>
                      <a:pt x="57684" y="1041602"/>
                    </a:cubicBezTo>
                    <a:cubicBezTo>
                      <a:pt x="47412" y="1041602"/>
                      <a:pt x="36452" y="1040850"/>
                      <a:pt x="25743" y="1041915"/>
                    </a:cubicBezTo>
                    <a:cubicBezTo>
                      <a:pt x="19354" y="1042541"/>
                      <a:pt x="12089" y="1044733"/>
                      <a:pt x="7267" y="1048679"/>
                    </a:cubicBezTo>
                    <a:cubicBezTo>
                      <a:pt x="690" y="1054003"/>
                      <a:pt x="-1815" y="1062207"/>
                      <a:pt x="1442" y="1071038"/>
                    </a:cubicBezTo>
                    <a:cubicBezTo>
                      <a:pt x="5137" y="1080996"/>
                      <a:pt x="12152" y="1087009"/>
                      <a:pt x="22861" y="1087447"/>
                    </a:cubicBezTo>
                    <a:cubicBezTo>
                      <a:pt x="34949" y="1087886"/>
                      <a:pt x="47099" y="1087572"/>
                      <a:pt x="60126" y="1087572"/>
                    </a:cubicBezTo>
                    <a:cubicBezTo>
                      <a:pt x="60126" y="1164607"/>
                      <a:pt x="60126" y="1238887"/>
                      <a:pt x="60126" y="1313980"/>
                    </a:cubicBezTo>
                    <a:cubicBezTo>
                      <a:pt x="53488" y="1314607"/>
                      <a:pt x="48164" y="1315296"/>
                      <a:pt x="42778" y="1315609"/>
                    </a:cubicBezTo>
                    <a:cubicBezTo>
                      <a:pt x="36640" y="1315922"/>
                      <a:pt x="30440" y="1315546"/>
                      <a:pt x="24302" y="1316110"/>
                    </a:cubicBezTo>
                    <a:cubicBezTo>
                      <a:pt x="9521" y="1317550"/>
                      <a:pt x="189" y="1326506"/>
                      <a:pt x="1" y="1338907"/>
                    </a:cubicBezTo>
                    <a:cubicBezTo>
                      <a:pt x="-124" y="1351183"/>
                      <a:pt x="9145" y="1360389"/>
                      <a:pt x="23989" y="1362206"/>
                    </a:cubicBezTo>
                    <a:cubicBezTo>
                      <a:pt x="28060" y="1362707"/>
                      <a:pt x="32193" y="1362456"/>
                      <a:pt x="36327" y="1362644"/>
                    </a:cubicBezTo>
                    <a:cubicBezTo>
                      <a:pt x="44218" y="1363020"/>
                      <a:pt x="52110" y="1363458"/>
                      <a:pt x="60377" y="1363959"/>
                    </a:cubicBezTo>
                    <a:cubicBezTo>
                      <a:pt x="60377" y="1444815"/>
                      <a:pt x="60377" y="1523290"/>
                      <a:pt x="60377" y="1604709"/>
                    </a:cubicBezTo>
                    <a:cubicBezTo>
                      <a:pt x="46473" y="1604709"/>
                      <a:pt x="33571" y="1604021"/>
                      <a:pt x="20795" y="1604897"/>
                    </a:cubicBezTo>
                    <a:cubicBezTo>
                      <a:pt x="9834" y="1605649"/>
                      <a:pt x="1755" y="1614354"/>
                      <a:pt x="314" y="1624688"/>
                    </a:cubicBezTo>
                    <a:cubicBezTo>
                      <a:pt x="-1001" y="1634396"/>
                      <a:pt x="5513" y="1645231"/>
                      <a:pt x="15972" y="1648425"/>
                    </a:cubicBezTo>
                    <a:cubicBezTo>
                      <a:pt x="22360" y="1650367"/>
                      <a:pt x="29375" y="1650367"/>
                      <a:pt x="36202" y="1650805"/>
                    </a:cubicBezTo>
                    <a:cubicBezTo>
                      <a:pt x="44093" y="1651369"/>
                      <a:pt x="52047" y="1651557"/>
                      <a:pt x="61567" y="1651933"/>
                    </a:cubicBezTo>
                    <a:cubicBezTo>
                      <a:pt x="61567" y="1661578"/>
                      <a:pt x="61567" y="1669031"/>
                      <a:pt x="61567" y="1676421"/>
                    </a:cubicBezTo>
                    <a:cubicBezTo>
                      <a:pt x="61567" y="1709991"/>
                      <a:pt x="61066" y="1743560"/>
                      <a:pt x="61755" y="1777130"/>
                    </a:cubicBezTo>
                    <a:cubicBezTo>
                      <a:pt x="62757" y="1827297"/>
                      <a:pt x="92256" y="1869134"/>
                      <a:pt x="137788" y="1883413"/>
                    </a:cubicBezTo>
                    <a:cubicBezTo>
                      <a:pt x="152506" y="1888048"/>
                      <a:pt x="168664" y="1889927"/>
                      <a:pt x="184197" y="1890052"/>
                    </a:cubicBezTo>
                    <a:cubicBezTo>
                      <a:pt x="262985" y="1890679"/>
                      <a:pt x="341774" y="1890366"/>
                      <a:pt x="420500" y="1890366"/>
                    </a:cubicBezTo>
                    <a:cubicBezTo>
                      <a:pt x="936322" y="1890366"/>
                      <a:pt x="1452144" y="1890366"/>
                      <a:pt x="1967966" y="1890366"/>
                    </a:cubicBezTo>
                    <a:cubicBezTo>
                      <a:pt x="1977297" y="1890366"/>
                      <a:pt x="1986692" y="1890366"/>
                      <a:pt x="1997151" y="1890366"/>
                    </a:cubicBezTo>
                    <a:cubicBezTo>
                      <a:pt x="1997151" y="1874019"/>
                      <a:pt x="1997151" y="1860616"/>
                      <a:pt x="1997151" y="1843769"/>
                    </a:cubicBezTo>
                    <a:cubicBezTo>
                      <a:pt x="1985627" y="1843581"/>
                      <a:pt x="1976170" y="1843581"/>
                      <a:pt x="1966651" y="1843581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图形 4"/>
            <p:cNvGrpSpPr/>
            <p:nvPr/>
          </p:nvGrpSpPr>
          <p:grpSpPr>
            <a:xfrm>
              <a:off x="11230320" y="409978"/>
              <a:ext cx="281024" cy="298706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3378200" y="1544507"/>
            <a:ext cx="5372100" cy="706755"/>
            <a:chOff x="3378200" y="1544507"/>
            <a:chExt cx="5372100" cy="706755"/>
          </a:xfrm>
        </p:grpSpPr>
        <p:sp>
          <p:nvSpPr>
            <p:cNvPr id="20" name="文本框 19"/>
            <p:cNvSpPr txBox="1"/>
            <p:nvPr/>
          </p:nvSpPr>
          <p:spPr>
            <a:xfrm>
              <a:off x="4718050" y="1544507"/>
              <a:ext cx="2755900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项目组</a:t>
              </a:r>
              <a:r>
                <a:rPr lang="en-US" altLang="zh-CN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9</a:t>
              </a:r>
              <a:endParaRPr lang="en-US" altLang="zh-CN" sz="4000" spc="300" dirty="0">
                <a:solidFill>
                  <a:schemeClr val="accent5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33782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2009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2269781" y="2711110"/>
            <a:ext cx="765243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accent5">
                    <a:lumMod val="75000"/>
                  </a:schemeClr>
                </a:solidFill>
              </a:rPr>
              <a:t>在线购物系统</a:t>
            </a:r>
            <a:endParaRPr lang="zh-CN" altLang="en-US" sz="4800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zh-CN" altLang="en-US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580505" y="3584791"/>
            <a:ext cx="7030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600" dirty="0"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ANNUAL BUSINESS REPORT POWPOINT</a:t>
            </a:r>
            <a:endParaRPr lang="en-US" altLang="zh-CN" sz="1200" spc="600" dirty="0">
              <a:latin typeface="汉仪雅酷黑 45W" panose="020B0404020202020204" pitchFamily="34" charset="-122"/>
              <a:ea typeface="汉仪雅酷黑 45W" panose="020B0404020202020204" pitchFamily="34" charset="-122"/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509008" y="4870580"/>
            <a:ext cx="5241290" cy="885825"/>
            <a:chOff x="1617469" y="5336200"/>
            <a:chExt cx="5241290" cy="885825"/>
          </a:xfrm>
        </p:grpSpPr>
        <p:grpSp>
          <p:nvGrpSpPr>
            <p:cNvPr id="32" name="组合 31"/>
            <p:cNvGrpSpPr/>
            <p:nvPr/>
          </p:nvGrpSpPr>
          <p:grpSpPr>
            <a:xfrm>
              <a:off x="1617469" y="5336200"/>
              <a:ext cx="5241290" cy="361950"/>
              <a:chOff x="1752060" y="4029914"/>
              <a:chExt cx="5241290" cy="361950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1752060" y="4029914"/>
                <a:ext cx="2533649" cy="361950"/>
                <a:chOff x="1628775" y="4029914"/>
                <a:chExt cx="2676524" cy="361950"/>
              </a:xfrm>
            </p:grpSpPr>
            <p:sp>
              <p:nvSpPr>
                <p:cNvPr id="46" name="矩形: 圆角 45"/>
                <p:cNvSpPr/>
                <p:nvPr/>
              </p:nvSpPr>
              <p:spPr>
                <a:xfrm>
                  <a:off x="1793754" y="4029914"/>
                  <a:ext cx="2511545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矩形: 圆角 46"/>
                <p:cNvSpPr/>
                <p:nvPr/>
              </p:nvSpPr>
              <p:spPr>
                <a:xfrm>
                  <a:off x="1628775" y="4029914"/>
                  <a:ext cx="552450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2" name="图形 4"/>
              <p:cNvGrpSpPr/>
              <p:nvPr/>
            </p:nvGrpSpPr>
            <p:grpSpPr>
              <a:xfrm>
                <a:off x="1905000" y="4075560"/>
                <a:ext cx="201061" cy="270657"/>
                <a:chOff x="6272974" y="1642396"/>
                <a:chExt cx="247650" cy="333373"/>
              </a:xfrm>
              <a:solidFill>
                <a:schemeClr val="bg1"/>
              </a:solidFill>
            </p:grpSpPr>
            <p:sp>
              <p:nvSpPr>
                <p:cNvPr id="44" name="任意多边形: 形状 43"/>
                <p:cNvSpPr/>
                <p:nvPr/>
              </p:nvSpPr>
              <p:spPr>
                <a:xfrm rot="-1356795">
                  <a:off x="6329931" y="1662936"/>
                  <a:ext cx="133537" cy="133537"/>
                </a:xfrm>
                <a:custGeom>
                  <a:avLst/>
                  <a:gdLst>
                    <a:gd name="connsiteX0" fmla="*/ 133537 w 133537"/>
                    <a:gd name="connsiteY0" fmla="*/ 66769 h 133537"/>
                    <a:gd name="connsiteX1" fmla="*/ 66769 w 133537"/>
                    <a:gd name="connsiteY1" fmla="*/ 133537 h 133537"/>
                    <a:gd name="connsiteX2" fmla="*/ 0 w 133537"/>
                    <a:gd name="connsiteY2" fmla="*/ 66769 h 133537"/>
                    <a:gd name="connsiteX3" fmla="*/ 66769 w 133537"/>
                    <a:gd name="connsiteY3" fmla="*/ 0 h 133537"/>
                    <a:gd name="connsiteX4" fmla="*/ 133537 w 133537"/>
                    <a:gd name="connsiteY4" fmla="*/ 66769 h 133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537" h="133537">
                      <a:moveTo>
                        <a:pt x="133537" y="66769"/>
                      </a:moveTo>
                      <a:cubicBezTo>
                        <a:pt x="133537" y="103644"/>
                        <a:pt x="103644" y="133537"/>
                        <a:pt x="66769" y="133537"/>
                      </a:cubicBezTo>
                      <a:cubicBezTo>
                        <a:pt x="29893" y="133537"/>
                        <a:pt x="0" y="103644"/>
                        <a:pt x="0" y="66769"/>
                      </a:cubicBezTo>
                      <a:cubicBezTo>
                        <a:pt x="0" y="29893"/>
                        <a:pt x="29893" y="0"/>
                        <a:pt x="66769" y="0"/>
                      </a:cubicBezTo>
                      <a:cubicBezTo>
                        <a:pt x="103644" y="0"/>
                        <a:pt x="133537" y="29893"/>
                        <a:pt x="133537" y="6676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任意多边形: 形状 44"/>
                <p:cNvSpPr/>
                <p:nvPr/>
              </p:nvSpPr>
              <p:spPr>
                <a:xfrm>
                  <a:off x="6272974" y="1819465"/>
                  <a:ext cx="247650" cy="156305"/>
                </a:xfrm>
                <a:custGeom>
                  <a:avLst/>
                  <a:gdLst>
                    <a:gd name="connsiteX0" fmla="*/ 123825 w 247650"/>
                    <a:gd name="connsiteY0" fmla="*/ 0 h 156305"/>
                    <a:gd name="connsiteX1" fmla="*/ 123825 w 247650"/>
                    <a:gd name="connsiteY1" fmla="*/ 0 h 156305"/>
                    <a:gd name="connsiteX2" fmla="*/ 0 w 247650"/>
                    <a:gd name="connsiteY2" fmla="*/ 123825 h 156305"/>
                    <a:gd name="connsiteX3" fmla="*/ 0 w 247650"/>
                    <a:gd name="connsiteY3" fmla="*/ 123825 h 156305"/>
                    <a:gd name="connsiteX4" fmla="*/ 32480 w 247650"/>
                    <a:gd name="connsiteY4" fmla="*/ 156305 h 156305"/>
                    <a:gd name="connsiteX5" fmla="*/ 215170 w 247650"/>
                    <a:gd name="connsiteY5" fmla="*/ 156305 h 156305"/>
                    <a:gd name="connsiteX6" fmla="*/ 247650 w 247650"/>
                    <a:gd name="connsiteY6" fmla="*/ 123825 h 156305"/>
                    <a:gd name="connsiteX7" fmla="*/ 247650 w 247650"/>
                    <a:gd name="connsiteY7" fmla="*/ 123825 h 156305"/>
                    <a:gd name="connsiteX8" fmla="*/ 123825 w 247650"/>
                    <a:gd name="connsiteY8" fmla="*/ 0 h 156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7650" h="156305">
                      <a:moveTo>
                        <a:pt x="123825" y="0"/>
                      </a:moveTo>
                      <a:lnTo>
                        <a:pt x="123825" y="0"/>
                      </a:lnTo>
                      <a:cubicBezTo>
                        <a:pt x="55436" y="0"/>
                        <a:pt x="0" y="55435"/>
                        <a:pt x="0" y="123825"/>
                      </a:cubicBezTo>
                      <a:lnTo>
                        <a:pt x="0" y="123825"/>
                      </a:lnTo>
                      <a:cubicBezTo>
                        <a:pt x="0" y="141732"/>
                        <a:pt x="14573" y="156305"/>
                        <a:pt x="32480" y="156305"/>
                      </a:cubicBezTo>
                      <a:lnTo>
                        <a:pt x="215170" y="156305"/>
                      </a:lnTo>
                      <a:cubicBezTo>
                        <a:pt x="233077" y="156305"/>
                        <a:pt x="247650" y="141732"/>
                        <a:pt x="247650" y="123825"/>
                      </a:cubicBezTo>
                      <a:lnTo>
                        <a:pt x="247650" y="123825"/>
                      </a:lnTo>
                      <a:cubicBezTo>
                        <a:pt x="247650" y="55435"/>
                        <a:pt x="192215" y="0"/>
                        <a:pt x="1238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3" name="文本框 42"/>
              <p:cNvSpPr txBox="1"/>
              <p:nvPr/>
            </p:nvSpPr>
            <p:spPr>
              <a:xfrm>
                <a:off x="2427700" y="4063569"/>
                <a:ext cx="4565650" cy="30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spc="300" dirty="0">
                    <a:cs typeface="+mn-ea"/>
                    <a:sym typeface="+mn-lt"/>
                  </a:rPr>
                  <a:t>卢思晨，郭子涵，周育民，吴顺宝，缪茂锦</a:t>
                </a:r>
                <a:endParaRPr lang="zh-CN" altLang="en-US" sz="1400" spc="3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617469" y="5860075"/>
              <a:ext cx="2533649" cy="361950"/>
              <a:chOff x="1752060" y="4029914"/>
              <a:chExt cx="2533649" cy="361950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1752060" y="4029914"/>
                <a:ext cx="2533649" cy="361950"/>
                <a:chOff x="1628775" y="4029914"/>
                <a:chExt cx="2676524" cy="361950"/>
              </a:xfrm>
            </p:grpSpPr>
            <p:sp>
              <p:nvSpPr>
                <p:cNvPr id="39" name="矩形: 圆角 38"/>
                <p:cNvSpPr/>
                <p:nvPr/>
              </p:nvSpPr>
              <p:spPr>
                <a:xfrm>
                  <a:off x="1793754" y="4029914"/>
                  <a:ext cx="2511545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矩形: 圆角 39"/>
                <p:cNvSpPr/>
                <p:nvPr/>
              </p:nvSpPr>
              <p:spPr>
                <a:xfrm>
                  <a:off x="1628775" y="4029914"/>
                  <a:ext cx="552450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8" name="文本框 37"/>
              <p:cNvSpPr txBox="1"/>
              <p:nvPr/>
            </p:nvSpPr>
            <p:spPr>
              <a:xfrm>
                <a:off x="2427960" y="4063438"/>
                <a:ext cx="1673290" cy="30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spc="300" dirty="0">
                    <a:cs typeface="+mn-ea"/>
                    <a:sym typeface="+mn-lt"/>
                  </a:rPr>
                  <a:t>2026.10.29</a:t>
                </a:r>
                <a:endParaRPr lang="zh-CN" altLang="en-US" sz="1400" spc="3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图形 4"/>
            <p:cNvGrpSpPr/>
            <p:nvPr/>
          </p:nvGrpSpPr>
          <p:grpSpPr>
            <a:xfrm>
              <a:off x="1782635" y="5909289"/>
              <a:ext cx="203609" cy="263521"/>
              <a:chOff x="6282499" y="4249863"/>
              <a:chExt cx="228695" cy="295989"/>
            </a:xfrm>
            <a:solidFill>
              <a:schemeClr val="bg1"/>
            </a:solidFill>
          </p:grpSpPr>
          <p:sp>
            <p:nvSpPr>
              <p:cNvPr id="35" name="任意多边形: 形状 34"/>
              <p:cNvSpPr/>
              <p:nvPr/>
            </p:nvSpPr>
            <p:spPr>
              <a:xfrm>
                <a:off x="6362700" y="4324539"/>
                <a:ext cx="68199" cy="68199"/>
              </a:xfrm>
              <a:custGeom>
                <a:avLst/>
                <a:gdLst>
                  <a:gd name="connsiteX0" fmla="*/ 34099 w 68199"/>
                  <a:gd name="connsiteY0" fmla="*/ 0 h 68199"/>
                  <a:gd name="connsiteX1" fmla="*/ 0 w 68199"/>
                  <a:gd name="connsiteY1" fmla="*/ 34100 h 68199"/>
                  <a:gd name="connsiteX2" fmla="*/ 34099 w 68199"/>
                  <a:gd name="connsiteY2" fmla="*/ 68199 h 68199"/>
                  <a:gd name="connsiteX3" fmla="*/ 68199 w 68199"/>
                  <a:gd name="connsiteY3" fmla="*/ 34100 h 68199"/>
                  <a:gd name="connsiteX4" fmla="*/ 34099 w 68199"/>
                  <a:gd name="connsiteY4" fmla="*/ 0 h 68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199" h="68199">
                    <a:moveTo>
                      <a:pt x="34099" y="0"/>
                    </a:moveTo>
                    <a:cubicBezTo>
                      <a:pt x="15335" y="0"/>
                      <a:pt x="0" y="15240"/>
                      <a:pt x="0" y="34100"/>
                    </a:cubicBezTo>
                    <a:cubicBezTo>
                      <a:pt x="0" y="52864"/>
                      <a:pt x="15240" y="68199"/>
                      <a:pt x="34099" y="68199"/>
                    </a:cubicBezTo>
                    <a:cubicBezTo>
                      <a:pt x="52864" y="68199"/>
                      <a:pt x="68199" y="52959"/>
                      <a:pt x="68199" y="34100"/>
                    </a:cubicBezTo>
                    <a:cubicBezTo>
                      <a:pt x="68199" y="15335"/>
                      <a:pt x="52959" y="0"/>
                      <a:pt x="34099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6282499" y="4249863"/>
                <a:ext cx="228695" cy="295989"/>
              </a:xfrm>
              <a:custGeom>
                <a:avLst/>
                <a:gdLst>
                  <a:gd name="connsiteX0" fmla="*/ 114300 w 228695"/>
                  <a:gd name="connsiteY0" fmla="*/ 0 h 295989"/>
                  <a:gd name="connsiteX1" fmla="*/ 0 w 228695"/>
                  <a:gd name="connsiteY1" fmla="*/ 114300 h 295989"/>
                  <a:gd name="connsiteX2" fmla="*/ 107633 w 228695"/>
                  <a:gd name="connsiteY2" fmla="*/ 292989 h 295989"/>
                  <a:gd name="connsiteX3" fmla="*/ 121063 w 228695"/>
                  <a:gd name="connsiteY3" fmla="*/ 292989 h 295989"/>
                  <a:gd name="connsiteX4" fmla="*/ 228695 w 228695"/>
                  <a:gd name="connsiteY4" fmla="*/ 114300 h 295989"/>
                  <a:gd name="connsiteX5" fmla="*/ 114300 w 228695"/>
                  <a:gd name="connsiteY5" fmla="*/ 0 h 295989"/>
                  <a:gd name="connsiteX6" fmla="*/ 114300 w 228695"/>
                  <a:gd name="connsiteY6" fmla="*/ 165259 h 295989"/>
                  <a:gd name="connsiteX7" fmla="*/ 57817 w 228695"/>
                  <a:gd name="connsiteY7" fmla="*/ 108776 h 295989"/>
                  <a:gd name="connsiteX8" fmla="*/ 114300 w 228695"/>
                  <a:gd name="connsiteY8" fmla="*/ 52292 h 295989"/>
                  <a:gd name="connsiteX9" fmla="*/ 170783 w 228695"/>
                  <a:gd name="connsiteY9" fmla="*/ 108776 h 295989"/>
                  <a:gd name="connsiteX10" fmla="*/ 114300 w 228695"/>
                  <a:gd name="connsiteY10" fmla="*/ 165259 h 295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8695" h="295989">
                    <a:moveTo>
                      <a:pt x="114300" y="0"/>
                    </a:moveTo>
                    <a:cubicBezTo>
                      <a:pt x="51149" y="0"/>
                      <a:pt x="0" y="51149"/>
                      <a:pt x="0" y="114300"/>
                    </a:cubicBezTo>
                    <a:cubicBezTo>
                      <a:pt x="0" y="168116"/>
                      <a:pt x="83058" y="265462"/>
                      <a:pt x="107633" y="292989"/>
                    </a:cubicBezTo>
                    <a:cubicBezTo>
                      <a:pt x="111252" y="296989"/>
                      <a:pt x="117443" y="296989"/>
                      <a:pt x="121063" y="292989"/>
                    </a:cubicBezTo>
                    <a:cubicBezTo>
                      <a:pt x="145542" y="265462"/>
                      <a:pt x="228695" y="168116"/>
                      <a:pt x="228695" y="114300"/>
                    </a:cubicBezTo>
                    <a:cubicBezTo>
                      <a:pt x="228600" y="51149"/>
                      <a:pt x="177451" y="0"/>
                      <a:pt x="114300" y="0"/>
                    </a:cubicBezTo>
                    <a:close/>
                    <a:moveTo>
                      <a:pt x="114300" y="165259"/>
                    </a:moveTo>
                    <a:cubicBezTo>
                      <a:pt x="83153" y="165259"/>
                      <a:pt x="57817" y="139922"/>
                      <a:pt x="57817" y="108776"/>
                    </a:cubicBezTo>
                    <a:cubicBezTo>
                      <a:pt x="57817" y="77629"/>
                      <a:pt x="83153" y="52292"/>
                      <a:pt x="114300" y="52292"/>
                    </a:cubicBezTo>
                    <a:cubicBezTo>
                      <a:pt x="145447" y="52292"/>
                      <a:pt x="170783" y="77629"/>
                      <a:pt x="170783" y="108776"/>
                    </a:cubicBezTo>
                    <a:cubicBezTo>
                      <a:pt x="170879" y="139922"/>
                      <a:pt x="145542" y="165259"/>
                      <a:pt x="114300" y="1652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6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矩形: 圆角 47"/>
          <p:cNvSpPr/>
          <p:nvPr/>
        </p:nvSpPr>
        <p:spPr>
          <a:xfrm>
            <a:off x="3378200" y="4049913"/>
            <a:ext cx="5452320" cy="36195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文本框 52"/>
          <p:cNvSpPr txBox="1"/>
          <p:nvPr/>
        </p:nvSpPr>
        <p:spPr>
          <a:xfrm>
            <a:off x="3389084" y="4094778"/>
            <a:ext cx="5413829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第 </a:t>
            </a:r>
            <a:r>
              <a:rPr lang="en-US" altLang="zh-CN" sz="14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2</a:t>
            </a:r>
            <a:r>
              <a:rPr lang="zh-CN" altLang="en-US" sz="14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 次阶段性评审</a:t>
            </a:r>
            <a:endParaRPr lang="zh-CN" altLang="en-US" sz="1400" spc="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雅酷黑 45W" panose="020B0404020202020204" pitchFamily="34" charset="-122"/>
              <a:ea typeface="汉仪雅酷黑 45W" panose="020B0404020202020204" pitchFamily="34" charset="-122"/>
              <a:cs typeface="+mn-ea"/>
              <a:sym typeface="+mn-lt"/>
            </a:endParaRPr>
          </a:p>
        </p:txBody>
      </p:sp>
      <p:grpSp>
        <p:nvGrpSpPr>
          <p:cNvPr id="49" name="图形 156"/>
          <p:cNvGrpSpPr/>
          <p:nvPr/>
        </p:nvGrpSpPr>
        <p:grpSpPr>
          <a:xfrm>
            <a:off x="2269781" y="2995470"/>
            <a:ext cx="505213" cy="713525"/>
            <a:chOff x="4737497" y="1518591"/>
            <a:chExt cx="2691442" cy="3801191"/>
          </a:xfrm>
        </p:grpSpPr>
        <p:sp>
          <p:nvSpPr>
            <p:cNvPr id="50" name="任意多边形: 形状 49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noFill/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rgbClr val="0573E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357168"/>
            <a:ext cx="12192000" cy="4500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: 圆角 154"/>
          <p:cNvSpPr/>
          <p:nvPr>
            <p:custDataLst>
              <p:tags r:id="rId1"/>
            </p:custDataLst>
          </p:nvPr>
        </p:nvSpPr>
        <p:spPr>
          <a:xfrm>
            <a:off x="1251817" y="2937747"/>
            <a:ext cx="4704752" cy="1253765"/>
          </a:xfrm>
          <a:prstGeom prst="roundRect">
            <a:avLst>
              <a:gd name="adj" fmla="val 11404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919821" y="680041"/>
            <a:ext cx="2352353" cy="497128"/>
            <a:chOff x="9271922" y="328372"/>
            <a:chExt cx="2352353" cy="497128"/>
          </a:xfrm>
        </p:grpSpPr>
        <p:grpSp>
          <p:nvGrpSpPr>
            <p:cNvPr id="6" name="组合 5"/>
            <p:cNvGrpSpPr/>
            <p:nvPr/>
          </p:nvGrpSpPr>
          <p:grpSpPr>
            <a:xfrm>
              <a:off x="9271922" y="328372"/>
              <a:ext cx="2352353" cy="497128"/>
              <a:chOff x="9753600" y="368300"/>
              <a:chExt cx="1502375" cy="31750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9753600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0346038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0938475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" name="任意多边形: 形状 6"/>
            <p:cNvSpPr/>
            <p:nvPr/>
          </p:nvSpPr>
          <p:spPr>
            <a:xfrm>
              <a:off x="9364766" y="430942"/>
              <a:ext cx="297524" cy="297484"/>
            </a:xfrm>
            <a:custGeom>
              <a:avLst/>
              <a:gdLst>
                <a:gd name="connsiteX0" fmla="*/ 1 w 2072432"/>
                <a:gd name="connsiteY0" fmla="*/ 1035792 h 2072153"/>
                <a:gd name="connsiteX1" fmla="*/ 1040914 w 2072432"/>
                <a:gd name="connsiteY1" fmla="*/ 15 h 2072153"/>
                <a:gd name="connsiteX2" fmla="*/ 2072432 w 2072432"/>
                <a:gd name="connsiteY2" fmla="*/ 1037483 h 2072153"/>
                <a:gd name="connsiteX3" fmla="*/ 1042292 w 2072432"/>
                <a:gd name="connsiteY3" fmla="*/ 2072133 h 2072153"/>
                <a:gd name="connsiteX4" fmla="*/ 1 w 2072432"/>
                <a:gd name="connsiteY4" fmla="*/ 1035792 h 2072153"/>
                <a:gd name="connsiteX5" fmla="*/ 1303585 w 2072432"/>
                <a:gd name="connsiteY5" fmla="*/ 1981132 h 2072153"/>
                <a:gd name="connsiteX6" fmla="*/ 1337217 w 2072432"/>
                <a:gd name="connsiteY6" fmla="*/ 1974806 h 2072153"/>
                <a:gd name="connsiteX7" fmla="*/ 1874396 w 2072432"/>
                <a:gd name="connsiteY7" fmla="*/ 1554620 h 2072153"/>
                <a:gd name="connsiteX8" fmla="*/ 1881974 w 2072432"/>
                <a:gd name="connsiteY8" fmla="*/ 1539088 h 2072153"/>
                <a:gd name="connsiteX9" fmla="*/ 1554982 w 2072432"/>
                <a:gd name="connsiteY9" fmla="*/ 1539088 h 2072153"/>
                <a:gd name="connsiteX10" fmla="*/ 1547655 w 2072432"/>
                <a:gd name="connsiteY10" fmla="*/ 1565330 h 2072153"/>
                <a:gd name="connsiteX11" fmla="*/ 1463730 w 2072432"/>
                <a:gd name="connsiteY11" fmla="*/ 1783346 h 2072153"/>
                <a:gd name="connsiteX12" fmla="*/ 1303585 w 2072432"/>
                <a:gd name="connsiteY12" fmla="*/ 1981633 h 2072153"/>
                <a:gd name="connsiteX13" fmla="*/ 1303898 w 2072432"/>
                <a:gd name="connsiteY13" fmla="*/ 1982447 h 2072153"/>
                <a:gd name="connsiteX14" fmla="*/ 1303585 w 2072432"/>
                <a:gd name="connsiteY14" fmla="*/ 1981132 h 2072153"/>
                <a:gd name="connsiteX15" fmla="*/ 802920 w 2072432"/>
                <a:gd name="connsiteY15" fmla="*/ 79493 h 2072153"/>
                <a:gd name="connsiteX16" fmla="*/ 782815 w 2072432"/>
                <a:gd name="connsiteY16" fmla="*/ 83063 h 2072153"/>
                <a:gd name="connsiteX17" fmla="*/ 195157 w 2072432"/>
                <a:gd name="connsiteY17" fmla="*/ 522351 h 2072153"/>
                <a:gd name="connsiteX18" fmla="*/ 190397 w 2072432"/>
                <a:gd name="connsiteY18" fmla="*/ 533812 h 2072153"/>
                <a:gd name="connsiteX19" fmla="*/ 541251 w 2072432"/>
                <a:gd name="connsiteY19" fmla="*/ 533812 h 2072153"/>
                <a:gd name="connsiteX20" fmla="*/ 547138 w 2072432"/>
                <a:gd name="connsiteY20" fmla="*/ 513645 h 2072153"/>
                <a:gd name="connsiteX21" fmla="*/ 610645 w 2072432"/>
                <a:gd name="connsiteY21" fmla="*/ 333834 h 2072153"/>
                <a:gd name="connsiteX22" fmla="*/ 796844 w 2072432"/>
                <a:gd name="connsiteY22" fmla="*/ 86946 h 2072153"/>
                <a:gd name="connsiteX23" fmla="*/ 802606 w 2072432"/>
                <a:gd name="connsiteY23" fmla="*/ 79180 h 2072153"/>
                <a:gd name="connsiteX24" fmla="*/ 805174 w 2072432"/>
                <a:gd name="connsiteY24" fmla="*/ 77489 h 2072153"/>
                <a:gd name="connsiteX25" fmla="*/ 802920 w 2072432"/>
                <a:gd name="connsiteY25" fmla="*/ 79493 h 2072153"/>
                <a:gd name="connsiteX26" fmla="*/ 1022939 w 2072432"/>
                <a:gd name="connsiteY26" fmla="*/ 586233 h 2072153"/>
                <a:gd name="connsiteX27" fmla="*/ 582336 w 2072432"/>
                <a:gd name="connsiteY27" fmla="*/ 586233 h 2072153"/>
                <a:gd name="connsiteX28" fmla="*/ 542817 w 2072432"/>
                <a:gd name="connsiteY28" fmla="*/ 1010114 h 2072153"/>
                <a:gd name="connsiteX29" fmla="*/ 1022939 w 2072432"/>
                <a:gd name="connsiteY29" fmla="*/ 1008110 h 2072153"/>
                <a:gd name="connsiteX30" fmla="*/ 1022939 w 2072432"/>
                <a:gd name="connsiteY30" fmla="*/ 586233 h 2072153"/>
                <a:gd name="connsiteX31" fmla="*/ 582775 w 2072432"/>
                <a:gd name="connsiteY31" fmla="*/ 1486604 h 2072153"/>
                <a:gd name="connsiteX32" fmla="*/ 1022250 w 2072432"/>
                <a:gd name="connsiteY32" fmla="*/ 1484725 h 2072153"/>
                <a:gd name="connsiteX33" fmla="*/ 1020622 w 2072432"/>
                <a:gd name="connsiteY33" fmla="*/ 1062911 h 2072153"/>
                <a:gd name="connsiteX34" fmla="*/ 541063 w 2072432"/>
                <a:gd name="connsiteY34" fmla="*/ 1064352 h 2072153"/>
                <a:gd name="connsiteX35" fmla="*/ 582775 w 2072432"/>
                <a:gd name="connsiteY35" fmla="*/ 1486604 h 2072153"/>
                <a:gd name="connsiteX36" fmla="*/ 1074860 w 2072432"/>
                <a:gd name="connsiteY36" fmla="*/ 1010365 h 2072153"/>
                <a:gd name="connsiteX37" fmla="*/ 1556109 w 2072432"/>
                <a:gd name="connsiteY37" fmla="*/ 1010365 h 2072153"/>
                <a:gd name="connsiteX38" fmla="*/ 1514085 w 2072432"/>
                <a:gd name="connsiteY38" fmla="*/ 586296 h 2072153"/>
                <a:gd name="connsiteX39" fmla="*/ 1074860 w 2072432"/>
                <a:gd name="connsiteY39" fmla="*/ 586296 h 2072153"/>
                <a:gd name="connsiteX40" fmla="*/ 1074860 w 2072432"/>
                <a:gd name="connsiteY40" fmla="*/ 1010365 h 2072153"/>
                <a:gd name="connsiteX41" fmla="*/ 1076300 w 2072432"/>
                <a:gd name="connsiteY41" fmla="*/ 1061972 h 2072153"/>
                <a:gd name="connsiteX42" fmla="*/ 1077177 w 2072432"/>
                <a:gd name="connsiteY42" fmla="*/ 1486541 h 2072153"/>
                <a:gd name="connsiteX43" fmla="*/ 1514711 w 2072432"/>
                <a:gd name="connsiteY43" fmla="*/ 1486541 h 2072153"/>
                <a:gd name="connsiteX44" fmla="*/ 1554982 w 2072432"/>
                <a:gd name="connsiteY44" fmla="*/ 1061972 h 2072153"/>
                <a:gd name="connsiteX45" fmla="*/ 1076300 w 2072432"/>
                <a:gd name="connsiteY45" fmla="*/ 1061972 h 2072153"/>
                <a:gd name="connsiteX46" fmla="*/ 489142 w 2072432"/>
                <a:gd name="connsiteY46" fmla="*/ 1010427 h 2072153"/>
                <a:gd name="connsiteX47" fmla="*/ 530228 w 2072432"/>
                <a:gd name="connsiteY47" fmla="*/ 586108 h 2072153"/>
                <a:gd name="connsiteX48" fmla="*/ 158894 w 2072432"/>
                <a:gd name="connsiteY48" fmla="*/ 586108 h 2072153"/>
                <a:gd name="connsiteX49" fmla="*/ 50919 w 2072432"/>
                <a:gd name="connsiteY49" fmla="*/ 1010427 h 2072153"/>
                <a:gd name="connsiteX50" fmla="*/ 489142 w 2072432"/>
                <a:gd name="connsiteY50" fmla="*/ 1010427 h 2072153"/>
                <a:gd name="connsiteX51" fmla="*/ 51859 w 2072432"/>
                <a:gd name="connsiteY51" fmla="*/ 1062285 h 2072153"/>
                <a:gd name="connsiteX52" fmla="*/ 51233 w 2072432"/>
                <a:gd name="connsiteY52" fmla="*/ 1075124 h 2072153"/>
                <a:gd name="connsiteX53" fmla="*/ 55053 w 2072432"/>
                <a:gd name="connsiteY53" fmla="*/ 1132431 h 2072153"/>
                <a:gd name="connsiteX54" fmla="*/ 152506 w 2072432"/>
                <a:gd name="connsiteY54" fmla="*/ 1473890 h 2072153"/>
                <a:gd name="connsiteX55" fmla="*/ 176180 w 2072432"/>
                <a:gd name="connsiteY55" fmla="*/ 1488295 h 2072153"/>
                <a:gd name="connsiteX56" fmla="*/ 515134 w 2072432"/>
                <a:gd name="connsiteY56" fmla="*/ 1487982 h 2072153"/>
                <a:gd name="connsiteX57" fmla="*/ 530165 w 2072432"/>
                <a:gd name="connsiteY57" fmla="*/ 1485853 h 2072153"/>
                <a:gd name="connsiteX58" fmla="*/ 488955 w 2072432"/>
                <a:gd name="connsiteY58" fmla="*/ 1062285 h 2072153"/>
                <a:gd name="connsiteX59" fmla="*/ 51859 w 2072432"/>
                <a:gd name="connsiteY59" fmla="*/ 1062285 h 2072153"/>
                <a:gd name="connsiteX60" fmla="*/ 1609032 w 2072432"/>
                <a:gd name="connsiteY60" fmla="*/ 1008861 h 2072153"/>
                <a:gd name="connsiteX61" fmla="*/ 2021639 w 2072432"/>
                <a:gd name="connsiteY61" fmla="*/ 1007922 h 2072153"/>
                <a:gd name="connsiteX62" fmla="*/ 1913540 w 2072432"/>
                <a:gd name="connsiteY62" fmla="*/ 586108 h 2072153"/>
                <a:gd name="connsiteX63" fmla="*/ 1566757 w 2072432"/>
                <a:gd name="connsiteY63" fmla="*/ 586108 h 2072153"/>
                <a:gd name="connsiteX64" fmla="*/ 1609032 w 2072432"/>
                <a:gd name="connsiteY64" fmla="*/ 1008861 h 2072153"/>
                <a:gd name="connsiteX65" fmla="*/ 2021702 w 2072432"/>
                <a:gd name="connsiteY65" fmla="*/ 1064352 h 2072153"/>
                <a:gd name="connsiteX66" fmla="*/ 1608969 w 2072432"/>
                <a:gd name="connsiteY66" fmla="*/ 1064665 h 2072153"/>
                <a:gd name="connsiteX67" fmla="*/ 1567007 w 2072432"/>
                <a:gd name="connsiteY67" fmla="*/ 1485289 h 2072153"/>
                <a:gd name="connsiteX68" fmla="*/ 1575274 w 2072432"/>
                <a:gd name="connsiteY68" fmla="*/ 1487731 h 2072153"/>
                <a:gd name="connsiteX69" fmla="*/ 1901891 w 2072432"/>
                <a:gd name="connsiteY69" fmla="*/ 1488233 h 2072153"/>
                <a:gd name="connsiteX70" fmla="*/ 1918613 w 2072432"/>
                <a:gd name="connsiteY70" fmla="*/ 1476208 h 2072153"/>
                <a:gd name="connsiteX71" fmla="*/ 2019072 w 2072432"/>
                <a:gd name="connsiteY71" fmla="*/ 1116773 h 2072153"/>
                <a:gd name="connsiteX72" fmla="*/ 2021702 w 2072432"/>
                <a:gd name="connsiteY72" fmla="*/ 1064352 h 2072153"/>
                <a:gd name="connsiteX73" fmla="*/ 1023064 w 2072432"/>
                <a:gd name="connsiteY73" fmla="*/ 50558 h 2072153"/>
                <a:gd name="connsiteX74" fmla="*/ 996447 w 2072432"/>
                <a:gd name="connsiteY74" fmla="*/ 52499 h 2072153"/>
                <a:gd name="connsiteX75" fmla="*/ 859099 w 2072432"/>
                <a:gd name="connsiteY75" fmla="*/ 104106 h 2072153"/>
                <a:gd name="connsiteX76" fmla="*/ 716991 w 2072432"/>
                <a:gd name="connsiteY76" fmla="*/ 244523 h 2072153"/>
                <a:gd name="connsiteX77" fmla="*/ 596866 w 2072432"/>
                <a:gd name="connsiteY77" fmla="*/ 519657 h 2072153"/>
                <a:gd name="connsiteX78" fmla="*/ 595050 w 2072432"/>
                <a:gd name="connsiteY78" fmla="*/ 532998 h 2072153"/>
                <a:gd name="connsiteX79" fmla="*/ 1023064 w 2072432"/>
                <a:gd name="connsiteY79" fmla="*/ 531244 h 2072153"/>
                <a:gd name="connsiteX80" fmla="*/ 1023064 w 2072432"/>
                <a:gd name="connsiteY80" fmla="*/ 50558 h 2072153"/>
                <a:gd name="connsiteX81" fmla="*/ 1022814 w 2072432"/>
                <a:gd name="connsiteY81" fmla="*/ 1541280 h 2072153"/>
                <a:gd name="connsiteX82" fmla="*/ 594424 w 2072432"/>
                <a:gd name="connsiteY82" fmla="*/ 1540466 h 2072153"/>
                <a:gd name="connsiteX83" fmla="*/ 598933 w 2072432"/>
                <a:gd name="connsiteY83" fmla="*/ 1560195 h 2072153"/>
                <a:gd name="connsiteX84" fmla="*/ 648724 w 2072432"/>
                <a:gd name="connsiteY84" fmla="*/ 1701425 h 2072153"/>
                <a:gd name="connsiteX85" fmla="*/ 768160 w 2072432"/>
                <a:gd name="connsiteY85" fmla="*/ 1891884 h 2072153"/>
                <a:gd name="connsiteX86" fmla="*/ 1007031 w 2072432"/>
                <a:gd name="connsiteY86" fmla="*/ 2020651 h 2072153"/>
                <a:gd name="connsiteX87" fmla="*/ 1022814 w 2072432"/>
                <a:gd name="connsiteY87" fmla="*/ 2020714 h 2072153"/>
                <a:gd name="connsiteX88" fmla="*/ 1022814 w 2072432"/>
                <a:gd name="connsiteY88" fmla="*/ 1541280 h 2072153"/>
                <a:gd name="connsiteX89" fmla="*/ 1502122 w 2072432"/>
                <a:gd name="connsiteY89" fmla="*/ 533687 h 2072153"/>
                <a:gd name="connsiteX90" fmla="*/ 1498678 w 2072432"/>
                <a:gd name="connsiteY90" fmla="*/ 515900 h 2072153"/>
                <a:gd name="connsiteX91" fmla="*/ 1450390 w 2072432"/>
                <a:gd name="connsiteY91" fmla="*/ 376422 h 2072153"/>
                <a:gd name="connsiteX92" fmla="*/ 1320119 w 2072432"/>
                <a:gd name="connsiteY92" fmla="*/ 171434 h 2072153"/>
                <a:gd name="connsiteX93" fmla="*/ 1128283 w 2072432"/>
                <a:gd name="connsiteY93" fmla="*/ 58324 h 2072153"/>
                <a:gd name="connsiteX94" fmla="*/ 1076488 w 2072432"/>
                <a:gd name="connsiteY94" fmla="*/ 52061 h 2072153"/>
                <a:gd name="connsiteX95" fmla="*/ 1077052 w 2072432"/>
                <a:gd name="connsiteY95" fmla="*/ 533749 h 2072153"/>
                <a:gd name="connsiteX96" fmla="*/ 1502122 w 2072432"/>
                <a:gd name="connsiteY96" fmla="*/ 533687 h 2072153"/>
                <a:gd name="connsiteX97" fmla="*/ 1076300 w 2072432"/>
                <a:gd name="connsiteY97" fmla="*/ 1538838 h 2072153"/>
                <a:gd name="connsiteX98" fmla="*/ 1077427 w 2072432"/>
                <a:gd name="connsiteY98" fmla="*/ 2020651 h 2072153"/>
                <a:gd name="connsiteX99" fmla="*/ 1147573 w 2072432"/>
                <a:gd name="connsiteY99" fmla="*/ 2008564 h 2072153"/>
                <a:gd name="connsiteX100" fmla="*/ 1352311 w 2072432"/>
                <a:gd name="connsiteY100" fmla="*/ 1864264 h 2072153"/>
                <a:gd name="connsiteX101" fmla="*/ 1500494 w 2072432"/>
                <a:gd name="connsiteY101" fmla="*/ 1551364 h 2072153"/>
                <a:gd name="connsiteX102" fmla="*/ 1500619 w 2072432"/>
                <a:gd name="connsiteY102" fmla="*/ 1538900 h 2072153"/>
                <a:gd name="connsiteX103" fmla="*/ 1076300 w 2072432"/>
                <a:gd name="connsiteY103" fmla="*/ 1538838 h 2072153"/>
                <a:gd name="connsiteX104" fmla="*/ 188768 w 2072432"/>
                <a:gd name="connsiteY104" fmla="*/ 1539088 h 2072153"/>
                <a:gd name="connsiteX105" fmla="*/ 451377 w 2072432"/>
                <a:gd name="connsiteY105" fmla="*/ 1829441 h 2072153"/>
                <a:gd name="connsiteX106" fmla="*/ 802794 w 2072432"/>
                <a:gd name="connsiteY106" fmla="*/ 1992530 h 2072153"/>
                <a:gd name="connsiteX107" fmla="*/ 792836 w 2072432"/>
                <a:gd name="connsiteY107" fmla="*/ 1982071 h 2072153"/>
                <a:gd name="connsiteX108" fmla="*/ 711041 w 2072432"/>
                <a:gd name="connsiteY108" fmla="*/ 1901529 h 2072153"/>
                <a:gd name="connsiteX109" fmla="*/ 568307 w 2072432"/>
                <a:gd name="connsiteY109" fmla="*/ 1628336 h 2072153"/>
                <a:gd name="connsiteX110" fmla="*/ 541439 w 2072432"/>
                <a:gd name="connsiteY110" fmla="*/ 1539151 h 2072153"/>
                <a:gd name="connsiteX111" fmla="*/ 188768 w 2072432"/>
                <a:gd name="connsiteY111" fmla="*/ 1539088 h 2072153"/>
                <a:gd name="connsiteX112" fmla="*/ 1885356 w 2072432"/>
                <a:gd name="connsiteY112" fmla="*/ 534188 h 2072153"/>
                <a:gd name="connsiteX113" fmla="*/ 1306090 w 2072432"/>
                <a:gd name="connsiteY113" fmla="*/ 87447 h 2072153"/>
                <a:gd name="connsiteX114" fmla="*/ 1306466 w 2072432"/>
                <a:gd name="connsiteY114" fmla="*/ 91330 h 2072153"/>
                <a:gd name="connsiteX115" fmla="*/ 1313793 w 2072432"/>
                <a:gd name="connsiteY115" fmla="*/ 98407 h 2072153"/>
                <a:gd name="connsiteX116" fmla="*/ 1437300 w 2072432"/>
                <a:gd name="connsiteY116" fmla="*/ 243020 h 2072153"/>
                <a:gd name="connsiteX117" fmla="*/ 1547655 w 2072432"/>
                <a:gd name="connsiteY117" fmla="*/ 507257 h 2072153"/>
                <a:gd name="connsiteX118" fmla="*/ 1555859 w 2072432"/>
                <a:gd name="connsiteY118" fmla="*/ 534250 h 2072153"/>
                <a:gd name="connsiteX119" fmla="*/ 1885356 w 2072432"/>
                <a:gd name="connsiteY119" fmla="*/ 534188 h 207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072432" h="2072153">
                  <a:moveTo>
                    <a:pt x="1" y="1035792"/>
                  </a:moveTo>
                  <a:cubicBezTo>
                    <a:pt x="1" y="464230"/>
                    <a:pt x="463527" y="-3054"/>
                    <a:pt x="1040914" y="15"/>
                  </a:cubicBezTo>
                  <a:cubicBezTo>
                    <a:pt x="1608343" y="3021"/>
                    <a:pt x="2073059" y="460221"/>
                    <a:pt x="2072432" y="1037483"/>
                  </a:cubicBezTo>
                  <a:cubicBezTo>
                    <a:pt x="2071806" y="1604474"/>
                    <a:pt x="1619366" y="2068563"/>
                    <a:pt x="1042292" y="2072133"/>
                  </a:cubicBezTo>
                  <a:cubicBezTo>
                    <a:pt x="449373" y="2075766"/>
                    <a:pt x="-876" y="1596019"/>
                    <a:pt x="1" y="1035792"/>
                  </a:cubicBezTo>
                  <a:close/>
                  <a:moveTo>
                    <a:pt x="1303585" y="1981132"/>
                  </a:moveTo>
                  <a:cubicBezTo>
                    <a:pt x="1314796" y="1979065"/>
                    <a:pt x="1326508" y="1978313"/>
                    <a:pt x="1337217" y="1974806"/>
                  </a:cubicBezTo>
                  <a:cubicBezTo>
                    <a:pt x="1566444" y="1898961"/>
                    <a:pt x="1745566" y="1758857"/>
                    <a:pt x="1874396" y="1554620"/>
                  </a:cubicBezTo>
                  <a:cubicBezTo>
                    <a:pt x="1877152" y="1550236"/>
                    <a:pt x="1878968" y="1545289"/>
                    <a:pt x="1881974" y="1539088"/>
                  </a:cubicBezTo>
                  <a:cubicBezTo>
                    <a:pt x="1771933" y="1539088"/>
                    <a:pt x="1664084" y="1539088"/>
                    <a:pt x="1554982" y="1539088"/>
                  </a:cubicBezTo>
                  <a:cubicBezTo>
                    <a:pt x="1552352" y="1548357"/>
                    <a:pt x="1549909" y="1556813"/>
                    <a:pt x="1547655" y="1565330"/>
                  </a:cubicBezTo>
                  <a:cubicBezTo>
                    <a:pt x="1527237" y="1640925"/>
                    <a:pt x="1500619" y="1714140"/>
                    <a:pt x="1463730" y="1783346"/>
                  </a:cubicBezTo>
                  <a:cubicBezTo>
                    <a:pt x="1423020" y="1859629"/>
                    <a:pt x="1372478" y="1928084"/>
                    <a:pt x="1303585" y="1981633"/>
                  </a:cubicBezTo>
                  <a:lnTo>
                    <a:pt x="1303898" y="1982447"/>
                  </a:lnTo>
                  <a:cubicBezTo>
                    <a:pt x="1303835" y="1982447"/>
                    <a:pt x="1303585" y="1981132"/>
                    <a:pt x="1303585" y="1981132"/>
                  </a:cubicBezTo>
                  <a:close/>
                  <a:moveTo>
                    <a:pt x="802920" y="79493"/>
                  </a:moveTo>
                  <a:cubicBezTo>
                    <a:pt x="796218" y="80620"/>
                    <a:pt x="789329" y="81246"/>
                    <a:pt x="782815" y="83063"/>
                  </a:cubicBezTo>
                  <a:cubicBezTo>
                    <a:pt x="530228" y="153584"/>
                    <a:pt x="334509" y="300327"/>
                    <a:pt x="195157" y="522351"/>
                  </a:cubicBezTo>
                  <a:cubicBezTo>
                    <a:pt x="193153" y="525545"/>
                    <a:pt x="192150" y="529428"/>
                    <a:pt x="190397" y="533812"/>
                  </a:cubicBezTo>
                  <a:cubicBezTo>
                    <a:pt x="308204" y="533812"/>
                    <a:pt x="424383" y="533812"/>
                    <a:pt x="541251" y="533812"/>
                  </a:cubicBezTo>
                  <a:cubicBezTo>
                    <a:pt x="543380" y="526547"/>
                    <a:pt x="545447" y="520158"/>
                    <a:pt x="547138" y="513645"/>
                  </a:cubicBezTo>
                  <a:cubicBezTo>
                    <a:pt x="563359" y="451954"/>
                    <a:pt x="583902" y="391767"/>
                    <a:pt x="610645" y="333834"/>
                  </a:cubicBezTo>
                  <a:cubicBezTo>
                    <a:pt x="654799" y="238072"/>
                    <a:pt x="712732" y="152645"/>
                    <a:pt x="796844" y="86946"/>
                  </a:cubicBezTo>
                  <a:cubicBezTo>
                    <a:pt x="799287" y="85004"/>
                    <a:pt x="800727" y="81810"/>
                    <a:pt x="802606" y="79180"/>
                  </a:cubicBezTo>
                  <a:cubicBezTo>
                    <a:pt x="803483" y="78616"/>
                    <a:pt x="804297" y="78052"/>
                    <a:pt x="805174" y="77489"/>
                  </a:cubicBezTo>
                  <a:cubicBezTo>
                    <a:pt x="804423" y="78115"/>
                    <a:pt x="803671" y="78804"/>
                    <a:pt x="802920" y="79493"/>
                  </a:cubicBezTo>
                  <a:close/>
                  <a:moveTo>
                    <a:pt x="1022939" y="586233"/>
                  </a:moveTo>
                  <a:cubicBezTo>
                    <a:pt x="874318" y="586233"/>
                    <a:pt x="728077" y="586233"/>
                    <a:pt x="582336" y="586233"/>
                  </a:cubicBezTo>
                  <a:cubicBezTo>
                    <a:pt x="555969" y="669156"/>
                    <a:pt x="529226" y="963141"/>
                    <a:pt x="542817" y="1010114"/>
                  </a:cubicBezTo>
                  <a:cubicBezTo>
                    <a:pt x="577013" y="1014060"/>
                    <a:pt x="1007720" y="1012431"/>
                    <a:pt x="1022939" y="1008110"/>
                  </a:cubicBezTo>
                  <a:cubicBezTo>
                    <a:pt x="1022939" y="868131"/>
                    <a:pt x="1022939" y="727965"/>
                    <a:pt x="1022939" y="586233"/>
                  </a:cubicBezTo>
                  <a:close/>
                  <a:moveTo>
                    <a:pt x="582775" y="1486604"/>
                  </a:moveTo>
                  <a:cubicBezTo>
                    <a:pt x="621605" y="1490675"/>
                    <a:pt x="1007470" y="1488921"/>
                    <a:pt x="1022250" y="1484725"/>
                  </a:cubicBezTo>
                  <a:cubicBezTo>
                    <a:pt x="1026196" y="1455477"/>
                    <a:pt x="1024756" y="1077066"/>
                    <a:pt x="1020622" y="1062911"/>
                  </a:cubicBezTo>
                  <a:cubicBezTo>
                    <a:pt x="993754" y="1059028"/>
                    <a:pt x="555906" y="1060343"/>
                    <a:pt x="541063" y="1064352"/>
                  </a:cubicBezTo>
                  <a:cubicBezTo>
                    <a:pt x="530040" y="1124790"/>
                    <a:pt x="559351" y="1424037"/>
                    <a:pt x="582775" y="1486604"/>
                  </a:cubicBezTo>
                  <a:close/>
                  <a:moveTo>
                    <a:pt x="1074860" y="1010365"/>
                  </a:moveTo>
                  <a:cubicBezTo>
                    <a:pt x="1236696" y="1010365"/>
                    <a:pt x="1396465" y="1010365"/>
                    <a:pt x="1556109" y="1010365"/>
                  </a:cubicBezTo>
                  <a:cubicBezTo>
                    <a:pt x="1564377" y="939029"/>
                    <a:pt x="1540264" y="659009"/>
                    <a:pt x="1514085" y="586296"/>
                  </a:cubicBezTo>
                  <a:cubicBezTo>
                    <a:pt x="1368157" y="586296"/>
                    <a:pt x="1222041" y="586296"/>
                    <a:pt x="1074860" y="586296"/>
                  </a:cubicBezTo>
                  <a:cubicBezTo>
                    <a:pt x="1074860" y="727903"/>
                    <a:pt x="1074860" y="868006"/>
                    <a:pt x="1074860" y="1010365"/>
                  </a:cubicBezTo>
                  <a:close/>
                  <a:moveTo>
                    <a:pt x="1076300" y="1061972"/>
                  </a:moveTo>
                  <a:cubicBezTo>
                    <a:pt x="1071979" y="1088464"/>
                    <a:pt x="1073043" y="1470821"/>
                    <a:pt x="1077177" y="1486541"/>
                  </a:cubicBezTo>
                  <a:cubicBezTo>
                    <a:pt x="1223042" y="1486541"/>
                    <a:pt x="1369096" y="1486541"/>
                    <a:pt x="1514711" y="1486541"/>
                  </a:cubicBezTo>
                  <a:cubicBezTo>
                    <a:pt x="1542018" y="1397231"/>
                    <a:pt x="1566882" y="1106690"/>
                    <a:pt x="1554982" y="1061972"/>
                  </a:cubicBezTo>
                  <a:cubicBezTo>
                    <a:pt x="1395839" y="1061972"/>
                    <a:pt x="1236571" y="1061972"/>
                    <a:pt x="1076300" y="1061972"/>
                  </a:cubicBezTo>
                  <a:close/>
                  <a:moveTo>
                    <a:pt x="489142" y="1010427"/>
                  </a:moveTo>
                  <a:cubicBezTo>
                    <a:pt x="488015" y="867442"/>
                    <a:pt x="502984" y="726901"/>
                    <a:pt x="530228" y="586108"/>
                  </a:cubicBezTo>
                  <a:cubicBezTo>
                    <a:pt x="405531" y="586108"/>
                    <a:pt x="282526" y="586108"/>
                    <a:pt x="158894" y="586108"/>
                  </a:cubicBezTo>
                  <a:cubicBezTo>
                    <a:pt x="90690" y="719197"/>
                    <a:pt x="54051" y="859802"/>
                    <a:pt x="50919" y="1010427"/>
                  </a:cubicBezTo>
                  <a:cubicBezTo>
                    <a:pt x="197912" y="1010427"/>
                    <a:pt x="342087" y="1010427"/>
                    <a:pt x="489142" y="1010427"/>
                  </a:cubicBezTo>
                  <a:close/>
                  <a:moveTo>
                    <a:pt x="51859" y="1062285"/>
                  </a:moveTo>
                  <a:cubicBezTo>
                    <a:pt x="51546" y="1068423"/>
                    <a:pt x="50982" y="1071805"/>
                    <a:pt x="51233" y="1075124"/>
                  </a:cubicBezTo>
                  <a:cubicBezTo>
                    <a:pt x="52423" y="1094226"/>
                    <a:pt x="53362" y="1113391"/>
                    <a:pt x="55053" y="1132431"/>
                  </a:cubicBezTo>
                  <a:cubicBezTo>
                    <a:pt x="65825" y="1252430"/>
                    <a:pt x="99270" y="1365916"/>
                    <a:pt x="152506" y="1473890"/>
                  </a:cubicBezTo>
                  <a:cubicBezTo>
                    <a:pt x="157892" y="1484788"/>
                    <a:pt x="164405" y="1488295"/>
                    <a:pt x="176180" y="1488295"/>
                  </a:cubicBezTo>
                  <a:cubicBezTo>
                    <a:pt x="289165" y="1487919"/>
                    <a:pt x="402149" y="1488107"/>
                    <a:pt x="515134" y="1487982"/>
                  </a:cubicBezTo>
                  <a:cubicBezTo>
                    <a:pt x="519581" y="1487982"/>
                    <a:pt x="524028" y="1486730"/>
                    <a:pt x="530165" y="1485853"/>
                  </a:cubicBezTo>
                  <a:cubicBezTo>
                    <a:pt x="502796" y="1345373"/>
                    <a:pt x="488266" y="1204894"/>
                    <a:pt x="488955" y="1062285"/>
                  </a:cubicBezTo>
                  <a:cubicBezTo>
                    <a:pt x="341899" y="1062285"/>
                    <a:pt x="197724" y="1062285"/>
                    <a:pt x="51859" y="1062285"/>
                  </a:cubicBezTo>
                  <a:close/>
                  <a:moveTo>
                    <a:pt x="1609032" y="1008861"/>
                  </a:moveTo>
                  <a:cubicBezTo>
                    <a:pt x="1634711" y="1013371"/>
                    <a:pt x="2006045" y="1012431"/>
                    <a:pt x="2021639" y="1007922"/>
                  </a:cubicBezTo>
                  <a:cubicBezTo>
                    <a:pt x="2017819" y="858737"/>
                    <a:pt x="1981994" y="717756"/>
                    <a:pt x="1913540" y="586108"/>
                  </a:cubicBezTo>
                  <a:cubicBezTo>
                    <a:pt x="1797235" y="586108"/>
                    <a:pt x="1683124" y="586108"/>
                    <a:pt x="1566757" y="586108"/>
                  </a:cubicBezTo>
                  <a:cubicBezTo>
                    <a:pt x="1594815" y="726963"/>
                    <a:pt x="1607779" y="867630"/>
                    <a:pt x="1609032" y="1008861"/>
                  </a:cubicBezTo>
                  <a:close/>
                  <a:moveTo>
                    <a:pt x="2021702" y="1064352"/>
                  </a:moveTo>
                  <a:cubicBezTo>
                    <a:pt x="2001723" y="1059717"/>
                    <a:pt x="1627884" y="1059905"/>
                    <a:pt x="1608969" y="1064665"/>
                  </a:cubicBezTo>
                  <a:cubicBezTo>
                    <a:pt x="1607842" y="1205770"/>
                    <a:pt x="1594564" y="1346375"/>
                    <a:pt x="1567007" y="1485289"/>
                  </a:cubicBezTo>
                  <a:cubicBezTo>
                    <a:pt x="1571454" y="1486667"/>
                    <a:pt x="1573333" y="1487731"/>
                    <a:pt x="1575274" y="1487731"/>
                  </a:cubicBezTo>
                  <a:cubicBezTo>
                    <a:pt x="1684125" y="1487919"/>
                    <a:pt x="1793039" y="1487857"/>
                    <a:pt x="1901891" y="1488233"/>
                  </a:cubicBezTo>
                  <a:cubicBezTo>
                    <a:pt x="1911222" y="1488233"/>
                    <a:pt x="1914980" y="1483473"/>
                    <a:pt x="1918613" y="1476208"/>
                  </a:cubicBezTo>
                  <a:cubicBezTo>
                    <a:pt x="1975356" y="1362847"/>
                    <a:pt x="2008988" y="1243098"/>
                    <a:pt x="2019072" y="1116773"/>
                  </a:cubicBezTo>
                  <a:cubicBezTo>
                    <a:pt x="2020512" y="1099237"/>
                    <a:pt x="2020888" y="1081575"/>
                    <a:pt x="2021702" y="1064352"/>
                  </a:cubicBezTo>
                  <a:close/>
                  <a:moveTo>
                    <a:pt x="1023064" y="50558"/>
                  </a:moveTo>
                  <a:cubicBezTo>
                    <a:pt x="1012668" y="51247"/>
                    <a:pt x="1004463" y="51247"/>
                    <a:pt x="996447" y="52499"/>
                  </a:cubicBezTo>
                  <a:cubicBezTo>
                    <a:pt x="947157" y="60265"/>
                    <a:pt x="901374" y="77739"/>
                    <a:pt x="859099" y="104106"/>
                  </a:cubicBezTo>
                  <a:cubicBezTo>
                    <a:pt x="801229" y="140244"/>
                    <a:pt x="755133" y="188469"/>
                    <a:pt x="716991" y="244523"/>
                  </a:cubicBezTo>
                  <a:cubicBezTo>
                    <a:pt x="659747" y="328698"/>
                    <a:pt x="622545" y="421641"/>
                    <a:pt x="596866" y="519657"/>
                  </a:cubicBezTo>
                  <a:cubicBezTo>
                    <a:pt x="595739" y="523979"/>
                    <a:pt x="595614" y="528551"/>
                    <a:pt x="595050" y="532998"/>
                  </a:cubicBezTo>
                  <a:cubicBezTo>
                    <a:pt x="627806" y="537068"/>
                    <a:pt x="1007908" y="535503"/>
                    <a:pt x="1023064" y="531244"/>
                  </a:cubicBezTo>
                  <a:cubicBezTo>
                    <a:pt x="1023064" y="372226"/>
                    <a:pt x="1023064" y="212958"/>
                    <a:pt x="1023064" y="50558"/>
                  </a:cubicBezTo>
                  <a:close/>
                  <a:moveTo>
                    <a:pt x="1022814" y="1541280"/>
                  </a:moveTo>
                  <a:cubicBezTo>
                    <a:pt x="1005904" y="1537021"/>
                    <a:pt x="615969" y="1536332"/>
                    <a:pt x="594424" y="1540466"/>
                  </a:cubicBezTo>
                  <a:cubicBezTo>
                    <a:pt x="595927" y="1547042"/>
                    <a:pt x="596741" y="1553869"/>
                    <a:pt x="598933" y="1560195"/>
                  </a:cubicBezTo>
                  <a:cubicBezTo>
                    <a:pt x="615217" y="1607355"/>
                    <a:pt x="629935" y="1655267"/>
                    <a:pt x="648724" y="1701425"/>
                  </a:cubicBezTo>
                  <a:cubicBezTo>
                    <a:pt x="677284" y="1771697"/>
                    <a:pt x="716428" y="1836018"/>
                    <a:pt x="768160" y="1891884"/>
                  </a:cubicBezTo>
                  <a:cubicBezTo>
                    <a:pt x="833045" y="1961904"/>
                    <a:pt x="910706" y="2008814"/>
                    <a:pt x="1007031" y="2020651"/>
                  </a:cubicBezTo>
                  <a:cubicBezTo>
                    <a:pt x="1012041" y="2021278"/>
                    <a:pt x="1017240" y="2020714"/>
                    <a:pt x="1022814" y="2020714"/>
                  </a:cubicBezTo>
                  <a:cubicBezTo>
                    <a:pt x="1022814" y="1859629"/>
                    <a:pt x="1022814" y="1700298"/>
                    <a:pt x="1022814" y="1541280"/>
                  </a:cubicBezTo>
                  <a:close/>
                  <a:moveTo>
                    <a:pt x="1502122" y="533687"/>
                  </a:moveTo>
                  <a:cubicBezTo>
                    <a:pt x="1500745" y="526296"/>
                    <a:pt x="1500369" y="520847"/>
                    <a:pt x="1498678" y="515900"/>
                  </a:cubicBezTo>
                  <a:cubicBezTo>
                    <a:pt x="1482832" y="469303"/>
                    <a:pt x="1468866" y="421954"/>
                    <a:pt x="1450390" y="376422"/>
                  </a:cubicBezTo>
                  <a:cubicBezTo>
                    <a:pt x="1419576" y="300389"/>
                    <a:pt x="1377739" y="230745"/>
                    <a:pt x="1320119" y="171434"/>
                  </a:cubicBezTo>
                  <a:cubicBezTo>
                    <a:pt x="1266508" y="116194"/>
                    <a:pt x="1203940" y="76048"/>
                    <a:pt x="1128283" y="58324"/>
                  </a:cubicBezTo>
                  <a:cubicBezTo>
                    <a:pt x="1111248" y="54315"/>
                    <a:pt x="1094087" y="49430"/>
                    <a:pt x="1076488" y="52061"/>
                  </a:cubicBezTo>
                  <a:cubicBezTo>
                    <a:pt x="1072229" y="74044"/>
                    <a:pt x="1072793" y="516526"/>
                    <a:pt x="1077052" y="533749"/>
                  </a:cubicBezTo>
                  <a:cubicBezTo>
                    <a:pt x="1217656" y="533687"/>
                    <a:pt x="1358386" y="533687"/>
                    <a:pt x="1502122" y="533687"/>
                  </a:cubicBezTo>
                  <a:close/>
                  <a:moveTo>
                    <a:pt x="1076300" y="1538838"/>
                  </a:moveTo>
                  <a:cubicBezTo>
                    <a:pt x="1071728" y="1566458"/>
                    <a:pt x="1072918" y="2005620"/>
                    <a:pt x="1077427" y="2020651"/>
                  </a:cubicBezTo>
                  <a:cubicBezTo>
                    <a:pt x="1101478" y="2020964"/>
                    <a:pt x="1124713" y="2015453"/>
                    <a:pt x="1147573" y="2008564"/>
                  </a:cubicBezTo>
                  <a:cubicBezTo>
                    <a:pt x="1231748" y="1983136"/>
                    <a:pt x="1298011" y="1932030"/>
                    <a:pt x="1352311" y="1864264"/>
                  </a:cubicBezTo>
                  <a:cubicBezTo>
                    <a:pt x="1426528" y="1771759"/>
                    <a:pt x="1469555" y="1664348"/>
                    <a:pt x="1500494" y="1551364"/>
                  </a:cubicBezTo>
                  <a:cubicBezTo>
                    <a:pt x="1501496" y="1547794"/>
                    <a:pt x="1500619" y="1543723"/>
                    <a:pt x="1500619" y="1538900"/>
                  </a:cubicBezTo>
                  <a:cubicBezTo>
                    <a:pt x="1358762" y="1538838"/>
                    <a:pt x="1218032" y="1538838"/>
                    <a:pt x="1076300" y="1538838"/>
                  </a:cubicBezTo>
                  <a:close/>
                  <a:moveTo>
                    <a:pt x="188768" y="1539088"/>
                  </a:moveTo>
                  <a:cubicBezTo>
                    <a:pt x="258413" y="1655956"/>
                    <a:pt x="345594" y="1751279"/>
                    <a:pt x="451377" y="1829441"/>
                  </a:cubicBezTo>
                  <a:cubicBezTo>
                    <a:pt x="557284" y="1907666"/>
                    <a:pt x="674214" y="1962656"/>
                    <a:pt x="802794" y="1992530"/>
                  </a:cubicBezTo>
                  <a:cubicBezTo>
                    <a:pt x="800039" y="1988084"/>
                    <a:pt x="796531" y="1984952"/>
                    <a:pt x="792836" y="1982071"/>
                  </a:cubicBezTo>
                  <a:cubicBezTo>
                    <a:pt x="762461" y="1958334"/>
                    <a:pt x="735467" y="1931278"/>
                    <a:pt x="711041" y="1901529"/>
                  </a:cubicBezTo>
                  <a:cubicBezTo>
                    <a:pt x="644340" y="1820423"/>
                    <a:pt x="600624" y="1727354"/>
                    <a:pt x="568307" y="1628336"/>
                  </a:cubicBezTo>
                  <a:cubicBezTo>
                    <a:pt x="558787" y="1599150"/>
                    <a:pt x="550583" y="1569589"/>
                    <a:pt x="541439" y="1539151"/>
                  </a:cubicBezTo>
                  <a:cubicBezTo>
                    <a:pt x="425072" y="1539088"/>
                    <a:pt x="309018" y="1539088"/>
                    <a:pt x="188768" y="1539088"/>
                  </a:cubicBezTo>
                  <a:close/>
                  <a:moveTo>
                    <a:pt x="1885356" y="534188"/>
                  </a:moveTo>
                  <a:cubicBezTo>
                    <a:pt x="1746818" y="309972"/>
                    <a:pt x="1555358" y="162415"/>
                    <a:pt x="1306090" y="87447"/>
                  </a:cubicBezTo>
                  <a:cubicBezTo>
                    <a:pt x="1306340" y="90265"/>
                    <a:pt x="1306153" y="91017"/>
                    <a:pt x="1306466" y="91330"/>
                  </a:cubicBezTo>
                  <a:cubicBezTo>
                    <a:pt x="1308846" y="93772"/>
                    <a:pt x="1311163" y="96215"/>
                    <a:pt x="1313793" y="98407"/>
                  </a:cubicBezTo>
                  <a:cubicBezTo>
                    <a:pt x="1363334" y="139430"/>
                    <a:pt x="1403417" y="188532"/>
                    <a:pt x="1437300" y="243020"/>
                  </a:cubicBezTo>
                  <a:cubicBezTo>
                    <a:pt x="1488281" y="325128"/>
                    <a:pt x="1521976" y="414501"/>
                    <a:pt x="1547655" y="507257"/>
                  </a:cubicBezTo>
                  <a:cubicBezTo>
                    <a:pt x="1550160" y="516275"/>
                    <a:pt x="1553103" y="525231"/>
                    <a:pt x="1555859" y="534250"/>
                  </a:cubicBezTo>
                  <a:cubicBezTo>
                    <a:pt x="1664898" y="534188"/>
                    <a:pt x="1772309" y="534188"/>
                    <a:pt x="1885356" y="534188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" name="图形 4"/>
            <p:cNvGrpSpPr/>
            <p:nvPr/>
          </p:nvGrpSpPr>
          <p:grpSpPr>
            <a:xfrm>
              <a:off x="10308669" y="437286"/>
              <a:ext cx="286717" cy="271398"/>
              <a:chOff x="7567305" y="-62"/>
              <a:chExt cx="1997151" cy="1890443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/>
            </p:nvSpPr>
            <p:spPr>
              <a:xfrm>
                <a:off x="7879555" y="257308"/>
                <a:ext cx="1677359" cy="1443861"/>
              </a:xfrm>
              <a:custGeom>
                <a:avLst/>
                <a:gdLst>
                  <a:gd name="connsiteX0" fmla="*/ 76997 w 1677359"/>
                  <a:gd name="connsiteY0" fmla="*/ 1441722 h 1443861"/>
                  <a:gd name="connsiteX1" fmla="*/ 179210 w 1677359"/>
                  <a:gd name="connsiteY1" fmla="*/ 1393371 h 1443861"/>
                  <a:gd name="connsiteX2" fmla="*/ 189168 w 1677359"/>
                  <a:gd name="connsiteY2" fmla="*/ 1331681 h 1443861"/>
                  <a:gd name="connsiteX3" fmla="*/ 135368 w 1677359"/>
                  <a:gd name="connsiteY3" fmla="*/ 1260408 h 1443861"/>
                  <a:gd name="connsiteX4" fmla="*/ 372611 w 1677359"/>
                  <a:gd name="connsiteY4" fmla="*/ 190497 h 1443861"/>
                  <a:gd name="connsiteX5" fmla="*/ 418457 w 1677359"/>
                  <a:gd name="connsiteY5" fmla="*/ 190497 h 1443861"/>
                  <a:gd name="connsiteX6" fmla="*/ 712881 w 1677359"/>
                  <a:gd name="connsiteY6" fmla="*/ 700620 h 1443861"/>
                  <a:gd name="connsiteX7" fmla="*/ 712818 w 1677359"/>
                  <a:gd name="connsiteY7" fmla="*/ 827696 h 1443861"/>
                  <a:gd name="connsiteX8" fmla="*/ 765114 w 1677359"/>
                  <a:gd name="connsiteY8" fmla="*/ 858134 h 1443861"/>
                  <a:gd name="connsiteX9" fmla="*/ 844717 w 1677359"/>
                  <a:gd name="connsiteY9" fmla="*/ 839784 h 1443861"/>
                  <a:gd name="connsiteX10" fmla="*/ 861001 w 1677359"/>
                  <a:gd name="connsiteY10" fmla="*/ 853750 h 1443861"/>
                  <a:gd name="connsiteX11" fmla="*/ 1111960 w 1677359"/>
                  <a:gd name="connsiteY11" fmla="*/ 1078718 h 1443861"/>
                  <a:gd name="connsiteX12" fmla="*/ 1126929 w 1677359"/>
                  <a:gd name="connsiteY12" fmla="*/ 1108091 h 1443861"/>
                  <a:gd name="connsiteX13" fmla="*/ 1201083 w 1677359"/>
                  <a:gd name="connsiteY13" fmla="*/ 1191327 h 1443861"/>
                  <a:gd name="connsiteX14" fmla="*/ 1301416 w 1677359"/>
                  <a:gd name="connsiteY14" fmla="*/ 1150617 h 1443861"/>
                  <a:gd name="connsiteX15" fmla="*/ 1297470 w 1677359"/>
                  <a:gd name="connsiteY15" fmla="*/ 1040764 h 1443861"/>
                  <a:gd name="connsiteX16" fmla="*/ 1287262 w 1677359"/>
                  <a:gd name="connsiteY16" fmla="*/ 1027361 h 1443861"/>
                  <a:gd name="connsiteX17" fmla="*/ 1554567 w 1677359"/>
                  <a:gd name="connsiteY17" fmla="*/ 440391 h 1443861"/>
                  <a:gd name="connsiteX18" fmla="*/ 1572354 w 1677359"/>
                  <a:gd name="connsiteY18" fmla="*/ 441832 h 1443861"/>
                  <a:gd name="connsiteX19" fmla="*/ 1620266 w 1677359"/>
                  <a:gd name="connsiteY19" fmla="*/ 433752 h 1443861"/>
                  <a:gd name="connsiteX20" fmla="*/ 1666425 w 1677359"/>
                  <a:gd name="connsiteY20" fmla="*/ 302856 h 1443861"/>
                  <a:gd name="connsiteX21" fmla="*/ 1532459 w 1677359"/>
                  <a:gd name="connsiteY21" fmla="*/ 264589 h 1443861"/>
                  <a:gd name="connsiteX22" fmla="*/ 1502584 w 1677359"/>
                  <a:gd name="connsiteY22" fmla="*/ 400371 h 1443861"/>
                  <a:gd name="connsiteX23" fmla="*/ 1505340 w 1677359"/>
                  <a:gd name="connsiteY23" fmla="*/ 437135 h 1443861"/>
                  <a:gd name="connsiteX24" fmla="*/ 1254820 w 1677359"/>
                  <a:gd name="connsiteY24" fmla="*/ 986526 h 1443861"/>
                  <a:gd name="connsiteX25" fmla="*/ 1245550 w 1677359"/>
                  <a:gd name="connsiteY25" fmla="*/ 1005315 h 1443861"/>
                  <a:gd name="connsiteX26" fmla="*/ 1141835 w 1677359"/>
                  <a:gd name="connsiteY26" fmla="*/ 1043582 h 1443861"/>
                  <a:gd name="connsiteX27" fmla="*/ 873214 w 1677359"/>
                  <a:gd name="connsiteY27" fmla="*/ 802456 h 1443861"/>
                  <a:gd name="connsiteX28" fmla="*/ 854550 w 1677359"/>
                  <a:gd name="connsiteY28" fmla="*/ 699993 h 1443861"/>
                  <a:gd name="connsiteX29" fmla="*/ 751587 w 1677359"/>
                  <a:gd name="connsiteY29" fmla="*/ 674816 h 1443861"/>
                  <a:gd name="connsiteX30" fmla="*/ 457601 w 1677359"/>
                  <a:gd name="connsiteY30" fmla="*/ 165883 h 1443861"/>
                  <a:gd name="connsiteX31" fmla="*/ 468373 w 1677359"/>
                  <a:gd name="connsiteY31" fmla="*/ 151729 h 1443861"/>
                  <a:gd name="connsiteX32" fmla="*/ 454093 w 1677359"/>
                  <a:gd name="connsiteY32" fmla="*/ 23462 h 1443861"/>
                  <a:gd name="connsiteX33" fmla="*/ 325075 w 1677359"/>
                  <a:gd name="connsiteY33" fmla="*/ 26719 h 1443861"/>
                  <a:gd name="connsiteX34" fmla="*/ 317810 w 1677359"/>
                  <a:gd name="connsiteY34" fmla="*/ 155236 h 1443861"/>
                  <a:gd name="connsiteX35" fmla="*/ 325702 w 1677359"/>
                  <a:gd name="connsiteY35" fmla="*/ 188368 h 1443861"/>
                  <a:gd name="connsiteX36" fmla="*/ 109314 w 1677359"/>
                  <a:gd name="connsiteY36" fmla="*/ 1164521 h 1443861"/>
                  <a:gd name="connsiteX37" fmla="*/ 89586 w 1677359"/>
                  <a:gd name="connsiteY37" fmla="*/ 1251326 h 1443861"/>
                  <a:gd name="connsiteX38" fmla="*/ 25 w 1677359"/>
                  <a:gd name="connsiteY38" fmla="*/ 1349969 h 1443861"/>
                  <a:gd name="connsiteX39" fmla="*/ 76997 w 1677359"/>
                  <a:gd name="connsiteY39" fmla="*/ 1441722 h 1443861"/>
                  <a:gd name="connsiteX40" fmla="*/ 1580997 w 1677359"/>
                  <a:gd name="connsiteY40" fmla="*/ 299223 h 1443861"/>
                  <a:gd name="connsiteX41" fmla="*/ 1630037 w 1677359"/>
                  <a:gd name="connsiteY41" fmla="*/ 349077 h 1443861"/>
                  <a:gd name="connsiteX42" fmla="*/ 1579933 w 1677359"/>
                  <a:gd name="connsiteY42" fmla="*/ 395924 h 1443861"/>
                  <a:gd name="connsiteX43" fmla="*/ 1532521 w 1677359"/>
                  <a:gd name="connsiteY43" fmla="*/ 346947 h 1443861"/>
                  <a:gd name="connsiteX44" fmla="*/ 1580997 w 1677359"/>
                  <a:gd name="connsiteY44" fmla="*/ 299223 h 1443861"/>
                  <a:gd name="connsiteX45" fmla="*/ 1222502 w 1677359"/>
                  <a:gd name="connsiteY45" fmla="*/ 1049031 h 1443861"/>
                  <a:gd name="connsiteX46" fmla="*/ 1270101 w 1677359"/>
                  <a:gd name="connsiteY46" fmla="*/ 1097945 h 1443861"/>
                  <a:gd name="connsiteX47" fmla="*/ 1220748 w 1677359"/>
                  <a:gd name="connsiteY47" fmla="*/ 1146671 h 1443861"/>
                  <a:gd name="connsiteX48" fmla="*/ 1172649 w 1677359"/>
                  <a:gd name="connsiteY48" fmla="*/ 1098258 h 1443861"/>
                  <a:gd name="connsiteX49" fmla="*/ 1222502 w 1677359"/>
                  <a:gd name="connsiteY49" fmla="*/ 1049031 h 1443861"/>
                  <a:gd name="connsiteX50" fmla="*/ 784592 w 1677359"/>
                  <a:gd name="connsiteY50" fmla="*/ 716465 h 1443861"/>
                  <a:gd name="connsiteX51" fmla="*/ 833506 w 1677359"/>
                  <a:gd name="connsiteY51" fmla="*/ 766193 h 1443861"/>
                  <a:gd name="connsiteX52" fmla="*/ 784780 w 1677359"/>
                  <a:gd name="connsiteY52" fmla="*/ 813730 h 1443861"/>
                  <a:gd name="connsiteX53" fmla="*/ 736054 w 1677359"/>
                  <a:gd name="connsiteY53" fmla="*/ 766381 h 1443861"/>
                  <a:gd name="connsiteX54" fmla="*/ 784592 w 1677359"/>
                  <a:gd name="connsiteY54" fmla="*/ 716465 h 1443861"/>
                  <a:gd name="connsiteX55" fmla="*/ 390711 w 1677359"/>
                  <a:gd name="connsiteY55" fmla="*/ 46824 h 1443861"/>
                  <a:gd name="connsiteX56" fmla="*/ 439751 w 1677359"/>
                  <a:gd name="connsiteY56" fmla="*/ 96301 h 1443861"/>
                  <a:gd name="connsiteX57" fmla="*/ 391776 w 1677359"/>
                  <a:gd name="connsiteY57" fmla="*/ 144339 h 1443861"/>
                  <a:gd name="connsiteX58" fmla="*/ 342361 w 1677359"/>
                  <a:gd name="connsiteY58" fmla="*/ 95299 h 1443861"/>
                  <a:gd name="connsiteX59" fmla="*/ 390711 w 1677359"/>
                  <a:gd name="connsiteY59" fmla="*/ 46824 h 1443861"/>
                  <a:gd name="connsiteX60" fmla="*/ 96037 w 1677359"/>
                  <a:gd name="connsiteY60" fmla="*/ 1299802 h 1443861"/>
                  <a:gd name="connsiteX61" fmla="*/ 143886 w 1677359"/>
                  <a:gd name="connsiteY61" fmla="*/ 1348027 h 1443861"/>
                  <a:gd name="connsiteX62" fmla="*/ 94847 w 1677359"/>
                  <a:gd name="connsiteY62" fmla="*/ 1397067 h 1443861"/>
                  <a:gd name="connsiteX63" fmla="*/ 46496 w 1677359"/>
                  <a:gd name="connsiteY63" fmla="*/ 1348842 h 1443861"/>
                  <a:gd name="connsiteX64" fmla="*/ 96037 w 1677359"/>
                  <a:gd name="connsiteY64" fmla="*/ 1299802 h 144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677359" h="1443861">
                    <a:moveTo>
                      <a:pt x="76997" y="1441722"/>
                    </a:moveTo>
                    <a:cubicBezTo>
                      <a:pt x="115703" y="1450866"/>
                      <a:pt x="159669" y="1429947"/>
                      <a:pt x="179210" y="1393371"/>
                    </a:cubicBezTo>
                    <a:cubicBezTo>
                      <a:pt x="189606" y="1373894"/>
                      <a:pt x="192863" y="1353226"/>
                      <a:pt x="189168" y="1331681"/>
                    </a:cubicBezTo>
                    <a:cubicBezTo>
                      <a:pt x="183594" y="1299113"/>
                      <a:pt x="162801" y="1277130"/>
                      <a:pt x="135368" y="1260408"/>
                    </a:cubicBezTo>
                    <a:cubicBezTo>
                      <a:pt x="214595" y="903040"/>
                      <a:pt x="293510" y="547113"/>
                      <a:pt x="372611" y="190497"/>
                    </a:cubicBezTo>
                    <a:cubicBezTo>
                      <a:pt x="388832" y="190497"/>
                      <a:pt x="403050" y="190497"/>
                      <a:pt x="418457" y="190497"/>
                    </a:cubicBezTo>
                    <a:cubicBezTo>
                      <a:pt x="516598" y="360538"/>
                      <a:pt x="615053" y="531142"/>
                      <a:pt x="712881" y="700620"/>
                    </a:cubicBezTo>
                    <a:cubicBezTo>
                      <a:pt x="682130" y="751538"/>
                      <a:pt x="682505" y="793563"/>
                      <a:pt x="712818" y="827696"/>
                    </a:cubicBezTo>
                    <a:cubicBezTo>
                      <a:pt x="726910" y="843542"/>
                      <a:pt x="744321" y="853688"/>
                      <a:pt x="765114" y="858134"/>
                    </a:cubicBezTo>
                    <a:cubicBezTo>
                      <a:pt x="794425" y="864460"/>
                      <a:pt x="820292" y="855504"/>
                      <a:pt x="844717" y="839784"/>
                    </a:cubicBezTo>
                    <a:cubicBezTo>
                      <a:pt x="850667" y="844857"/>
                      <a:pt x="855928" y="849178"/>
                      <a:pt x="861001" y="853750"/>
                    </a:cubicBezTo>
                    <a:cubicBezTo>
                      <a:pt x="944612" y="928781"/>
                      <a:pt x="1028098" y="1003937"/>
                      <a:pt x="1111960" y="1078718"/>
                    </a:cubicBezTo>
                    <a:cubicBezTo>
                      <a:pt x="1121167" y="1086985"/>
                      <a:pt x="1125739" y="1095315"/>
                      <a:pt x="1126929" y="1108091"/>
                    </a:cubicBezTo>
                    <a:cubicBezTo>
                      <a:pt x="1131000" y="1149740"/>
                      <a:pt x="1160686" y="1181932"/>
                      <a:pt x="1201083" y="1191327"/>
                    </a:cubicBezTo>
                    <a:cubicBezTo>
                      <a:pt x="1238786" y="1200095"/>
                      <a:pt x="1279997" y="1183373"/>
                      <a:pt x="1301416" y="1150617"/>
                    </a:cubicBezTo>
                    <a:cubicBezTo>
                      <a:pt x="1323212" y="1117235"/>
                      <a:pt x="1321709" y="1073832"/>
                      <a:pt x="1297470" y="1040764"/>
                    </a:cubicBezTo>
                    <a:cubicBezTo>
                      <a:pt x="1294277" y="1036442"/>
                      <a:pt x="1290957" y="1032183"/>
                      <a:pt x="1287262" y="1027361"/>
                    </a:cubicBezTo>
                    <a:cubicBezTo>
                      <a:pt x="1376448" y="831517"/>
                      <a:pt x="1465507" y="636048"/>
                      <a:pt x="1554567" y="440391"/>
                    </a:cubicBezTo>
                    <a:cubicBezTo>
                      <a:pt x="1561644" y="441018"/>
                      <a:pt x="1567156" y="442458"/>
                      <a:pt x="1572354" y="441832"/>
                    </a:cubicBezTo>
                    <a:cubicBezTo>
                      <a:pt x="1588450" y="439765"/>
                      <a:pt x="1605674" y="439828"/>
                      <a:pt x="1620266" y="433752"/>
                    </a:cubicBezTo>
                    <a:cubicBezTo>
                      <a:pt x="1671498" y="412396"/>
                      <a:pt x="1691853" y="352208"/>
                      <a:pt x="1666425" y="302856"/>
                    </a:cubicBezTo>
                    <a:cubicBezTo>
                      <a:pt x="1641123" y="253753"/>
                      <a:pt x="1580872" y="236530"/>
                      <a:pt x="1532459" y="264589"/>
                    </a:cubicBezTo>
                    <a:cubicBezTo>
                      <a:pt x="1485423" y="291833"/>
                      <a:pt x="1470643" y="355214"/>
                      <a:pt x="1502584" y="400371"/>
                    </a:cubicBezTo>
                    <a:cubicBezTo>
                      <a:pt x="1512041" y="413711"/>
                      <a:pt x="1511728" y="423231"/>
                      <a:pt x="1505340" y="437135"/>
                    </a:cubicBezTo>
                    <a:cubicBezTo>
                      <a:pt x="1421478" y="620077"/>
                      <a:pt x="1338243" y="803333"/>
                      <a:pt x="1254820" y="986526"/>
                    </a:cubicBezTo>
                    <a:cubicBezTo>
                      <a:pt x="1252001" y="992664"/>
                      <a:pt x="1248870" y="998614"/>
                      <a:pt x="1245550" y="1005315"/>
                    </a:cubicBezTo>
                    <a:cubicBezTo>
                      <a:pt x="1203150" y="996484"/>
                      <a:pt x="1169580" y="1011077"/>
                      <a:pt x="1141835" y="1043582"/>
                    </a:cubicBezTo>
                    <a:cubicBezTo>
                      <a:pt x="1051710" y="962664"/>
                      <a:pt x="962650" y="882748"/>
                      <a:pt x="873214" y="802456"/>
                    </a:cubicBezTo>
                    <a:cubicBezTo>
                      <a:pt x="886241" y="764064"/>
                      <a:pt x="881732" y="729429"/>
                      <a:pt x="854550" y="699993"/>
                    </a:cubicBezTo>
                    <a:cubicBezTo>
                      <a:pt x="826555" y="669680"/>
                      <a:pt x="791294" y="664419"/>
                      <a:pt x="751587" y="674816"/>
                    </a:cubicBezTo>
                    <a:cubicBezTo>
                      <a:pt x="653320" y="504712"/>
                      <a:pt x="555491" y="335298"/>
                      <a:pt x="457601" y="165883"/>
                    </a:cubicBezTo>
                    <a:cubicBezTo>
                      <a:pt x="461797" y="160372"/>
                      <a:pt x="465179" y="156113"/>
                      <a:pt x="468373" y="151729"/>
                    </a:cubicBezTo>
                    <a:cubicBezTo>
                      <a:pt x="497496" y="111270"/>
                      <a:pt x="491233" y="55466"/>
                      <a:pt x="454093" y="23462"/>
                    </a:cubicBezTo>
                    <a:cubicBezTo>
                      <a:pt x="416327" y="-9043"/>
                      <a:pt x="360210" y="-7602"/>
                      <a:pt x="325075" y="26719"/>
                    </a:cubicBezTo>
                    <a:cubicBezTo>
                      <a:pt x="289376" y="61604"/>
                      <a:pt x="285555" y="116781"/>
                      <a:pt x="317810" y="155236"/>
                    </a:cubicBezTo>
                    <a:cubicBezTo>
                      <a:pt x="326891" y="166071"/>
                      <a:pt x="328708" y="174965"/>
                      <a:pt x="325702" y="188368"/>
                    </a:cubicBezTo>
                    <a:cubicBezTo>
                      <a:pt x="253301" y="513669"/>
                      <a:pt x="181339" y="839095"/>
                      <a:pt x="109314" y="1164521"/>
                    </a:cubicBezTo>
                    <a:cubicBezTo>
                      <a:pt x="102801" y="1193832"/>
                      <a:pt x="96037" y="1223018"/>
                      <a:pt x="89586" y="1251326"/>
                    </a:cubicBezTo>
                    <a:cubicBezTo>
                      <a:pt x="28333" y="1269113"/>
                      <a:pt x="-977" y="1301869"/>
                      <a:pt x="25" y="1349969"/>
                    </a:cubicBezTo>
                    <a:cubicBezTo>
                      <a:pt x="901" y="1394749"/>
                      <a:pt x="31152" y="1430887"/>
                      <a:pt x="76997" y="1441722"/>
                    </a:cubicBezTo>
                    <a:close/>
                    <a:moveTo>
                      <a:pt x="1580997" y="299223"/>
                    </a:moveTo>
                    <a:cubicBezTo>
                      <a:pt x="1608805" y="299286"/>
                      <a:pt x="1631289" y="322083"/>
                      <a:pt x="1630037" y="349077"/>
                    </a:cubicBezTo>
                    <a:cubicBezTo>
                      <a:pt x="1628784" y="375882"/>
                      <a:pt x="1606801" y="396425"/>
                      <a:pt x="1579933" y="395924"/>
                    </a:cubicBezTo>
                    <a:cubicBezTo>
                      <a:pt x="1552751" y="395423"/>
                      <a:pt x="1532333" y="374316"/>
                      <a:pt x="1532521" y="346947"/>
                    </a:cubicBezTo>
                    <a:cubicBezTo>
                      <a:pt x="1532709" y="319703"/>
                      <a:pt x="1553565" y="299223"/>
                      <a:pt x="1580997" y="299223"/>
                    </a:cubicBezTo>
                    <a:close/>
                    <a:moveTo>
                      <a:pt x="1222502" y="1049031"/>
                    </a:moveTo>
                    <a:cubicBezTo>
                      <a:pt x="1248932" y="1049532"/>
                      <a:pt x="1270101" y="1071327"/>
                      <a:pt x="1270101" y="1097945"/>
                    </a:cubicBezTo>
                    <a:cubicBezTo>
                      <a:pt x="1270101" y="1125816"/>
                      <a:pt x="1248557" y="1147047"/>
                      <a:pt x="1220748" y="1146671"/>
                    </a:cubicBezTo>
                    <a:cubicBezTo>
                      <a:pt x="1194256" y="1146296"/>
                      <a:pt x="1172586" y="1124500"/>
                      <a:pt x="1172649" y="1098258"/>
                    </a:cubicBezTo>
                    <a:cubicBezTo>
                      <a:pt x="1172712" y="1071453"/>
                      <a:pt x="1195947" y="1048530"/>
                      <a:pt x="1222502" y="1049031"/>
                    </a:cubicBezTo>
                    <a:close/>
                    <a:moveTo>
                      <a:pt x="784592" y="716465"/>
                    </a:moveTo>
                    <a:cubicBezTo>
                      <a:pt x="811711" y="716402"/>
                      <a:pt x="833945" y="739012"/>
                      <a:pt x="833506" y="766193"/>
                    </a:cubicBezTo>
                    <a:cubicBezTo>
                      <a:pt x="833068" y="792623"/>
                      <a:pt x="811461" y="813730"/>
                      <a:pt x="784780" y="813730"/>
                    </a:cubicBezTo>
                    <a:cubicBezTo>
                      <a:pt x="757912" y="813792"/>
                      <a:pt x="736492" y="792936"/>
                      <a:pt x="736054" y="766381"/>
                    </a:cubicBezTo>
                    <a:cubicBezTo>
                      <a:pt x="735616" y="738761"/>
                      <a:pt x="757223" y="716528"/>
                      <a:pt x="784592" y="716465"/>
                    </a:cubicBezTo>
                    <a:close/>
                    <a:moveTo>
                      <a:pt x="390711" y="46824"/>
                    </a:moveTo>
                    <a:cubicBezTo>
                      <a:pt x="417768" y="46448"/>
                      <a:pt x="439876" y="68744"/>
                      <a:pt x="439751" y="96301"/>
                    </a:cubicBezTo>
                    <a:cubicBezTo>
                      <a:pt x="439625" y="123232"/>
                      <a:pt x="418770" y="144151"/>
                      <a:pt x="391776" y="144339"/>
                    </a:cubicBezTo>
                    <a:cubicBezTo>
                      <a:pt x="364282" y="144527"/>
                      <a:pt x="341985" y="122418"/>
                      <a:pt x="342361" y="95299"/>
                    </a:cubicBezTo>
                    <a:cubicBezTo>
                      <a:pt x="342674" y="69308"/>
                      <a:pt x="364720" y="47199"/>
                      <a:pt x="390711" y="46824"/>
                    </a:cubicBezTo>
                    <a:close/>
                    <a:moveTo>
                      <a:pt x="96037" y="1299802"/>
                    </a:moveTo>
                    <a:cubicBezTo>
                      <a:pt x="123030" y="1300115"/>
                      <a:pt x="143761" y="1321034"/>
                      <a:pt x="143886" y="1348027"/>
                    </a:cubicBezTo>
                    <a:cubicBezTo>
                      <a:pt x="144011" y="1375898"/>
                      <a:pt x="122529" y="1397380"/>
                      <a:pt x="94847" y="1397067"/>
                    </a:cubicBezTo>
                    <a:cubicBezTo>
                      <a:pt x="68417" y="1396754"/>
                      <a:pt x="46872" y="1375271"/>
                      <a:pt x="46496" y="1348842"/>
                    </a:cubicBezTo>
                    <a:cubicBezTo>
                      <a:pt x="46121" y="1321848"/>
                      <a:pt x="68730" y="1299426"/>
                      <a:pt x="96037" y="1299802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7567305" y="-62"/>
                <a:ext cx="1997151" cy="1890443"/>
              </a:xfrm>
              <a:custGeom>
                <a:avLst/>
                <a:gdLst>
                  <a:gd name="connsiteX0" fmla="*/ 1966651 w 1997151"/>
                  <a:gd name="connsiteY0" fmla="*/ 1843581 h 1890443"/>
                  <a:gd name="connsiteX1" fmla="*/ 203362 w 1997151"/>
                  <a:gd name="connsiteY1" fmla="*/ 1843581 h 1890443"/>
                  <a:gd name="connsiteX2" fmla="*/ 178685 w 1997151"/>
                  <a:gd name="connsiteY2" fmla="*/ 1843518 h 1890443"/>
                  <a:gd name="connsiteX3" fmla="*/ 108038 w 1997151"/>
                  <a:gd name="connsiteY3" fmla="*/ 1772370 h 1890443"/>
                  <a:gd name="connsiteX4" fmla="*/ 108038 w 1997151"/>
                  <a:gd name="connsiteY4" fmla="*/ 1665523 h 1890443"/>
                  <a:gd name="connsiteX5" fmla="*/ 110356 w 1997151"/>
                  <a:gd name="connsiteY5" fmla="*/ 1650617 h 1890443"/>
                  <a:gd name="connsiteX6" fmla="*/ 144113 w 1997151"/>
                  <a:gd name="connsiteY6" fmla="*/ 1650492 h 1890443"/>
                  <a:gd name="connsiteX7" fmla="*/ 171170 w 1997151"/>
                  <a:gd name="connsiteY7" fmla="*/ 1626004 h 1890443"/>
                  <a:gd name="connsiteX8" fmla="*/ 144051 w 1997151"/>
                  <a:gd name="connsiteY8" fmla="*/ 1604208 h 1890443"/>
                  <a:gd name="connsiteX9" fmla="*/ 109041 w 1997151"/>
                  <a:gd name="connsiteY9" fmla="*/ 1603081 h 1890443"/>
                  <a:gd name="connsiteX10" fmla="*/ 109041 w 1997151"/>
                  <a:gd name="connsiteY10" fmla="*/ 1364022 h 1890443"/>
                  <a:gd name="connsiteX11" fmla="*/ 127892 w 1997151"/>
                  <a:gd name="connsiteY11" fmla="*/ 1362456 h 1890443"/>
                  <a:gd name="connsiteX12" fmla="*/ 150439 w 1997151"/>
                  <a:gd name="connsiteY12" fmla="*/ 1361454 h 1890443"/>
                  <a:gd name="connsiteX13" fmla="*/ 171295 w 1997151"/>
                  <a:gd name="connsiteY13" fmla="*/ 1337655 h 1890443"/>
                  <a:gd name="connsiteX14" fmla="*/ 150126 w 1997151"/>
                  <a:gd name="connsiteY14" fmla="*/ 1316235 h 1890443"/>
                  <a:gd name="connsiteX15" fmla="*/ 127579 w 1997151"/>
                  <a:gd name="connsiteY15" fmla="*/ 1315358 h 1890443"/>
                  <a:gd name="connsiteX16" fmla="*/ 110418 w 1997151"/>
                  <a:gd name="connsiteY16" fmla="*/ 1313605 h 1890443"/>
                  <a:gd name="connsiteX17" fmla="*/ 111483 w 1997151"/>
                  <a:gd name="connsiteY17" fmla="*/ 1088449 h 1890443"/>
                  <a:gd name="connsiteX18" fmla="*/ 127516 w 1997151"/>
                  <a:gd name="connsiteY18" fmla="*/ 1087572 h 1890443"/>
                  <a:gd name="connsiteX19" fmla="*/ 143926 w 1997151"/>
                  <a:gd name="connsiteY19" fmla="*/ 1087447 h 1890443"/>
                  <a:gd name="connsiteX20" fmla="*/ 171170 w 1997151"/>
                  <a:gd name="connsiteY20" fmla="*/ 1063585 h 1890443"/>
                  <a:gd name="connsiteX21" fmla="*/ 144364 w 1997151"/>
                  <a:gd name="connsiteY21" fmla="*/ 1041226 h 1890443"/>
                  <a:gd name="connsiteX22" fmla="*/ 109291 w 1997151"/>
                  <a:gd name="connsiteY22" fmla="*/ 1040349 h 1890443"/>
                  <a:gd name="connsiteX23" fmla="*/ 109291 w 1997151"/>
                  <a:gd name="connsiteY23" fmla="*/ 825528 h 1890443"/>
                  <a:gd name="connsiteX24" fmla="*/ 132652 w 1997151"/>
                  <a:gd name="connsiteY24" fmla="*/ 825528 h 1890443"/>
                  <a:gd name="connsiteX25" fmla="*/ 151128 w 1997151"/>
                  <a:gd name="connsiteY25" fmla="*/ 825215 h 1890443"/>
                  <a:gd name="connsiteX26" fmla="*/ 171170 w 1997151"/>
                  <a:gd name="connsiteY26" fmla="*/ 805048 h 1890443"/>
                  <a:gd name="connsiteX27" fmla="*/ 155575 w 1997151"/>
                  <a:gd name="connsiteY27" fmla="*/ 781374 h 1890443"/>
                  <a:gd name="connsiteX28" fmla="*/ 135283 w 1997151"/>
                  <a:gd name="connsiteY28" fmla="*/ 779369 h 1890443"/>
                  <a:gd name="connsiteX29" fmla="*/ 109103 w 1997151"/>
                  <a:gd name="connsiteY29" fmla="*/ 778305 h 1890443"/>
                  <a:gd name="connsiteX30" fmla="*/ 109103 w 1997151"/>
                  <a:gd name="connsiteY30" fmla="*/ 558285 h 1890443"/>
                  <a:gd name="connsiteX31" fmla="*/ 124009 w 1997151"/>
                  <a:gd name="connsiteY31" fmla="*/ 556030 h 1890443"/>
                  <a:gd name="connsiteX32" fmla="*/ 150689 w 1997151"/>
                  <a:gd name="connsiteY32" fmla="*/ 554966 h 1890443"/>
                  <a:gd name="connsiteX33" fmla="*/ 171232 w 1997151"/>
                  <a:gd name="connsiteY33" fmla="*/ 533045 h 1890443"/>
                  <a:gd name="connsiteX34" fmla="*/ 151692 w 1997151"/>
                  <a:gd name="connsiteY34" fmla="*/ 510185 h 1890443"/>
                  <a:gd name="connsiteX35" fmla="*/ 131274 w 1997151"/>
                  <a:gd name="connsiteY35" fmla="*/ 508933 h 1890443"/>
                  <a:gd name="connsiteX36" fmla="*/ 109228 w 1997151"/>
                  <a:gd name="connsiteY36" fmla="*/ 507492 h 1890443"/>
                  <a:gd name="connsiteX37" fmla="*/ 109228 w 1997151"/>
                  <a:gd name="connsiteY37" fmla="*/ 287284 h 1890443"/>
                  <a:gd name="connsiteX38" fmla="*/ 128456 w 1997151"/>
                  <a:gd name="connsiteY38" fmla="*/ 286094 h 1890443"/>
                  <a:gd name="connsiteX39" fmla="*/ 146932 w 1997151"/>
                  <a:gd name="connsiteY39" fmla="*/ 285907 h 1890443"/>
                  <a:gd name="connsiteX40" fmla="*/ 171420 w 1997151"/>
                  <a:gd name="connsiteY40" fmla="*/ 263234 h 1890443"/>
                  <a:gd name="connsiteX41" fmla="*/ 147809 w 1997151"/>
                  <a:gd name="connsiteY41" fmla="*/ 240061 h 1890443"/>
                  <a:gd name="connsiteX42" fmla="*/ 125199 w 1997151"/>
                  <a:gd name="connsiteY42" fmla="*/ 239748 h 1890443"/>
                  <a:gd name="connsiteX43" fmla="*/ 107537 w 1997151"/>
                  <a:gd name="connsiteY43" fmla="*/ 237556 h 1890443"/>
                  <a:gd name="connsiteX44" fmla="*/ 107537 w 1997151"/>
                  <a:gd name="connsiteY44" fmla="*/ 0 h 1890443"/>
                  <a:gd name="connsiteX45" fmla="*/ 61504 w 1997151"/>
                  <a:gd name="connsiteY45" fmla="*/ 0 h 1890443"/>
                  <a:gd name="connsiteX46" fmla="*/ 61504 w 1997151"/>
                  <a:gd name="connsiteY46" fmla="*/ 60814 h 1890443"/>
                  <a:gd name="connsiteX47" fmla="*/ 61504 w 1997151"/>
                  <a:gd name="connsiteY47" fmla="*/ 120438 h 1890443"/>
                  <a:gd name="connsiteX48" fmla="*/ 61441 w 1997151"/>
                  <a:gd name="connsiteY48" fmla="*/ 180062 h 1890443"/>
                  <a:gd name="connsiteX49" fmla="*/ 60001 w 1997151"/>
                  <a:gd name="connsiteY49" fmla="*/ 239936 h 1890443"/>
                  <a:gd name="connsiteX50" fmla="*/ 27246 w 1997151"/>
                  <a:gd name="connsiteY50" fmla="*/ 240124 h 1890443"/>
                  <a:gd name="connsiteX51" fmla="*/ 9834 w 1997151"/>
                  <a:gd name="connsiteY51" fmla="*/ 244696 h 1890443"/>
                  <a:gd name="connsiteX52" fmla="*/ 753 w 1997151"/>
                  <a:gd name="connsiteY52" fmla="*/ 267869 h 1890443"/>
                  <a:gd name="connsiteX53" fmla="*/ 22987 w 1997151"/>
                  <a:gd name="connsiteY53" fmla="*/ 285781 h 1890443"/>
                  <a:gd name="connsiteX54" fmla="*/ 58686 w 1997151"/>
                  <a:gd name="connsiteY54" fmla="*/ 285969 h 1890443"/>
                  <a:gd name="connsiteX55" fmla="*/ 57997 w 1997151"/>
                  <a:gd name="connsiteY55" fmla="*/ 508056 h 1890443"/>
                  <a:gd name="connsiteX56" fmla="*/ 42026 w 1997151"/>
                  <a:gd name="connsiteY56" fmla="*/ 508995 h 1890443"/>
                  <a:gd name="connsiteX57" fmla="*/ 25617 w 1997151"/>
                  <a:gd name="connsiteY57" fmla="*/ 509308 h 1890443"/>
                  <a:gd name="connsiteX58" fmla="*/ 127 w 1997151"/>
                  <a:gd name="connsiteY58" fmla="*/ 533358 h 1890443"/>
                  <a:gd name="connsiteX59" fmla="*/ 25053 w 1997151"/>
                  <a:gd name="connsiteY59" fmla="*/ 555655 h 1890443"/>
                  <a:gd name="connsiteX60" fmla="*/ 43529 w 1997151"/>
                  <a:gd name="connsiteY60" fmla="*/ 556156 h 1890443"/>
                  <a:gd name="connsiteX61" fmla="*/ 60001 w 1997151"/>
                  <a:gd name="connsiteY61" fmla="*/ 558097 h 1890443"/>
                  <a:gd name="connsiteX62" fmla="*/ 60001 w 1997151"/>
                  <a:gd name="connsiteY62" fmla="*/ 779808 h 1890443"/>
                  <a:gd name="connsiteX63" fmla="*/ 21922 w 1997151"/>
                  <a:gd name="connsiteY63" fmla="*/ 779996 h 1890443"/>
                  <a:gd name="connsiteX64" fmla="*/ 314 w 1997151"/>
                  <a:gd name="connsiteY64" fmla="*/ 798847 h 1890443"/>
                  <a:gd name="connsiteX65" fmla="*/ 12402 w 1997151"/>
                  <a:gd name="connsiteY65" fmla="*/ 822897 h 1890443"/>
                  <a:gd name="connsiteX66" fmla="*/ 28310 w 1997151"/>
                  <a:gd name="connsiteY66" fmla="*/ 825590 h 1890443"/>
                  <a:gd name="connsiteX67" fmla="*/ 59813 w 1997151"/>
                  <a:gd name="connsiteY67" fmla="*/ 826405 h 1890443"/>
                  <a:gd name="connsiteX68" fmla="*/ 57684 w 1997151"/>
                  <a:gd name="connsiteY68" fmla="*/ 1041602 h 1890443"/>
                  <a:gd name="connsiteX69" fmla="*/ 25743 w 1997151"/>
                  <a:gd name="connsiteY69" fmla="*/ 1041915 h 1890443"/>
                  <a:gd name="connsiteX70" fmla="*/ 7267 w 1997151"/>
                  <a:gd name="connsiteY70" fmla="*/ 1048679 h 1890443"/>
                  <a:gd name="connsiteX71" fmla="*/ 1442 w 1997151"/>
                  <a:gd name="connsiteY71" fmla="*/ 1071038 h 1890443"/>
                  <a:gd name="connsiteX72" fmla="*/ 22861 w 1997151"/>
                  <a:gd name="connsiteY72" fmla="*/ 1087447 h 1890443"/>
                  <a:gd name="connsiteX73" fmla="*/ 60126 w 1997151"/>
                  <a:gd name="connsiteY73" fmla="*/ 1087572 h 1890443"/>
                  <a:gd name="connsiteX74" fmla="*/ 60126 w 1997151"/>
                  <a:gd name="connsiteY74" fmla="*/ 1313980 h 1890443"/>
                  <a:gd name="connsiteX75" fmla="*/ 42778 w 1997151"/>
                  <a:gd name="connsiteY75" fmla="*/ 1315609 h 1890443"/>
                  <a:gd name="connsiteX76" fmla="*/ 24302 w 1997151"/>
                  <a:gd name="connsiteY76" fmla="*/ 1316110 h 1890443"/>
                  <a:gd name="connsiteX77" fmla="*/ 1 w 1997151"/>
                  <a:gd name="connsiteY77" fmla="*/ 1338907 h 1890443"/>
                  <a:gd name="connsiteX78" fmla="*/ 23989 w 1997151"/>
                  <a:gd name="connsiteY78" fmla="*/ 1362206 h 1890443"/>
                  <a:gd name="connsiteX79" fmla="*/ 36327 w 1997151"/>
                  <a:gd name="connsiteY79" fmla="*/ 1362644 h 1890443"/>
                  <a:gd name="connsiteX80" fmla="*/ 60377 w 1997151"/>
                  <a:gd name="connsiteY80" fmla="*/ 1363959 h 1890443"/>
                  <a:gd name="connsiteX81" fmla="*/ 60377 w 1997151"/>
                  <a:gd name="connsiteY81" fmla="*/ 1604709 h 1890443"/>
                  <a:gd name="connsiteX82" fmla="*/ 20795 w 1997151"/>
                  <a:gd name="connsiteY82" fmla="*/ 1604897 h 1890443"/>
                  <a:gd name="connsiteX83" fmla="*/ 314 w 1997151"/>
                  <a:gd name="connsiteY83" fmla="*/ 1624688 h 1890443"/>
                  <a:gd name="connsiteX84" fmla="*/ 15972 w 1997151"/>
                  <a:gd name="connsiteY84" fmla="*/ 1648425 h 1890443"/>
                  <a:gd name="connsiteX85" fmla="*/ 36202 w 1997151"/>
                  <a:gd name="connsiteY85" fmla="*/ 1650805 h 1890443"/>
                  <a:gd name="connsiteX86" fmla="*/ 61567 w 1997151"/>
                  <a:gd name="connsiteY86" fmla="*/ 1651933 h 1890443"/>
                  <a:gd name="connsiteX87" fmla="*/ 61567 w 1997151"/>
                  <a:gd name="connsiteY87" fmla="*/ 1676421 h 1890443"/>
                  <a:gd name="connsiteX88" fmla="*/ 61755 w 1997151"/>
                  <a:gd name="connsiteY88" fmla="*/ 1777130 h 1890443"/>
                  <a:gd name="connsiteX89" fmla="*/ 137788 w 1997151"/>
                  <a:gd name="connsiteY89" fmla="*/ 1883413 h 1890443"/>
                  <a:gd name="connsiteX90" fmla="*/ 184197 w 1997151"/>
                  <a:gd name="connsiteY90" fmla="*/ 1890052 h 1890443"/>
                  <a:gd name="connsiteX91" fmla="*/ 420500 w 1997151"/>
                  <a:gd name="connsiteY91" fmla="*/ 1890366 h 1890443"/>
                  <a:gd name="connsiteX92" fmla="*/ 1967966 w 1997151"/>
                  <a:gd name="connsiteY92" fmla="*/ 1890366 h 1890443"/>
                  <a:gd name="connsiteX93" fmla="*/ 1997151 w 1997151"/>
                  <a:gd name="connsiteY93" fmla="*/ 1890366 h 1890443"/>
                  <a:gd name="connsiteX94" fmla="*/ 1997151 w 1997151"/>
                  <a:gd name="connsiteY94" fmla="*/ 1843769 h 1890443"/>
                  <a:gd name="connsiteX95" fmla="*/ 1966651 w 1997151"/>
                  <a:gd name="connsiteY95" fmla="*/ 1843581 h 1890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997151" h="1890443">
                    <a:moveTo>
                      <a:pt x="1966651" y="1843581"/>
                    </a:moveTo>
                    <a:cubicBezTo>
                      <a:pt x="1378867" y="1843581"/>
                      <a:pt x="791145" y="1843581"/>
                      <a:pt x="203362" y="1843581"/>
                    </a:cubicBezTo>
                    <a:cubicBezTo>
                      <a:pt x="195157" y="1843581"/>
                      <a:pt x="186890" y="1843706"/>
                      <a:pt x="178685" y="1843518"/>
                    </a:cubicBezTo>
                    <a:cubicBezTo>
                      <a:pt x="135032" y="1842516"/>
                      <a:pt x="108665" y="1816337"/>
                      <a:pt x="108038" y="1772370"/>
                    </a:cubicBezTo>
                    <a:cubicBezTo>
                      <a:pt x="107537" y="1736734"/>
                      <a:pt x="107851" y="1701097"/>
                      <a:pt x="108038" y="1665523"/>
                    </a:cubicBezTo>
                    <a:cubicBezTo>
                      <a:pt x="108038" y="1661014"/>
                      <a:pt x="109416" y="1656567"/>
                      <a:pt x="110356" y="1650617"/>
                    </a:cubicBezTo>
                    <a:cubicBezTo>
                      <a:pt x="122318" y="1650617"/>
                      <a:pt x="133216" y="1651056"/>
                      <a:pt x="144113" y="1650492"/>
                    </a:cubicBezTo>
                    <a:cubicBezTo>
                      <a:pt x="161211" y="1649615"/>
                      <a:pt x="171858" y="1639657"/>
                      <a:pt x="171170" y="1626004"/>
                    </a:cubicBezTo>
                    <a:cubicBezTo>
                      <a:pt x="170481" y="1612789"/>
                      <a:pt x="160710" y="1604897"/>
                      <a:pt x="144051" y="1604208"/>
                    </a:cubicBezTo>
                    <a:cubicBezTo>
                      <a:pt x="132652" y="1603770"/>
                      <a:pt x="121316" y="1603457"/>
                      <a:pt x="109041" y="1603081"/>
                    </a:cubicBezTo>
                    <a:cubicBezTo>
                      <a:pt x="109041" y="1522351"/>
                      <a:pt x="109041" y="1443938"/>
                      <a:pt x="109041" y="1364022"/>
                    </a:cubicBezTo>
                    <a:cubicBezTo>
                      <a:pt x="115992" y="1363458"/>
                      <a:pt x="121942" y="1362832"/>
                      <a:pt x="127892" y="1362456"/>
                    </a:cubicBezTo>
                    <a:cubicBezTo>
                      <a:pt x="135408" y="1362018"/>
                      <a:pt x="143049" y="1362644"/>
                      <a:pt x="150439" y="1361454"/>
                    </a:cubicBezTo>
                    <a:cubicBezTo>
                      <a:pt x="163779" y="1359325"/>
                      <a:pt x="172046" y="1349366"/>
                      <a:pt x="171295" y="1337655"/>
                    </a:cubicBezTo>
                    <a:cubicBezTo>
                      <a:pt x="170606" y="1326506"/>
                      <a:pt x="162464" y="1317863"/>
                      <a:pt x="150126" y="1316235"/>
                    </a:cubicBezTo>
                    <a:cubicBezTo>
                      <a:pt x="142673" y="1315296"/>
                      <a:pt x="135095" y="1315797"/>
                      <a:pt x="127579" y="1315358"/>
                    </a:cubicBezTo>
                    <a:cubicBezTo>
                      <a:pt x="121692" y="1314982"/>
                      <a:pt x="115804" y="1314168"/>
                      <a:pt x="110418" y="1313605"/>
                    </a:cubicBezTo>
                    <a:cubicBezTo>
                      <a:pt x="106159" y="1288239"/>
                      <a:pt x="107162" y="1103794"/>
                      <a:pt x="111483" y="1088449"/>
                    </a:cubicBezTo>
                    <a:cubicBezTo>
                      <a:pt x="116681" y="1088136"/>
                      <a:pt x="122067" y="1087760"/>
                      <a:pt x="127516" y="1087572"/>
                    </a:cubicBezTo>
                    <a:cubicBezTo>
                      <a:pt x="132965" y="1087385"/>
                      <a:pt x="138477" y="1087698"/>
                      <a:pt x="143926" y="1087447"/>
                    </a:cubicBezTo>
                    <a:cubicBezTo>
                      <a:pt x="161274" y="1086758"/>
                      <a:pt x="171921" y="1077426"/>
                      <a:pt x="171170" y="1063585"/>
                    </a:cubicBezTo>
                    <a:cubicBezTo>
                      <a:pt x="170606" y="1053627"/>
                      <a:pt x="163028" y="1040474"/>
                      <a:pt x="144364" y="1041226"/>
                    </a:cubicBezTo>
                    <a:cubicBezTo>
                      <a:pt x="132965" y="1041664"/>
                      <a:pt x="121567" y="1040725"/>
                      <a:pt x="109291" y="1040349"/>
                    </a:cubicBezTo>
                    <a:cubicBezTo>
                      <a:pt x="109291" y="968137"/>
                      <a:pt x="109291" y="897991"/>
                      <a:pt x="109291" y="825528"/>
                    </a:cubicBezTo>
                    <a:cubicBezTo>
                      <a:pt x="117997" y="825528"/>
                      <a:pt x="125324" y="825528"/>
                      <a:pt x="132652" y="825528"/>
                    </a:cubicBezTo>
                    <a:cubicBezTo>
                      <a:pt x="138790" y="825465"/>
                      <a:pt x="145053" y="825904"/>
                      <a:pt x="151128" y="825215"/>
                    </a:cubicBezTo>
                    <a:cubicBezTo>
                      <a:pt x="162025" y="823962"/>
                      <a:pt x="169980" y="815570"/>
                      <a:pt x="171170" y="805048"/>
                    </a:cubicBezTo>
                    <a:cubicBezTo>
                      <a:pt x="172360" y="794776"/>
                      <a:pt x="166159" y="784380"/>
                      <a:pt x="155575" y="781374"/>
                    </a:cubicBezTo>
                    <a:cubicBezTo>
                      <a:pt x="149124" y="779557"/>
                      <a:pt x="142109" y="779808"/>
                      <a:pt x="135283" y="779369"/>
                    </a:cubicBezTo>
                    <a:cubicBezTo>
                      <a:pt x="126702" y="778868"/>
                      <a:pt x="118059" y="778681"/>
                      <a:pt x="109103" y="778305"/>
                    </a:cubicBezTo>
                    <a:cubicBezTo>
                      <a:pt x="109103" y="703712"/>
                      <a:pt x="109103" y="631437"/>
                      <a:pt x="109103" y="558285"/>
                    </a:cubicBezTo>
                    <a:cubicBezTo>
                      <a:pt x="114802" y="557408"/>
                      <a:pt x="119374" y="556344"/>
                      <a:pt x="124009" y="556030"/>
                    </a:cubicBezTo>
                    <a:cubicBezTo>
                      <a:pt x="132903" y="555467"/>
                      <a:pt x="141859" y="556093"/>
                      <a:pt x="150689" y="554966"/>
                    </a:cubicBezTo>
                    <a:cubicBezTo>
                      <a:pt x="162965" y="553400"/>
                      <a:pt x="170919" y="544256"/>
                      <a:pt x="171232" y="533045"/>
                    </a:cubicBezTo>
                    <a:cubicBezTo>
                      <a:pt x="171545" y="521960"/>
                      <a:pt x="163842" y="512440"/>
                      <a:pt x="151692" y="510185"/>
                    </a:cubicBezTo>
                    <a:cubicBezTo>
                      <a:pt x="145053" y="508933"/>
                      <a:pt x="138038" y="509371"/>
                      <a:pt x="131274" y="508933"/>
                    </a:cubicBezTo>
                    <a:cubicBezTo>
                      <a:pt x="124072" y="508494"/>
                      <a:pt x="116807" y="507993"/>
                      <a:pt x="109228" y="507492"/>
                    </a:cubicBezTo>
                    <a:cubicBezTo>
                      <a:pt x="109228" y="433025"/>
                      <a:pt x="109228" y="360750"/>
                      <a:pt x="109228" y="287284"/>
                    </a:cubicBezTo>
                    <a:cubicBezTo>
                      <a:pt x="116431" y="286846"/>
                      <a:pt x="122443" y="286282"/>
                      <a:pt x="128456" y="286094"/>
                    </a:cubicBezTo>
                    <a:cubicBezTo>
                      <a:pt x="134593" y="285907"/>
                      <a:pt x="140794" y="286345"/>
                      <a:pt x="146932" y="285907"/>
                    </a:cubicBezTo>
                    <a:cubicBezTo>
                      <a:pt x="161525" y="284842"/>
                      <a:pt x="171044" y="275823"/>
                      <a:pt x="171420" y="263234"/>
                    </a:cubicBezTo>
                    <a:cubicBezTo>
                      <a:pt x="171796" y="250646"/>
                      <a:pt x="162401" y="241189"/>
                      <a:pt x="147809" y="240061"/>
                    </a:cubicBezTo>
                    <a:cubicBezTo>
                      <a:pt x="140293" y="239498"/>
                      <a:pt x="132715" y="240124"/>
                      <a:pt x="125199" y="239748"/>
                    </a:cubicBezTo>
                    <a:cubicBezTo>
                      <a:pt x="120001" y="239498"/>
                      <a:pt x="114802" y="238496"/>
                      <a:pt x="107537" y="237556"/>
                    </a:cubicBezTo>
                    <a:cubicBezTo>
                      <a:pt x="107537" y="157828"/>
                      <a:pt x="107537" y="79352"/>
                      <a:pt x="107537" y="0"/>
                    </a:cubicBezTo>
                    <a:cubicBezTo>
                      <a:pt x="91379" y="0"/>
                      <a:pt x="77600" y="0"/>
                      <a:pt x="61504" y="0"/>
                    </a:cubicBezTo>
                    <a:cubicBezTo>
                      <a:pt x="61504" y="21357"/>
                      <a:pt x="61504" y="41085"/>
                      <a:pt x="61504" y="60814"/>
                    </a:cubicBezTo>
                    <a:cubicBezTo>
                      <a:pt x="61504" y="80668"/>
                      <a:pt x="61504" y="100521"/>
                      <a:pt x="61504" y="120438"/>
                    </a:cubicBezTo>
                    <a:cubicBezTo>
                      <a:pt x="61504" y="140354"/>
                      <a:pt x="61755" y="160145"/>
                      <a:pt x="61441" y="180062"/>
                    </a:cubicBezTo>
                    <a:cubicBezTo>
                      <a:pt x="61128" y="199602"/>
                      <a:pt x="62944" y="219268"/>
                      <a:pt x="60001" y="239936"/>
                    </a:cubicBezTo>
                    <a:cubicBezTo>
                      <a:pt x="47663" y="239936"/>
                      <a:pt x="37392" y="239435"/>
                      <a:pt x="27246" y="240124"/>
                    </a:cubicBezTo>
                    <a:cubicBezTo>
                      <a:pt x="21296" y="240562"/>
                      <a:pt x="14782" y="241690"/>
                      <a:pt x="9834" y="244696"/>
                    </a:cubicBezTo>
                    <a:cubicBezTo>
                      <a:pt x="1567" y="249706"/>
                      <a:pt x="-1565" y="258099"/>
                      <a:pt x="753" y="267869"/>
                    </a:cubicBezTo>
                    <a:cubicBezTo>
                      <a:pt x="3195" y="278203"/>
                      <a:pt x="11087" y="285092"/>
                      <a:pt x="22987" y="285781"/>
                    </a:cubicBezTo>
                    <a:cubicBezTo>
                      <a:pt x="35074" y="286470"/>
                      <a:pt x="47225" y="285969"/>
                      <a:pt x="58686" y="285969"/>
                    </a:cubicBezTo>
                    <a:cubicBezTo>
                      <a:pt x="63133" y="311648"/>
                      <a:pt x="62318" y="492336"/>
                      <a:pt x="57997" y="508056"/>
                    </a:cubicBezTo>
                    <a:cubicBezTo>
                      <a:pt x="52861" y="508369"/>
                      <a:pt x="47475" y="508807"/>
                      <a:pt x="42026" y="508995"/>
                    </a:cubicBezTo>
                    <a:cubicBezTo>
                      <a:pt x="36577" y="509183"/>
                      <a:pt x="31066" y="508807"/>
                      <a:pt x="25617" y="509308"/>
                    </a:cubicBezTo>
                    <a:cubicBezTo>
                      <a:pt x="9834" y="510749"/>
                      <a:pt x="-312" y="520456"/>
                      <a:pt x="127" y="533358"/>
                    </a:cubicBezTo>
                    <a:cubicBezTo>
                      <a:pt x="565" y="545696"/>
                      <a:pt x="9897" y="554277"/>
                      <a:pt x="25053" y="555655"/>
                    </a:cubicBezTo>
                    <a:cubicBezTo>
                      <a:pt x="31191" y="556218"/>
                      <a:pt x="37392" y="555717"/>
                      <a:pt x="43529" y="556156"/>
                    </a:cubicBezTo>
                    <a:cubicBezTo>
                      <a:pt x="48790" y="556469"/>
                      <a:pt x="54051" y="557346"/>
                      <a:pt x="60001" y="558097"/>
                    </a:cubicBezTo>
                    <a:cubicBezTo>
                      <a:pt x="60001" y="632063"/>
                      <a:pt x="60001" y="704902"/>
                      <a:pt x="60001" y="779808"/>
                    </a:cubicBezTo>
                    <a:cubicBezTo>
                      <a:pt x="46285" y="779808"/>
                      <a:pt x="34009" y="779056"/>
                      <a:pt x="21922" y="779996"/>
                    </a:cubicBezTo>
                    <a:cubicBezTo>
                      <a:pt x="10210" y="780935"/>
                      <a:pt x="2194" y="788827"/>
                      <a:pt x="314" y="798847"/>
                    </a:cubicBezTo>
                    <a:cubicBezTo>
                      <a:pt x="-1314" y="807741"/>
                      <a:pt x="3759" y="819140"/>
                      <a:pt x="12402" y="822897"/>
                    </a:cubicBezTo>
                    <a:cubicBezTo>
                      <a:pt x="17225" y="824964"/>
                      <a:pt x="22924" y="825277"/>
                      <a:pt x="28310" y="825590"/>
                    </a:cubicBezTo>
                    <a:cubicBezTo>
                      <a:pt x="38957" y="826154"/>
                      <a:pt x="49605" y="826154"/>
                      <a:pt x="59813" y="826405"/>
                    </a:cubicBezTo>
                    <a:cubicBezTo>
                      <a:pt x="63696" y="862668"/>
                      <a:pt x="62193" y="1025005"/>
                      <a:pt x="57684" y="1041602"/>
                    </a:cubicBezTo>
                    <a:cubicBezTo>
                      <a:pt x="47412" y="1041602"/>
                      <a:pt x="36452" y="1040850"/>
                      <a:pt x="25743" y="1041915"/>
                    </a:cubicBezTo>
                    <a:cubicBezTo>
                      <a:pt x="19354" y="1042541"/>
                      <a:pt x="12089" y="1044733"/>
                      <a:pt x="7267" y="1048679"/>
                    </a:cubicBezTo>
                    <a:cubicBezTo>
                      <a:pt x="690" y="1054003"/>
                      <a:pt x="-1815" y="1062207"/>
                      <a:pt x="1442" y="1071038"/>
                    </a:cubicBezTo>
                    <a:cubicBezTo>
                      <a:pt x="5137" y="1080996"/>
                      <a:pt x="12152" y="1087009"/>
                      <a:pt x="22861" y="1087447"/>
                    </a:cubicBezTo>
                    <a:cubicBezTo>
                      <a:pt x="34949" y="1087886"/>
                      <a:pt x="47099" y="1087572"/>
                      <a:pt x="60126" y="1087572"/>
                    </a:cubicBezTo>
                    <a:cubicBezTo>
                      <a:pt x="60126" y="1164607"/>
                      <a:pt x="60126" y="1238887"/>
                      <a:pt x="60126" y="1313980"/>
                    </a:cubicBezTo>
                    <a:cubicBezTo>
                      <a:pt x="53488" y="1314607"/>
                      <a:pt x="48164" y="1315296"/>
                      <a:pt x="42778" y="1315609"/>
                    </a:cubicBezTo>
                    <a:cubicBezTo>
                      <a:pt x="36640" y="1315922"/>
                      <a:pt x="30440" y="1315546"/>
                      <a:pt x="24302" y="1316110"/>
                    </a:cubicBezTo>
                    <a:cubicBezTo>
                      <a:pt x="9521" y="1317550"/>
                      <a:pt x="189" y="1326506"/>
                      <a:pt x="1" y="1338907"/>
                    </a:cubicBezTo>
                    <a:cubicBezTo>
                      <a:pt x="-124" y="1351183"/>
                      <a:pt x="9145" y="1360389"/>
                      <a:pt x="23989" y="1362206"/>
                    </a:cubicBezTo>
                    <a:cubicBezTo>
                      <a:pt x="28060" y="1362707"/>
                      <a:pt x="32193" y="1362456"/>
                      <a:pt x="36327" y="1362644"/>
                    </a:cubicBezTo>
                    <a:cubicBezTo>
                      <a:pt x="44218" y="1363020"/>
                      <a:pt x="52110" y="1363458"/>
                      <a:pt x="60377" y="1363959"/>
                    </a:cubicBezTo>
                    <a:cubicBezTo>
                      <a:pt x="60377" y="1444815"/>
                      <a:pt x="60377" y="1523290"/>
                      <a:pt x="60377" y="1604709"/>
                    </a:cubicBezTo>
                    <a:cubicBezTo>
                      <a:pt x="46473" y="1604709"/>
                      <a:pt x="33571" y="1604021"/>
                      <a:pt x="20795" y="1604897"/>
                    </a:cubicBezTo>
                    <a:cubicBezTo>
                      <a:pt x="9834" y="1605649"/>
                      <a:pt x="1755" y="1614354"/>
                      <a:pt x="314" y="1624688"/>
                    </a:cubicBezTo>
                    <a:cubicBezTo>
                      <a:pt x="-1001" y="1634396"/>
                      <a:pt x="5513" y="1645231"/>
                      <a:pt x="15972" y="1648425"/>
                    </a:cubicBezTo>
                    <a:cubicBezTo>
                      <a:pt x="22360" y="1650367"/>
                      <a:pt x="29375" y="1650367"/>
                      <a:pt x="36202" y="1650805"/>
                    </a:cubicBezTo>
                    <a:cubicBezTo>
                      <a:pt x="44093" y="1651369"/>
                      <a:pt x="52047" y="1651557"/>
                      <a:pt x="61567" y="1651933"/>
                    </a:cubicBezTo>
                    <a:cubicBezTo>
                      <a:pt x="61567" y="1661578"/>
                      <a:pt x="61567" y="1669031"/>
                      <a:pt x="61567" y="1676421"/>
                    </a:cubicBezTo>
                    <a:cubicBezTo>
                      <a:pt x="61567" y="1709991"/>
                      <a:pt x="61066" y="1743560"/>
                      <a:pt x="61755" y="1777130"/>
                    </a:cubicBezTo>
                    <a:cubicBezTo>
                      <a:pt x="62757" y="1827297"/>
                      <a:pt x="92256" y="1869134"/>
                      <a:pt x="137788" y="1883413"/>
                    </a:cubicBezTo>
                    <a:cubicBezTo>
                      <a:pt x="152506" y="1888048"/>
                      <a:pt x="168664" y="1889927"/>
                      <a:pt x="184197" y="1890052"/>
                    </a:cubicBezTo>
                    <a:cubicBezTo>
                      <a:pt x="262985" y="1890679"/>
                      <a:pt x="341774" y="1890366"/>
                      <a:pt x="420500" y="1890366"/>
                    </a:cubicBezTo>
                    <a:cubicBezTo>
                      <a:pt x="936322" y="1890366"/>
                      <a:pt x="1452144" y="1890366"/>
                      <a:pt x="1967966" y="1890366"/>
                    </a:cubicBezTo>
                    <a:cubicBezTo>
                      <a:pt x="1977297" y="1890366"/>
                      <a:pt x="1986692" y="1890366"/>
                      <a:pt x="1997151" y="1890366"/>
                    </a:cubicBezTo>
                    <a:cubicBezTo>
                      <a:pt x="1997151" y="1874019"/>
                      <a:pt x="1997151" y="1860616"/>
                      <a:pt x="1997151" y="1843769"/>
                    </a:cubicBezTo>
                    <a:cubicBezTo>
                      <a:pt x="1985627" y="1843581"/>
                      <a:pt x="1976170" y="1843581"/>
                      <a:pt x="1966651" y="1843581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图形 4"/>
            <p:cNvGrpSpPr/>
            <p:nvPr/>
          </p:nvGrpSpPr>
          <p:grpSpPr>
            <a:xfrm>
              <a:off x="11230320" y="409978"/>
              <a:ext cx="281024" cy="298706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10" name="任意多边形: 形状 9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378200" y="1544507"/>
            <a:ext cx="5372100" cy="707886"/>
            <a:chOff x="3378200" y="1544507"/>
            <a:chExt cx="5372100" cy="707886"/>
          </a:xfrm>
        </p:grpSpPr>
        <p:sp>
          <p:nvSpPr>
            <p:cNvPr id="18" name="文本框 17"/>
            <p:cNvSpPr txBox="1"/>
            <p:nvPr/>
          </p:nvSpPr>
          <p:spPr>
            <a:xfrm>
              <a:off x="4718050" y="1544507"/>
              <a:ext cx="2755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目 录</a:t>
              </a:r>
              <a:endParaRPr lang="zh-CN" altLang="en-US" sz="4000" spc="300" dirty="0">
                <a:solidFill>
                  <a:schemeClr val="accent5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3782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009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/>
          <p:cNvGrpSpPr/>
          <p:nvPr>
            <p:custDataLst>
              <p:tags r:id="rId2"/>
            </p:custDataLst>
          </p:nvPr>
        </p:nvGrpSpPr>
        <p:grpSpPr>
          <a:xfrm>
            <a:off x="2099362" y="3241916"/>
            <a:ext cx="4383236" cy="678966"/>
            <a:chOff x="1810076" y="3166502"/>
            <a:chExt cx="4383236" cy="678966"/>
          </a:xfrm>
        </p:grpSpPr>
        <p:sp>
          <p:nvSpPr>
            <p:cNvPr id="21" name="矩形: 圆角 20"/>
            <p:cNvSpPr/>
            <p:nvPr>
              <p:custDataLst>
                <p:tags r:id="rId3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4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01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" name="矩形 136"/>
            <p:cNvSpPr/>
            <p:nvPr>
              <p:custDataLst>
                <p:tags r:id="rId5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需求</a:t>
              </a:r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分析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6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0" name="组合 139"/>
          <p:cNvGrpSpPr/>
          <p:nvPr>
            <p:custDataLst>
              <p:tags r:id="rId7"/>
            </p:custDataLst>
          </p:nvPr>
        </p:nvGrpSpPr>
        <p:grpSpPr>
          <a:xfrm>
            <a:off x="6245854" y="3241916"/>
            <a:ext cx="4383236" cy="678966"/>
            <a:chOff x="1810076" y="3166502"/>
            <a:chExt cx="4383236" cy="678966"/>
          </a:xfrm>
        </p:grpSpPr>
        <p:sp>
          <p:nvSpPr>
            <p:cNvPr id="141" name="矩形: 圆角 140"/>
            <p:cNvSpPr/>
            <p:nvPr>
              <p:custDataLst>
                <p:tags r:id="rId8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2" name="文本框 141"/>
            <p:cNvSpPr txBox="1"/>
            <p:nvPr>
              <p:custDataLst>
                <p:tags r:id="rId9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02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" name="矩形 142"/>
            <p:cNvSpPr/>
            <p:nvPr>
              <p:custDataLst>
                <p:tags r:id="rId10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前端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11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5" name="组合 144"/>
          <p:cNvGrpSpPr/>
          <p:nvPr>
            <p:custDataLst>
              <p:tags r:id="rId12"/>
            </p:custDataLst>
          </p:nvPr>
        </p:nvGrpSpPr>
        <p:grpSpPr>
          <a:xfrm>
            <a:off x="2099362" y="4438819"/>
            <a:ext cx="4383236" cy="678966"/>
            <a:chOff x="1810076" y="3166502"/>
            <a:chExt cx="4383236" cy="678966"/>
          </a:xfrm>
        </p:grpSpPr>
        <p:sp>
          <p:nvSpPr>
            <p:cNvPr id="146" name="矩形: 圆角 145"/>
            <p:cNvSpPr/>
            <p:nvPr>
              <p:custDataLst>
                <p:tags r:id="rId13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文本框 146"/>
            <p:cNvSpPr txBox="1"/>
            <p:nvPr>
              <p:custDataLst>
                <p:tags r:id="rId14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03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8" name="矩形 147"/>
            <p:cNvSpPr/>
            <p:nvPr>
              <p:custDataLst>
                <p:tags r:id="rId15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后端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9" name="文本框 148"/>
            <p:cNvSpPr txBox="1"/>
            <p:nvPr>
              <p:custDataLst>
                <p:tags r:id="rId16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0" name="组合 149"/>
          <p:cNvGrpSpPr/>
          <p:nvPr>
            <p:custDataLst>
              <p:tags r:id="rId17"/>
            </p:custDataLst>
          </p:nvPr>
        </p:nvGrpSpPr>
        <p:grpSpPr>
          <a:xfrm>
            <a:off x="6245854" y="4438819"/>
            <a:ext cx="4383236" cy="678966"/>
            <a:chOff x="1810076" y="3166502"/>
            <a:chExt cx="4383236" cy="678966"/>
          </a:xfrm>
        </p:grpSpPr>
        <p:sp>
          <p:nvSpPr>
            <p:cNvPr id="151" name="矩形: 圆角 150"/>
            <p:cNvSpPr/>
            <p:nvPr>
              <p:custDataLst>
                <p:tags r:id="rId18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19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04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3" name="矩形 152"/>
            <p:cNvSpPr/>
            <p:nvPr>
              <p:custDataLst>
                <p:tags r:id="rId20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测试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54" name="文本框 153"/>
            <p:cNvSpPr txBox="1"/>
            <p:nvPr>
              <p:custDataLst>
                <p:tags r:id="rId21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8" name="图形 156"/>
          <p:cNvGrpSpPr/>
          <p:nvPr>
            <p:custDataLst>
              <p:tags r:id="rId22"/>
            </p:custDataLst>
          </p:nvPr>
        </p:nvGrpSpPr>
        <p:grpSpPr>
          <a:xfrm>
            <a:off x="1506631" y="3371302"/>
            <a:ext cx="505213" cy="713525"/>
            <a:chOff x="4737497" y="1518591"/>
            <a:chExt cx="2691442" cy="3801191"/>
          </a:xfrm>
        </p:grpSpPr>
        <p:sp>
          <p:nvSpPr>
            <p:cNvPr id="160" name="任意多边形: 形状 159"/>
            <p:cNvSpPr/>
            <p:nvPr>
              <p:custDataLst>
                <p:tags r:id="rId23"/>
              </p:custDataLst>
            </p:nvPr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>
              <p:custDataLst>
                <p:tags r:id="rId24"/>
              </p:custDataLst>
            </p:nvPr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>
              <p:custDataLst>
                <p:tags r:id="rId25"/>
              </p:custDataLst>
            </p:nvPr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>
              <p:custDataLst>
                <p:tags r:id="rId26"/>
              </p:custDataLst>
            </p:nvPr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noFill/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>
              <p:custDataLst>
                <p:tags r:id="rId27"/>
              </p:custDataLst>
            </p:nvPr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rgbClr val="0573E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81660" y="933450"/>
            <a:ext cx="10471150" cy="75628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需求</a:t>
            </a:r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分析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 rot="5400000">
            <a:off x="6281515" y="4939645"/>
            <a:ext cx="25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>
                    <a:lumMod val="95000"/>
                  </a:schemeClr>
                </a:solidFill>
              </a:rPr>
              <a:t>BUSINESS</a:t>
            </a:r>
            <a:endParaRPr lang="zh-CN" altLang="en-US" spc="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7550" y="1012190"/>
            <a:ext cx="10233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基线版是「单卖家 + 单在售商品 + 匿名口令码」；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升级版重构为「注册客户 + 多商品并发 + 库存驱动 + 必须登录购买」。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170" y="1863725"/>
            <a:ext cx="5624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三个转变</a:t>
            </a:r>
            <a:endParaRPr lang="zh-CN" altLang="en-US" sz="2800"/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785495" y="2514600"/>
          <a:ext cx="6297930" cy="3484245"/>
        </p:xfrm>
        <a:graphic>
          <a:graphicData uri="http://schemas.openxmlformats.org/drawingml/2006/table">
            <a:tbl>
              <a:tblPr/>
              <a:tblGrid>
                <a:gridCol w="1263015"/>
                <a:gridCol w="2400935"/>
                <a:gridCol w="2633980"/>
              </a:tblGrid>
              <a:tr h="56451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维度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基线版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升级版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29095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用户身份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匿名买家（不注册，仅填姓名</a:t>
                      </a: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+</a:t>
                      </a: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电话）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注册客户（用户名</a:t>
                      </a: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/</a:t>
                      </a: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密码</a:t>
                      </a: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/</a:t>
                      </a: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电话</a:t>
                      </a: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/</a:t>
                      </a: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默认交易地点），且看不用登录，买必须登录</a:t>
                      </a:r>
                      <a:endParaRPr lang="en-US" altLang="zh-CN" sz="1800" b="0" i="0"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515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商品数量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同一时间只能有一件在售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多商品同时并发在售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2773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认领凭证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口令码（唯一认领意向的凭证）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口令码机制整项作废，凭登录账号认领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" name="图片 15"/>
          <p:cNvPicPr/>
          <p:nvPr/>
        </p:nvPicPr>
        <p:blipFill>
          <a:blip r:embed="rId2"/>
          <a:stretch>
            <a:fillRect/>
          </a:stretch>
        </p:blipFill>
        <p:spPr>
          <a:xfrm flipH="1">
            <a:off x="7241540" y="1245870"/>
            <a:ext cx="4479290" cy="5984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5826125" y="1450340"/>
            <a:ext cx="5641340" cy="78549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769620" y="1450340"/>
            <a:ext cx="3027045" cy="78549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需求</a:t>
            </a:r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分析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 rot="5400000">
            <a:off x="6281515" y="4939645"/>
            <a:ext cx="25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>
                    <a:lumMod val="95000"/>
                  </a:schemeClr>
                </a:solidFill>
              </a:rPr>
              <a:t>BUSINESS</a:t>
            </a:r>
            <a:endParaRPr lang="zh-CN" altLang="en-US" spc="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9620" y="1450340"/>
            <a:ext cx="39052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chemeClr val="bg1"/>
                </a:solidFill>
              </a:rPr>
              <a:t>被保留内容</a:t>
            </a:r>
            <a:endParaRPr lang="zh-CN" altLang="en-US" sz="40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1660" y="2811145"/>
            <a:ext cx="41795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排队机制（每商品独立、先到先得）</a:t>
            </a:r>
            <a:endParaRPr lang="zh-CN" altLang="en-US"/>
          </a:p>
          <a:p>
            <a:r>
              <a:rPr lang="zh-CN" altLang="en-US"/>
              <a:t>冻结机制（交易中冻结、冻结期封口）</a:t>
            </a:r>
            <a:endParaRPr lang="zh-CN" altLang="en-US"/>
          </a:p>
          <a:p>
            <a:r>
              <a:rPr lang="zh-CN" altLang="en-US"/>
              <a:t>商品发布后不可编辑</a:t>
            </a:r>
            <a:endParaRPr lang="zh-CN" altLang="en-US"/>
          </a:p>
          <a:p>
            <a:r>
              <a:rPr lang="zh-CN" altLang="en-US"/>
              <a:t>无通知机制、不做线上支付与物流（线下一手交钱一手交货）</a:t>
            </a:r>
            <a:endParaRPr lang="zh-CN" altLang="en-US"/>
          </a:p>
        </p:txBody>
      </p:sp>
      <p:graphicFrame>
        <p:nvGraphicFramePr>
          <p:cNvPr id="15" name="表格 14"/>
          <p:cNvGraphicFramePr/>
          <p:nvPr>
            <p:custDataLst>
              <p:tags r:id="rId1"/>
            </p:custDataLst>
          </p:nvPr>
        </p:nvGraphicFramePr>
        <p:xfrm>
          <a:off x="5825490" y="2774950"/>
          <a:ext cx="5742940" cy="3151505"/>
        </p:xfrm>
        <a:graphic>
          <a:graphicData uri="http://schemas.openxmlformats.org/drawingml/2006/table">
            <a:tbl>
              <a:tblPr/>
              <a:tblGrid>
                <a:gridCol w="723265"/>
                <a:gridCol w="1922780"/>
                <a:gridCol w="3096895"/>
              </a:tblGrid>
              <a:tr h="57721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编号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内容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说明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C-10</a:t>
                      </a:r>
                      <a:endParaRPr lang="en-US" altLang="zh-CN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口令码机制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核心凭证体系整体废弃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C-11</a:t>
                      </a:r>
                      <a:endParaRPr lang="en-US" altLang="zh-CN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自动递补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不再自动让下一位进交易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C-15</a:t>
                      </a:r>
                      <a:endParaRPr lang="en-US" altLang="zh-CN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买家主动撤销</a:t>
                      </a: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/</a:t>
                      </a: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修改意向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客户只能被动等待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61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C-28</a:t>
                      </a:r>
                      <a:endParaRPr lang="en-US" altLang="zh-CN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「成交下架」为终态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统一收敛为可补货的「售罄下架」</a:t>
                      </a:r>
                      <a:endParaRPr lang="zh-CN" altLang="en-US" sz="1800" b="0" i="0"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934710" y="1489710"/>
            <a:ext cx="55327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chemeClr val="bg1"/>
                </a:solidFill>
              </a:rPr>
              <a:t>“作废/移除”的内容</a:t>
            </a:r>
            <a:endParaRPr lang="zh-CN" altLang="en-US" sz="4000">
              <a:solidFill>
                <a:schemeClr val="bg1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7225" y="4733925"/>
            <a:ext cx="3905885" cy="706755"/>
            <a:chOff x="11596136" y="4870451"/>
            <a:chExt cx="2518183" cy="286903"/>
          </a:xfrm>
        </p:grpSpPr>
        <p:sp>
          <p:nvSpPr>
            <p:cNvPr id="21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/>
          <p:nvPr/>
        </p:nvPicPr>
        <p:blipFill>
          <a:blip r:embed="rId1"/>
          <a:stretch>
            <a:fillRect/>
          </a:stretch>
        </p:blipFill>
        <p:spPr>
          <a:xfrm>
            <a:off x="7005320" y="0"/>
            <a:ext cx="4554220" cy="5283200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772795" y="1908175"/>
            <a:ext cx="3487420" cy="1775460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需求</a:t>
            </a:r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分析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 rot="5400000">
            <a:off x="6281515" y="4939645"/>
            <a:ext cx="25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>
                    <a:lumMod val="95000"/>
                  </a:schemeClr>
                </a:solidFill>
              </a:rPr>
              <a:t>BUSINESS</a:t>
            </a:r>
            <a:endParaRPr lang="zh-CN" altLang="en-US" spc="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8365" y="1352550"/>
            <a:ext cx="3641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新增的机制与风险关注点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888365" y="1998980"/>
            <a:ext cx="40424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库存一致性 / 防超卖</a:t>
            </a:r>
            <a:endParaRPr lang="zh-CN" altLang="en-US" sz="2400"/>
          </a:p>
          <a:p>
            <a:r>
              <a:rPr lang="zh-CN" altLang="en-US" sz="2400"/>
              <a:t>多商品并发交易</a:t>
            </a:r>
            <a:endParaRPr lang="zh-CN" altLang="en-US" sz="2400"/>
          </a:p>
          <a:p>
            <a:r>
              <a:rPr lang="zh-CN" altLang="en-US" sz="2400"/>
              <a:t>售罄作废</a:t>
            </a:r>
            <a:endParaRPr lang="zh-CN" altLang="en-US" sz="2400"/>
          </a:p>
          <a:p>
            <a:r>
              <a:rPr lang="zh-CN" altLang="en-US" sz="2400"/>
              <a:t>台账隐私最小化</a:t>
            </a:r>
            <a:endParaRPr lang="zh-CN" altLang="en-US" sz="2400"/>
          </a:p>
        </p:txBody>
      </p:sp>
      <p:graphicFrame>
        <p:nvGraphicFramePr>
          <p:cNvPr id="11" name="表格 10"/>
          <p:cNvGraphicFramePr/>
          <p:nvPr/>
        </p:nvGraphicFramePr>
        <p:xfrm>
          <a:off x="991870" y="4039870"/>
          <a:ext cx="8773795" cy="2169160"/>
        </p:xfrm>
        <a:graphic>
          <a:graphicData uri="http://schemas.openxmlformats.org/drawingml/2006/table">
            <a:tbl>
              <a:tblPr/>
              <a:tblGrid>
                <a:gridCol w="3886200"/>
                <a:gridCol w="4887595"/>
              </a:tblGrid>
              <a:tr h="46228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风险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应对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库存与下单并发（超卖</a:t>
                      </a:r>
                      <a:r>
                        <a:rPr lang="en-US" altLang="zh-CN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/</a:t>
                      </a: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顺序错乱）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事务</a:t>
                      </a:r>
                      <a:r>
                        <a:rPr lang="en-US" altLang="zh-CN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+</a:t>
                      </a: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锁，成交时才扣库存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多商品并发交易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状态机 </a:t>
                      </a:r>
                      <a:r>
                        <a:rPr lang="en-US" altLang="zh-CN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+ </a:t>
                      </a: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商品维度锁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售罄作废下落不明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库存</a:t>
                      </a:r>
                      <a:r>
                        <a:rPr lang="en-US" altLang="zh-CN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0</a:t>
                      </a: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自动触发作废并打售罄标记，客户可见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手动下架时排队意向（</a:t>
                      </a:r>
                      <a:r>
                        <a:rPr lang="en-US" altLang="zh-CN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TBD-13</a:t>
                      </a: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  <a:cs typeface="汉仪雅酷黑 75W" panose="020B0804020202020204" charset="-122"/>
                        </a:rPr>
                        <a:t>）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  <a:cs typeface="汉仪雅酷黑 75W" panose="020B0804020202020204" charset="-122"/>
                      </a:endParaRPr>
                    </a:p>
                  </a:txBody>
                  <a:tcPr marL="0" marR="15271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汉仪雅酷黑 75W" panose="020B0804020202020204" charset="-122"/>
                          <a:ea typeface="汉仪雅酷黑 75W" panose="020B0804020202020204" charset="-122"/>
                        </a:rPr>
                        <a:t>当前默认作废并提示客户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汉仪雅酷黑 75W" panose="020B0804020202020204" charset="-122"/>
                        <a:ea typeface="汉仪雅酷黑 75W" panose="020B0804020202020204" charset="-122"/>
                      </a:endParaRPr>
                    </a:p>
                  </a:txBody>
                  <a:tcPr marL="0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357168"/>
            <a:ext cx="12192000" cy="4500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: 圆角 154"/>
          <p:cNvSpPr/>
          <p:nvPr>
            <p:custDataLst>
              <p:tags r:id="rId1"/>
            </p:custDataLst>
          </p:nvPr>
        </p:nvSpPr>
        <p:spPr>
          <a:xfrm>
            <a:off x="6121799" y="2937747"/>
            <a:ext cx="4704752" cy="1253765"/>
          </a:xfrm>
          <a:prstGeom prst="roundRect">
            <a:avLst>
              <a:gd name="adj" fmla="val 11404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919821" y="680041"/>
            <a:ext cx="2352353" cy="497128"/>
            <a:chOff x="9271922" y="328372"/>
            <a:chExt cx="2352353" cy="497128"/>
          </a:xfrm>
        </p:grpSpPr>
        <p:grpSp>
          <p:nvGrpSpPr>
            <p:cNvPr id="6" name="组合 5"/>
            <p:cNvGrpSpPr/>
            <p:nvPr/>
          </p:nvGrpSpPr>
          <p:grpSpPr>
            <a:xfrm>
              <a:off x="9271922" y="328372"/>
              <a:ext cx="2352353" cy="497128"/>
              <a:chOff x="9753600" y="368300"/>
              <a:chExt cx="1502375" cy="31750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9753600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0346038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0938475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" name="任意多边形: 形状 6"/>
            <p:cNvSpPr/>
            <p:nvPr/>
          </p:nvSpPr>
          <p:spPr>
            <a:xfrm>
              <a:off x="9364766" y="430942"/>
              <a:ext cx="297524" cy="297484"/>
            </a:xfrm>
            <a:custGeom>
              <a:avLst/>
              <a:gdLst>
                <a:gd name="connsiteX0" fmla="*/ 1 w 2072432"/>
                <a:gd name="connsiteY0" fmla="*/ 1035792 h 2072153"/>
                <a:gd name="connsiteX1" fmla="*/ 1040914 w 2072432"/>
                <a:gd name="connsiteY1" fmla="*/ 15 h 2072153"/>
                <a:gd name="connsiteX2" fmla="*/ 2072432 w 2072432"/>
                <a:gd name="connsiteY2" fmla="*/ 1037483 h 2072153"/>
                <a:gd name="connsiteX3" fmla="*/ 1042292 w 2072432"/>
                <a:gd name="connsiteY3" fmla="*/ 2072133 h 2072153"/>
                <a:gd name="connsiteX4" fmla="*/ 1 w 2072432"/>
                <a:gd name="connsiteY4" fmla="*/ 1035792 h 2072153"/>
                <a:gd name="connsiteX5" fmla="*/ 1303585 w 2072432"/>
                <a:gd name="connsiteY5" fmla="*/ 1981132 h 2072153"/>
                <a:gd name="connsiteX6" fmla="*/ 1337217 w 2072432"/>
                <a:gd name="connsiteY6" fmla="*/ 1974806 h 2072153"/>
                <a:gd name="connsiteX7" fmla="*/ 1874396 w 2072432"/>
                <a:gd name="connsiteY7" fmla="*/ 1554620 h 2072153"/>
                <a:gd name="connsiteX8" fmla="*/ 1881974 w 2072432"/>
                <a:gd name="connsiteY8" fmla="*/ 1539088 h 2072153"/>
                <a:gd name="connsiteX9" fmla="*/ 1554982 w 2072432"/>
                <a:gd name="connsiteY9" fmla="*/ 1539088 h 2072153"/>
                <a:gd name="connsiteX10" fmla="*/ 1547655 w 2072432"/>
                <a:gd name="connsiteY10" fmla="*/ 1565330 h 2072153"/>
                <a:gd name="connsiteX11" fmla="*/ 1463730 w 2072432"/>
                <a:gd name="connsiteY11" fmla="*/ 1783346 h 2072153"/>
                <a:gd name="connsiteX12" fmla="*/ 1303585 w 2072432"/>
                <a:gd name="connsiteY12" fmla="*/ 1981633 h 2072153"/>
                <a:gd name="connsiteX13" fmla="*/ 1303898 w 2072432"/>
                <a:gd name="connsiteY13" fmla="*/ 1982447 h 2072153"/>
                <a:gd name="connsiteX14" fmla="*/ 1303585 w 2072432"/>
                <a:gd name="connsiteY14" fmla="*/ 1981132 h 2072153"/>
                <a:gd name="connsiteX15" fmla="*/ 802920 w 2072432"/>
                <a:gd name="connsiteY15" fmla="*/ 79493 h 2072153"/>
                <a:gd name="connsiteX16" fmla="*/ 782815 w 2072432"/>
                <a:gd name="connsiteY16" fmla="*/ 83063 h 2072153"/>
                <a:gd name="connsiteX17" fmla="*/ 195157 w 2072432"/>
                <a:gd name="connsiteY17" fmla="*/ 522351 h 2072153"/>
                <a:gd name="connsiteX18" fmla="*/ 190397 w 2072432"/>
                <a:gd name="connsiteY18" fmla="*/ 533812 h 2072153"/>
                <a:gd name="connsiteX19" fmla="*/ 541251 w 2072432"/>
                <a:gd name="connsiteY19" fmla="*/ 533812 h 2072153"/>
                <a:gd name="connsiteX20" fmla="*/ 547138 w 2072432"/>
                <a:gd name="connsiteY20" fmla="*/ 513645 h 2072153"/>
                <a:gd name="connsiteX21" fmla="*/ 610645 w 2072432"/>
                <a:gd name="connsiteY21" fmla="*/ 333834 h 2072153"/>
                <a:gd name="connsiteX22" fmla="*/ 796844 w 2072432"/>
                <a:gd name="connsiteY22" fmla="*/ 86946 h 2072153"/>
                <a:gd name="connsiteX23" fmla="*/ 802606 w 2072432"/>
                <a:gd name="connsiteY23" fmla="*/ 79180 h 2072153"/>
                <a:gd name="connsiteX24" fmla="*/ 805174 w 2072432"/>
                <a:gd name="connsiteY24" fmla="*/ 77489 h 2072153"/>
                <a:gd name="connsiteX25" fmla="*/ 802920 w 2072432"/>
                <a:gd name="connsiteY25" fmla="*/ 79493 h 2072153"/>
                <a:gd name="connsiteX26" fmla="*/ 1022939 w 2072432"/>
                <a:gd name="connsiteY26" fmla="*/ 586233 h 2072153"/>
                <a:gd name="connsiteX27" fmla="*/ 582336 w 2072432"/>
                <a:gd name="connsiteY27" fmla="*/ 586233 h 2072153"/>
                <a:gd name="connsiteX28" fmla="*/ 542817 w 2072432"/>
                <a:gd name="connsiteY28" fmla="*/ 1010114 h 2072153"/>
                <a:gd name="connsiteX29" fmla="*/ 1022939 w 2072432"/>
                <a:gd name="connsiteY29" fmla="*/ 1008110 h 2072153"/>
                <a:gd name="connsiteX30" fmla="*/ 1022939 w 2072432"/>
                <a:gd name="connsiteY30" fmla="*/ 586233 h 2072153"/>
                <a:gd name="connsiteX31" fmla="*/ 582775 w 2072432"/>
                <a:gd name="connsiteY31" fmla="*/ 1486604 h 2072153"/>
                <a:gd name="connsiteX32" fmla="*/ 1022250 w 2072432"/>
                <a:gd name="connsiteY32" fmla="*/ 1484725 h 2072153"/>
                <a:gd name="connsiteX33" fmla="*/ 1020622 w 2072432"/>
                <a:gd name="connsiteY33" fmla="*/ 1062911 h 2072153"/>
                <a:gd name="connsiteX34" fmla="*/ 541063 w 2072432"/>
                <a:gd name="connsiteY34" fmla="*/ 1064352 h 2072153"/>
                <a:gd name="connsiteX35" fmla="*/ 582775 w 2072432"/>
                <a:gd name="connsiteY35" fmla="*/ 1486604 h 2072153"/>
                <a:gd name="connsiteX36" fmla="*/ 1074860 w 2072432"/>
                <a:gd name="connsiteY36" fmla="*/ 1010365 h 2072153"/>
                <a:gd name="connsiteX37" fmla="*/ 1556109 w 2072432"/>
                <a:gd name="connsiteY37" fmla="*/ 1010365 h 2072153"/>
                <a:gd name="connsiteX38" fmla="*/ 1514085 w 2072432"/>
                <a:gd name="connsiteY38" fmla="*/ 586296 h 2072153"/>
                <a:gd name="connsiteX39" fmla="*/ 1074860 w 2072432"/>
                <a:gd name="connsiteY39" fmla="*/ 586296 h 2072153"/>
                <a:gd name="connsiteX40" fmla="*/ 1074860 w 2072432"/>
                <a:gd name="connsiteY40" fmla="*/ 1010365 h 2072153"/>
                <a:gd name="connsiteX41" fmla="*/ 1076300 w 2072432"/>
                <a:gd name="connsiteY41" fmla="*/ 1061972 h 2072153"/>
                <a:gd name="connsiteX42" fmla="*/ 1077177 w 2072432"/>
                <a:gd name="connsiteY42" fmla="*/ 1486541 h 2072153"/>
                <a:gd name="connsiteX43" fmla="*/ 1514711 w 2072432"/>
                <a:gd name="connsiteY43" fmla="*/ 1486541 h 2072153"/>
                <a:gd name="connsiteX44" fmla="*/ 1554982 w 2072432"/>
                <a:gd name="connsiteY44" fmla="*/ 1061972 h 2072153"/>
                <a:gd name="connsiteX45" fmla="*/ 1076300 w 2072432"/>
                <a:gd name="connsiteY45" fmla="*/ 1061972 h 2072153"/>
                <a:gd name="connsiteX46" fmla="*/ 489142 w 2072432"/>
                <a:gd name="connsiteY46" fmla="*/ 1010427 h 2072153"/>
                <a:gd name="connsiteX47" fmla="*/ 530228 w 2072432"/>
                <a:gd name="connsiteY47" fmla="*/ 586108 h 2072153"/>
                <a:gd name="connsiteX48" fmla="*/ 158894 w 2072432"/>
                <a:gd name="connsiteY48" fmla="*/ 586108 h 2072153"/>
                <a:gd name="connsiteX49" fmla="*/ 50919 w 2072432"/>
                <a:gd name="connsiteY49" fmla="*/ 1010427 h 2072153"/>
                <a:gd name="connsiteX50" fmla="*/ 489142 w 2072432"/>
                <a:gd name="connsiteY50" fmla="*/ 1010427 h 2072153"/>
                <a:gd name="connsiteX51" fmla="*/ 51859 w 2072432"/>
                <a:gd name="connsiteY51" fmla="*/ 1062285 h 2072153"/>
                <a:gd name="connsiteX52" fmla="*/ 51233 w 2072432"/>
                <a:gd name="connsiteY52" fmla="*/ 1075124 h 2072153"/>
                <a:gd name="connsiteX53" fmla="*/ 55053 w 2072432"/>
                <a:gd name="connsiteY53" fmla="*/ 1132431 h 2072153"/>
                <a:gd name="connsiteX54" fmla="*/ 152506 w 2072432"/>
                <a:gd name="connsiteY54" fmla="*/ 1473890 h 2072153"/>
                <a:gd name="connsiteX55" fmla="*/ 176180 w 2072432"/>
                <a:gd name="connsiteY55" fmla="*/ 1488295 h 2072153"/>
                <a:gd name="connsiteX56" fmla="*/ 515134 w 2072432"/>
                <a:gd name="connsiteY56" fmla="*/ 1487982 h 2072153"/>
                <a:gd name="connsiteX57" fmla="*/ 530165 w 2072432"/>
                <a:gd name="connsiteY57" fmla="*/ 1485853 h 2072153"/>
                <a:gd name="connsiteX58" fmla="*/ 488955 w 2072432"/>
                <a:gd name="connsiteY58" fmla="*/ 1062285 h 2072153"/>
                <a:gd name="connsiteX59" fmla="*/ 51859 w 2072432"/>
                <a:gd name="connsiteY59" fmla="*/ 1062285 h 2072153"/>
                <a:gd name="connsiteX60" fmla="*/ 1609032 w 2072432"/>
                <a:gd name="connsiteY60" fmla="*/ 1008861 h 2072153"/>
                <a:gd name="connsiteX61" fmla="*/ 2021639 w 2072432"/>
                <a:gd name="connsiteY61" fmla="*/ 1007922 h 2072153"/>
                <a:gd name="connsiteX62" fmla="*/ 1913540 w 2072432"/>
                <a:gd name="connsiteY62" fmla="*/ 586108 h 2072153"/>
                <a:gd name="connsiteX63" fmla="*/ 1566757 w 2072432"/>
                <a:gd name="connsiteY63" fmla="*/ 586108 h 2072153"/>
                <a:gd name="connsiteX64" fmla="*/ 1609032 w 2072432"/>
                <a:gd name="connsiteY64" fmla="*/ 1008861 h 2072153"/>
                <a:gd name="connsiteX65" fmla="*/ 2021702 w 2072432"/>
                <a:gd name="connsiteY65" fmla="*/ 1064352 h 2072153"/>
                <a:gd name="connsiteX66" fmla="*/ 1608969 w 2072432"/>
                <a:gd name="connsiteY66" fmla="*/ 1064665 h 2072153"/>
                <a:gd name="connsiteX67" fmla="*/ 1567007 w 2072432"/>
                <a:gd name="connsiteY67" fmla="*/ 1485289 h 2072153"/>
                <a:gd name="connsiteX68" fmla="*/ 1575274 w 2072432"/>
                <a:gd name="connsiteY68" fmla="*/ 1487731 h 2072153"/>
                <a:gd name="connsiteX69" fmla="*/ 1901891 w 2072432"/>
                <a:gd name="connsiteY69" fmla="*/ 1488233 h 2072153"/>
                <a:gd name="connsiteX70" fmla="*/ 1918613 w 2072432"/>
                <a:gd name="connsiteY70" fmla="*/ 1476208 h 2072153"/>
                <a:gd name="connsiteX71" fmla="*/ 2019072 w 2072432"/>
                <a:gd name="connsiteY71" fmla="*/ 1116773 h 2072153"/>
                <a:gd name="connsiteX72" fmla="*/ 2021702 w 2072432"/>
                <a:gd name="connsiteY72" fmla="*/ 1064352 h 2072153"/>
                <a:gd name="connsiteX73" fmla="*/ 1023064 w 2072432"/>
                <a:gd name="connsiteY73" fmla="*/ 50558 h 2072153"/>
                <a:gd name="connsiteX74" fmla="*/ 996447 w 2072432"/>
                <a:gd name="connsiteY74" fmla="*/ 52499 h 2072153"/>
                <a:gd name="connsiteX75" fmla="*/ 859099 w 2072432"/>
                <a:gd name="connsiteY75" fmla="*/ 104106 h 2072153"/>
                <a:gd name="connsiteX76" fmla="*/ 716991 w 2072432"/>
                <a:gd name="connsiteY76" fmla="*/ 244523 h 2072153"/>
                <a:gd name="connsiteX77" fmla="*/ 596866 w 2072432"/>
                <a:gd name="connsiteY77" fmla="*/ 519657 h 2072153"/>
                <a:gd name="connsiteX78" fmla="*/ 595050 w 2072432"/>
                <a:gd name="connsiteY78" fmla="*/ 532998 h 2072153"/>
                <a:gd name="connsiteX79" fmla="*/ 1023064 w 2072432"/>
                <a:gd name="connsiteY79" fmla="*/ 531244 h 2072153"/>
                <a:gd name="connsiteX80" fmla="*/ 1023064 w 2072432"/>
                <a:gd name="connsiteY80" fmla="*/ 50558 h 2072153"/>
                <a:gd name="connsiteX81" fmla="*/ 1022814 w 2072432"/>
                <a:gd name="connsiteY81" fmla="*/ 1541280 h 2072153"/>
                <a:gd name="connsiteX82" fmla="*/ 594424 w 2072432"/>
                <a:gd name="connsiteY82" fmla="*/ 1540466 h 2072153"/>
                <a:gd name="connsiteX83" fmla="*/ 598933 w 2072432"/>
                <a:gd name="connsiteY83" fmla="*/ 1560195 h 2072153"/>
                <a:gd name="connsiteX84" fmla="*/ 648724 w 2072432"/>
                <a:gd name="connsiteY84" fmla="*/ 1701425 h 2072153"/>
                <a:gd name="connsiteX85" fmla="*/ 768160 w 2072432"/>
                <a:gd name="connsiteY85" fmla="*/ 1891884 h 2072153"/>
                <a:gd name="connsiteX86" fmla="*/ 1007031 w 2072432"/>
                <a:gd name="connsiteY86" fmla="*/ 2020651 h 2072153"/>
                <a:gd name="connsiteX87" fmla="*/ 1022814 w 2072432"/>
                <a:gd name="connsiteY87" fmla="*/ 2020714 h 2072153"/>
                <a:gd name="connsiteX88" fmla="*/ 1022814 w 2072432"/>
                <a:gd name="connsiteY88" fmla="*/ 1541280 h 2072153"/>
                <a:gd name="connsiteX89" fmla="*/ 1502122 w 2072432"/>
                <a:gd name="connsiteY89" fmla="*/ 533687 h 2072153"/>
                <a:gd name="connsiteX90" fmla="*/ 1498678 w 2072432"/>
                <a:gd name="connsiteY90" fmla="*/ 515900 h 2072153"/>
                <a:gd name="connsiteX91" fmla="*/ 1450390 w 2072432"/>
                <a:gd name="connsiteY91" fmla="*/ 376422 h 2072153"/>
                <a:gd name="connsiteX92" fmla="*/ 1320119 w 2072432"/>
                <a:gd name="connsiteY92" fmla="*/ 171434 h 2072153"/>
                <a:gd name="connsiteX93" fmla="*/ 1128283 w 2072432"/>
                <a:gd name="connsiteY93" fmla="*/ 58324 h 2072153"/>
                <a:gd name="connsiteX94" fmla="*/ 1076488 w 2072432"/>
                <a:gd name="connsiteY94" fmla="*/ 52061 h 2072153"/>
                <a:gd name="connsiteX95" fmla="*/ 1077052 w 2072432"/>
                <a:gd name="connsiteY95" fmla="*/ 533749 h 2072153"/>
                <a:gd name="connsiteX96" fmla="*/ 1502122 w 2072432"/>
                <a:gd name="connsiteY96" fmla="*/ 533687 h 2072153"/>
                <a:gd name="connsiteX97" fmla="*/ 1076300 w 2072432"/>
                <a:gd name="connsiteY97" fmla="*/ 1538838 h 2072153"/>
                <a:gd name="connsiteX98" fmla="*/ 1077427 w 2072432"/>
                <a:gd name="connsiteY98" fmla="*/ 2020651 h 2072153"/>
                <a:gd name="connsiteX99" fmla="*/ 1147573 w 2072432"/>
                <a:gd name="connsiteY99" fmla="*/ 2008564 h 2072153"/>
                <a:gd name="connsiteX100" fmla="*/ 1352311 w 2072432"/>
                <a:gd name="connsiteY100" fmla="*/ 1864264 h 2072153"/>
                <a:gd name="connsiteX101" fmla="*/ 1500494 w 2072432"/>
                <a:gd name="connsiteY101" fmla="*/ 1551364 h 2072153"/>
                <a:gd name="connsiteX102" fmla="*/ 1500619 w 2072432"/>
                <a:gd name="connsiteY102" fmla="*/ 1538900 h 2072153"/>
                <a:gd name="connsiteX103" fmla="*/ 1076300 w 2072432"/>
                <a:gd name="connsiteY103" fmla="*/ 1538838 h 2072153"/>
                <a:gd name="connsiteX104" fmla="*/ 188768 w 2072432"/>
                <a:gd name="connsiteY104" fmla="*/ 1539088 h 2072153"/>
                <a:gd name="connsiteX105" fmla="*/ 451377 w 2072432"/>
                <a:gd name="connsiteY105" fmla="*/ 1829441 h 2072153"/>
                <a:gd name="connsiteX106" fmla="*/ 802794 w 2072432"/>
                <a:gd name="connsiteY106" fmla="*/ 1992530 h 2072153"/>
                <a:gd name="connsiteX107" fmla="*/ 792836 w 2072432"/>
                <a:gd name="connsiteY107" fmla="*/ 1982071 h 2072153"/>
                <a:gd name="connsiteX108" fmla="*/ 711041 w 2072432"/>
                <a:gd name="connsiteY108" fmla="*/ 1901529 h 2072153"/>
                <a:gd name="connsiteX109" fmla="*/ 568307 w 2072432"/>
                <a:gd name="connsiteY109" fmla="*/ 1628336 h 2072153"/>
                <a:gd name="connsiteX110" fmla="*/ 541439 w 2072432"/>
                <a:gd name="connsiteY110" fmla="*/ 1539151 h 2072153"/>
                <a:gd name="connsiteX111" fmla="*/ 188768 w 2072432"/>
                <a:gd name="connsiteY111" fmla="*/ 1539088 h 2072153"/>
                <a:gd name="connsiteX112" fmla="*/ 1885356 w 2072432"/>
                <a:gd name="connsiteY112" fmla="*/ 534188 h 2072153"/>
                <a:gd name="connsiteX113" fmla="*/ 1306090 w 2072432"/>
                <a:gd name="connsiteY113" fmla="*/ 87447 h 2072153"/>
                <a:gd name="connsiteX114" fmla="*/ 1306466 w 2072432"/>
                <a:gd name="connsiteY114" fmla="*/ 91330 h 2072153"/>
                <a:gd name="connsiteX115" fmla="*/ 1313793 w 2072432"/>
                <a:gd name="connsiteY115" fmla="*/ 98407 h 2072153"/>
                <a:gd name="connsiteX116" fmla="*/ 1437300 w 2072432"/>
                <a:gd name="connsiteY116" fmla="*/ 243020 h 2072153"/>
                <a:gd name="connsiteX117" fmla="*/ 1547655 w 2072432"/>
                <a:gd name="connsiteY117" fmla="*/ 507257 h 2072153"/>
                <a:gd name="connsiteX118" fmla="*/ 1555859 w 2072432"/>
                <a:gd name="connsiteY118" fmla="*/ 534250 h 2072153"/>
                <a:gd name="connsiteX119" fmla="*/ 1885356 w 2072432"/>
                <a:gd name="connsiteY119" fmla="*/ 534188 h 207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072432" h="2072153">
                  <a:moveTo>
                    <a:pt x="1" y="1035792"/>
                  </a:moveTo>
                  <a:cubicBezTo>
                    <a:pt x="1" y="464230"/>
                    <a:pt x="463527" y="-3054"/>
                    <a:pt x="1040914" y="15"/>
                  </a:cubicBezTo>
                  <a:cubicBezTo>
                    <a:pt x="1608343" y="3021"/>
                    <a:pt x="2073059" y="460221"/>
                    <a:pt x="2072432" y="1037483"/>
                  </a:cubicBezTo>
                  <a:cubicBezTo>
                    <a:pt x="2071806" y="1604474"/>
                    <a:pt x="1619366" y="2068563"/>
                    <a:pt x="1042292" y="2072133"/>
                  </a:cubicBezTo>
                  <a:cubicBezTo>
                    <a:pt x="449373" y="2075766"/>
                    <a:pt x="-876" y="1596019"/>
                    <a:pt x="1" y="1035792"/>
                  </a:cubicBezTo>
                  <a:close/>
                  <a:moveTo>
                    <a:pt x="1303585" y="1981132"/>
                  </a:moveTo>
                  <a:cubicBezTo>
                    <a:pt x="1314796" y="1979065"/>
                    <a:pt x="1326508" y="1978313"/>
                    <a:pt x="1337217" y="1974806"/>
                  </a:cubicBezTo>
                  <a:cubicBezTo>
                    <a:pt x="1566444" y="1898961"/>
                    <a:pt x="1745566" y="1758857"/>
                    <a:pt x="1874396" y="1554620"/>
                  </a:cubicBezTo>
                  <a:cubicBezTo>
                    <a:pt x="1877152" y="1550236"/>
                    <a:pt x="1878968" y="1545289"/>
                    <a:pt x="1881974" y="1539088"/>
                  </a:cubicBezTo>
                  <a:cubicBezTo>
                    <a:pt x="1771933" y="1539088"/>
                    <a:pt x="1664084" y="1539088"/>
                    <a:pt x="1554982" y="1539088"/>
                  </a:cubicBezTo>
                  <a:cubicBezTo>
                    <a:pt x="1552352" y="1548357"/>
                    <a:pt x="1549909" y="1556813"/>
                    <a:pt x="1547655" y="1565330"/>
                  </a:cubicBezTo>
                  <a:cubicBezTo>
                    <a:pt x="1527237" y="1640925"/>
                    <a:pt x="1500619" y="1714140"/>
                    <a:pt x="1463730" y="1783346"/>
                  </a:cubicBezTo>
                  <a:cubicBezTo>
                    <a:pt x="1423020" y="1859629"/>
                    <a:pt x="1372478" y="1928084"/>
                    <a:pt x="1303585" y="1981633"/>
                  </a:cubicBezTo>
                  <a:lnTo>
                    <a:pt x="1303898" y="1982447"/>
                  </a:lnTo>
                  <a:cubicBezTo>
                    <a:pt x="1303835" y="1982447"/>
                    <a:pt x="1303585" y="1981132"/>
                    <a:pt x="1303585" y="1981132"/>
                  </a:cubicBezTo>
                  <a:close/>
                  <a:moveTo>
                    <a:pt x="802920" y="79493"/>
                  </a:moveTo>
                  <a:cubicBezTo>
                    <a:pt x="796218" y="80620"/>
                    <a:pt x="789329" y="81246"/>
                    <a:pt x="782815" y="83063"/>
                  </a:cubicBezTo>
                  <a:cubicBezTo>
                    <a:pt x="530228" y="153584"/>
                    <a:pt x="334509" y="300327"/>
                    <a:pt x="195157" y="522351"/>
                  </a:cubicBezTo>
                  <a:cubicBezTo>
                    <a:pt x="193153" y="525545"/>
                    <a:pt x="192150" y="529428"/>
                    <a:pt x="190397" y="533812"/>
                  </a:cubicBezTo>
                  <a:cubicBezTo>
                    <a:pt x="308204" y="533812"/>
                    <a:pt x="424383" y="533812"/>
                    <a:pt x="541251" y="533812"/>
                  </a:cubicBezTo>
                  <a:cubicBezTo>
                    <a:pt x="543380" y="526547"/>
                    <a:pt x="545447" y="520158"/>
                    <a:pt x="547138" y="513645"/>
                  </a:cubicBezTo>
                  <a:cubicBezTo>
                    <a:pt x="563359" y="451954"/>
                    <a:pt x="583902" y="391767"/>
                    <a:pt x="610645" y="333834"/>
                  </a:cubicBezTo>
                  <a:cubicBezTo>
                    <a:pt x="654799" y="238072"/>
                    <a:pt x="712732" y="152645"/>
                    <a:pt x="796844" y="86946"/>
                  </a:cubicBezTo>
                  <a:cubicBezTo>
                    <a:pt x="799287" y="85004"/>
                    <a:pt x="800727" y="81810"/>
                    <a:pt x="802606" y="79180"/>
                  </a:cubicBezTo>
                  <a:cubicBezTo>
                    <a:pt x="803483" y="78616"/>
                    <a:pt x="804297" y="78052"/>
                    <a:pt x="805174" y="77489"/>
                  </a:cubicBezTo>
                  <a:cubicBezTo>
                    <a:pt x="804423" y="78115"/>
                    <a:pt x="803671" y="78804"/>
                    <a:pt x="802920" y="79493"/>
                  </a:cubicBezTo>
                  <a:close/>
                  <a:moveTo>
                    <a:pt x="1022939" y="586233"/>
                  </a:moveTo>
                  <a:cubicBezTo>
                    <a:pt x="874318" y="586233"/>
                    <a:pt x="728077" y="586233"/>
                    <a:pt x="582336" y="586233"/>
                  </a:cubicBezTo>
                  <a:cubicBezTo>
                    <a:pt x="555969" y="669156"/>
                    <a:pt x="529226" y="963141"/>
                    <a:pt x="542817" y="1010114"/>
                  </a:cubicBezTo>
                  <a:cubicBezTo>
                    <a:pt x="577013" y="1014060"/>
                    <a:pt x="1007720" y="1012431"/>
                    <a:pt x="1022939" y="1008110"/>
                  </a:cubicBezTo>
                  <a:cubicBezTo>
                    <a:pt x="1022939" y="868131"/>
                    <a:pt x="1022939" y="727965"/>
                    <a:pt x="1022939" y="586233"/>
                  </a:cubicBezTo>
                  <a:close/>
                  <a:moveTo>
                    <a:pt x="582775" y="1486604"/>
                  </a:moveTo>
                  <a:cubicBezTo>
                    <a:pt x="621605" y="1490675"/>
                    <a:pt x="1007470" y="1488921"/>
                    <a:pt x="1022250" y="1484725"/>
                  </a:cubicBezTo>
                  <a:cubicBezTo>
                    <a:pt x="1026196" y="1455477"/>
                    <a:pt x="1024756" y="1077066"/>
                    <a:pt x="1020622" y="1062911"/>
                  </a:cubicBezTo>
                  <a:cubicBezTo>
                    <a:pt x="993754" y="1059028"/>
                    <a:pt x="555906" y="1060343"/>
                    <a:pt x="541063" y="1064352"/>
                  </a:cubicBezTo>
                  <a:cubicBezTo>
                    <a:pt x="530040" y="1124790"/>
                    <a:pt x="559351" y="1424037"/>
                    <a:pt x="582775" y="1486604"/>
                  </a:cubicBezTo>
                  <a:close/>
                  <a:moveTo>
                    <a:pt x="1074860" y="1010365"/>
                  </a:moveTo>
                  <a:cubicBezTo>
                    <a:pt x="1236696" y="1010365"/>
                    <a:pt x="1396465" y="1010365"/>
                    <a:pt x="1556109" y="1010365"/>
                  </a:cubicBezTo>
                  <a:cubicBezTo>
                    <a:pt x="1564377" y="939029"/>
                    <a:pt x="1540264" y="659009"/>
                    <a:pt x="1514085" y="586296"/>
                  </a:cubicBezTo>
                  <a:cubicBezTo>
                    <a:pt x="1368157" y="586296"/>
                    <a:pt x="1222041" y="586296"/>
                    <a:pt x="1074860" y="586296"/>
                  </a:cubicBezTo>
                  <a:cubicBezTo>
                    <a:pt x="1074860" y="727903"/>
                    <a:pt x="1074860" y="868006"/>
                    <a:pt x="1074860" y="1010365"/>
                  </a:cubicBezTo>
                  <a:close/>
                  <a:moveTo>
                    <a:pt x="1076300" y="1061972"/>
                  </a:moveTo>
                  <a:cubicBezTo>
                    <a:pt x="1071979" y="1088464"/>
                    <a:pt x="1073043" y="1470821"/>
                    <a:pt x="1077177" y="1486541"/>
                  </a:cubicBezTo>
                  <a:cubicBezTo>
                    <a:pt x="1223042" y="1486541"/>
                    <a:pt x="1369096" y="1486541"/>
                    <a:pt x="1514711" y="1486541"/>
                  </a:cubicBezTo>
                  <a:cubicBezTo>
                    <a:pt x="1542018" y="1397231"/>
                    <a:pt x="1566882" y="1106690"/>
                    <a:pt x="1554982" y="1061972"/>
                  </a:cubicBezTo>
                  <a:cubicBezTo>
                    <a:pt x="1395839" y="1061972"/>
                    <a:pt x="1236571" y="1061972"/>
                    <a:pt x="1076300" y="1061972"/>
                  </a:cubicBezTo>
                  <a:close/>
                  <a:moveTo>
                    <a:pt x="489142" y="1010427"/>
                  </a:moveTo>
                  <a:cubicBezTo>
                    <a:pt x="488015" y="867442"/>
                    <a:pt x="502984" y="726901"/>
                    <a:pt x="530228" y="586108"/>
                  </a:cubicBezTo>
                  <a:cubicBezTo>
                    <a:pt x="405531" y="586108"/>
                    <a:pt x="282526" y="586108"/>
                    <a:pt x="158894" y="586108"/>
                  </a:cubicBezTo>
                  <a:cubicBezTo>
                    <a:pt x="90690" y="719197"/>
                    <a:pt x="54051" y="859802"/>
                    <a:pt x="50919" y="1010427"/>
                  </a:cubicBezTo>
                  <a:cubicBezTo>
                    <a:pt x="197912" y="1010427"/>
                    <a:pt x="342087" y="1010427"/>
                    <a:pt x="489142" y="1010427"/>
                  </a:cubicBezTo>
                  <a:close/>
                  <a:moveTo>
                    <a:pt x="51859" y="1062285"/>
                  </a:moveTo>
                  <a:cubicBezTo>
                    <a:pt x="51546" y="1068423"/>
                    <a:pt x="50982" y="1071805"/>
                    <a:pt x="51233" y="1075124"/>
                  </a:cubicBezTo>
                  <a:cubicBezTo>
                    <a:pt x="52423" y="1094226"/>
                    <a:pt x="53362" y="1113391"/>
                    <a:pt x="55053" y="1132431"/>
                  </a:cubicBezTo>
                  <a:cubicBezTo>
                    <a:pt x="65825" y="1252430"/>
                    <a:pt x="99270" y="1365916"/>
                    <a:pt x="152506" y="1473890"/>
                  </a:cubicBezTo>
                  <a:cubicBezTo>
                    <a:pt x="157892" y="1484788"/>
                    <a:pt x="164405" y="1488295"/>
                    <a:pt x="176180" y="1488295"/>
                  </a:cubicBezTo>
                  <a:cubicBezTo>
                    <a:pt x="289165" y="1487919"/>
                    <a:pt x="402149" y="1488107"/>
                    <a:pt x="515134" y="1487982"/>
                  </a:cubicBezTo>
                  <a:cubicBezTo>
                    <a:pt x="519581" y="1487982"/>
                    <a:pt x="524028" y="1486730"/>
                    <a:pt x="530165" y="1485853"/>
                  </a:cubicBezTo>
                  <a:cubicBezTo>
                    <a:pt x="502796" y="1345373"/>
                    <a:pt x="488266" y="1204894"/>
                    <a:pt x="488955" y="1062285"/>
                  </a:cubicBezTo>
                  <a:cubicBezTo>
                    <a:pt x="341899" y="1062285"/>
                    <a:pt x="197724" y="1062285"/>
                    <a:pt x="51859" y="1062285"/>
                  </a:cubicBezTo>
                  <a:close/>
                  <a:moveTo>
                    <a:pt x="1609032" y="1008861"/>
                  </a:moveTo>
                  <a:cubicBezTo>
                    <a:pt x="1634711" y="1013371"/>
                    <a:pt x="2006045" y="1012431"/>
                    <a:pt x="2021639" y="1007922"/>
                  </a:cubicBezTo>
                  <a:cubicBezTo>
                    <a:pt x="2017819" y="858737"/>
                    <a:pt x="1981994" y="717756"/>
                    <a:pt x="1913540" y="586108"/>
                  </a:cubicBezTo>
                  <a:cubicBezTo>
                    <a:pt x="1797235" y="586108"/>
                    <a:pt x="1683124" y="586108"/>
                    <a:pt x="1566757" y="586108"/>
                  </a:cubicBezTo>
                  <a:cubicBezTo>
                    <a:pt x="1594815" y="726963"/>
                    <a:pt x="1607779" y="867630"/>
                    <a:pt x="1609032" y="1008861"/>
                  </a:cubicBezTo>
                  <a:close/>
                  <a:moveTo>
                    <a:pt x="2021702" y="1064352"/>
                  </a:moveTo>
                  <a:cubicBezTo>
                    <a:pt x="2001723" y="1059717"/>
                    <a:pt x="1627884" y="1059905"/>
                    <a:pt x="1608969" y="1064665"/>
                  </a:cubicBezTo>
                  <a:cubicBezTo>
                    <a:pt x="1607842" y="1205770"/>
                    <a:pt x="1594564" y="1346375"/>
                    <a:pt x="1567007" y="1485289"/>
                  </a:cubicBezTo>
                  <a:cubicBezTo>
                    <a:pt x="1571454" y="1486667"/>
                    <a:pt x="1573333" y="1487731"/>
                    <a:pt x="1575274" y="1487731"/>
                  </a:cubicBezTo>
                  <a:cubicBezTo>
                    <a:pt x="1684125" y="1487919"/>
                    <a:pt x="1793039" y="1487857"/>
                    <a:pt x="1901891" y="1488233"/>
                  </a:cubicBezTo>
                  <a:cubicBezTo>
                    <a:pt x="1911222" y="1488233"/>
                    <a:pt x="1914980" y="1483473"/>
                    <a:pt x="1918613" y="1476208"/>
                  </a:cubicBezTo>
                  <a:cubicBezTo>
                    <a:pt x="1975356" y="1362847"/>
                    <a:pt x="2008988" y="1243098"/>
                    <a:pt x="2019072" y="1116773"/>
                  </a:cubicBezTo>
                  <a:cubicBezTo>
                    <a:pt x="2020512" y="1099237"/>
                    <a:pt x="2020888" y="1081575"/>
                    <a:pt x="2021702" y="1064352"/>
                  </a:cubicBezTo>
                  <a:close/>
                  <a:moveTo>
                    <a:pt x="1023064" y="50558"/>
                  </a:moveTo>
                  <a:cubicBezTo>
                    <a:pt x="1012668" y="51247"/>
                    <a:pt x="1004463" y="51247"/>
                    <a:pt x="996447" y="52499"/>
                  </a:cubicBezTo>
                  <a:cubicBezTo>
                    <a:pt x="947157" y="60265"/>
                    <a:pt x="901374" y="77739"/>
                    <a:pt x="859099" y="104106"/>
                  </a:cubicBezTo>
                  <a:cubicBezTo>
                    <a:pt x="801229" y="140244"/>
                    <a:pt x="755133" y="188469"/>
                    <a:pt x="716991" y="244523"/>
                  </a:cubicBezTo>
                  <a:cubicBezTo>
                    <a:pt x="659747" y="328698"/>
                    <a:pt x="622545" y="421641"/>
                    <a:pt x="596866" y="519657"/>
                  </a:cubicBezTo>
                  <a:cubicBezTo>
                    <a:pt x="595739" y="523979"/>
                    <a:pt x="595614" y="528551"/>
                    <a:pt x="595050" y="532998"/>
                  </a:cubicBezTo>
                  <a:cubicBezTo>
                    <a:pt x="627806" y="537068"/>
                    <a:pt x="1007908" y="535503"/>
                    <a:pt x="1023064" y="531244"/>
                  </a:cubicBezTo>
                  <a:cubicBezTo>
                    <a:pt x="1023064" y="372226"/>
                    <a:pt x="1023064" y="212958"/>
                    <a:pt x="1023064" y="50558"/>
                  </a:cubicBezTo>
                  <a:close/>
                  <a:moveTo>
                    <a:pt x="1022814" y="1541280"/>
                  </a:moveTo>
                  <a:cubicBezTo>
                    <a:pt x="1005904" y="1537021"/>
                    <a:pt x="615969" y="1536332"/>
                    <a:pt x="594424" y="1540466"/>
                  </a:cubicBezTo>
                  <a:cubicBezTo>
                    <a:pt x="595927" y="1547042"/>
                    <a:pt x="596741" y="1553869"/>
                    <a:pt x="598933" y="1560195"/>
                  </a:cubicBezTo>
                  <a:cubicBezTo>
                    <a:pt x="615217" y="1607355"/>
                    <a:pt x="629935" y="1655267"/>
                    <a:pt x="648724" y="1701425"/>
                  </a:cubicBezTo>
                  <a:cubicBezTo>
                    <a:pt x="677284" y="1771697"/>
                    <a:pt x="716428" y="1836018"/>
                    <a:pt x="768160" y="1891884"/>
                  </a:cubicBezTo>
                  <a:cubicBezTo>
                    <a:pt x="833045" y="1961904"/>
                    <a:pt x="910706" y="2008814"/>
                    <a:pt x="1007031" y="2020651"/>
                  </a:cubicBezTo>
                  <a:cubicBezTo>
                    <a:pt x="1012041" y="2021278"/>
                    <a:pt x="1017240" y="2020714"/>
                    <a:pt x="1022814" y="2020714"/>
                  </a:cubicBezTo>
                  <a:cubicBezTo>
                    <a:pt x="1022814" y="1859629"/>
                    <a:pt x="1022814" y="1700298"/>
                    <a:pt x="1022814" y="1541280"/>
                  </a:cubicBezTo>
                  <a:close/>
                  <a:moveTo>
                    <a:pt x="1502122" y="533687"/>
                  </a:moveTo>
                  <a:cubicBezTo>
                    <a:pt x="1500745" y="526296"/>
                    <a:pt x="1500369" y="520847"/>
                    <a:pt x="1498678" y="515900"/>
                  </a:cubicBezTo>
                  <a:cubicBezTo>
                    <a:pt x="1482832" y="469303"/>
                    <a:pt x="1468866" y="421954"/>
                    <a:pt x="1450390" y="376422"/>
                  </a:cubicBezTo>
                  <a:cubicBezTo>
                    <a:pt x="1419576" y="300389"/>
                    <a:pt x="1377739" y="230745"/>
                    <a:pt x="1320119" y="171434"/>
                  </a:cubicBezTo>
                  <a:cubicBezTo>
                    <a:pt x="1266508" y="116194"/>
                    <a:pt x="1203940" y="76048"/>
                    <a:pt x="1128283" y="58324"/>
                  </a:cubicBezTo>
                  <a:cubicBezTo>
                    <a:pt x="1111248" y="54315"/>
                    <a:pt x="1094087" y="49430"/>
                    <a:pt x="1076488" y="52061"/>
                  </a:cubicBezTo>
                  <a:cubicBezTo>
                    <a:pt x="1072229" y="74044"/>
                    <a:pt x="1072793" y="516526"/>
                    <a:pt x="1077052" y="533749"/>
                  </a:cubicBezTo>
                  <a:cubicBezTo>
                    <a:pt x="1217656" y="533687"/>
                    <a:pt x="1358386" y="533687"/>
                    <a:pt x="1502122" y="533687"/>
                  </a:cubicBezTo>
                  <a:close/>
                  <a:moveTo>
                    <a:pt x="1076300" y="1538838"/>
                  </a:moveTo>
                  <a:cubicBezTo>
                    <a:pt x="1071728" y="1566458"/>
                    <a:pt x="1072918" y="2005620"/>
                    <a:pt x="1077427" y="2020651"/>
                  </a:cubicBezTo>
                  <a:cubicBezTo>
                    <a:pt x="1101478" y="2020964"/>
                    <a:pt x="1124713" y="2015453"/>
                    <a:pt x="1147573" y="2008564"/>
                  </a:cubicBezTo>
                  <a:cubicBezTo>
                    <a:pt x="1231748" y="1983136"/>
                    <a:pt x="1298011" y="1932030"/>
                    <a:pt x="1352311" y="1864264"/>
                  </a:cubicBezTo>
                  <a:cubicBezTo>
                    <a:pt x="1426528" y="1771759"/>
                    <a:pt x="1469555" y="1664348"/>
                    <a:pt x="1500494" y="1551364"/>
                  </a:cubicBezTo>
                  <a:cubicBezTo>
                    <a:pt x="1501496" y="1547794"/>
                    <a:pt x="1500619" y="1543723"/>
                    <a:pt x="1500619" y="1538900"/>
                  </a:cubicBezTo>
                  <a:cubicBezTo>
                    <a:pt x="1358762" y="1538838"/>
                    <a:pt x="1218032" y="1538838"/>
                    <a:pt x="1076300" y="1538838"/>
                  </a:cubicBezTo>
                  <a:close/>
                  <a:moveTo>
                    <a:pt x="188768" y="1539088"/>
                  </a:moveTo>
                  <a:cubicBezTo>
                    <a:pt x="258413" y="1655956"/>
                    <a:pt x="345594" y="1751279"/>
                    <a:pt x="451377" y="1829441"/>
                  </a:cubicBezTo>
                  <a:cubicBezTo>
                    <a:pt x="557284" y="1907666"/>
                    <a:pt x="674214" y="1962656"/>
                    <a:pt x="802794" y="1992530"/>
                  </a:cubicBezTo>
                  <a:cubicBezTo>
                    <a:pt x="800039" y="1988084"/>
                    <a:pt x="796531" y="1984952"/>
                    <a:pt x="792836" y="1982071"/>
                  </a:cubicBezTo>
                  <a:cubicBezTo>
                    <a:pt x="762461" y="1958334"/>
                    <a:pt x="735467" y="1931278"/>
                    <a:pt x="711041" y="1901529"/>
                  </a:cubicBezTo>
                  <a:cubicBezTo>
                    <a:pt x="644340" y="1820423"/>
                    <a:pt x="600624" y="1727354"/>
                    <a:pt x="568307" y="1628336"/>
                  </a:cubicBezTo>
                  <a:cubicBezTo>
                    <a:pt x="558787" y="1599150"/>
                    <a:pt x="550583" y="1569589"/>
                    <a:pt x="541439" y="1539151"/>
                  </a:cubicBezTo>
                  <a:cubicBezTo>
                    <a:pt x="425072" y="1539088"/>
                    <a:pt x="309018" y="1539088"/>
                    <a:pt x="188768" y="1539088"/>
                  </a:cubicBezTo>
                  <a:close/>
                  <a:moveTo>
                    <a:pt x="1885356" y="534188"/>
                  </a:moveTo>
                  <a:cubicBezTo>
                    <a:pt x="1746818" y="309972"/>
                    <a:pt x="1555358" y="162415"/>
                    <a:pt x="1306090" y="87447"/>
                  </a:cubicBezTo>
                  <a:cubicBezTo>
                    <a:pt x="1306340" y="90265"/>
                    <a:pt x="1306153" y="91017"/>
                    <a:pt x="1306466" y="91330"/>
                  </a:cubicBezTo>
                  <a:cubicBezTo>
                    <a:pt x="1308846" y="93772"/>
                    <a:pt x="1311163" y="96215"/>
                    <a:pt x="1313793" y="98407"/>
                  </a:cubicBezTo>
                  <a:cubicBezTo>
                    <a:pt x="1363334" y="139430"/>
                    <a:pt x="1403417" y="188532"/>
                    <a:pt x="1437300" y="243020"/>
                  </a:cubicBezTo>
                  <a:cubicBezTo>
                    <a:pt x="1488281" y="325128"/>
                    <a:pt x="1521976" y="414501"/>
                    <a:pt x="1547655" y="507257"/>
                  </a:cubicBezTo>
                  <a:cubicBezTo>
                    <a:pt x="1550160" y="516275"/>
                    <a:pt x="1553103" y="525231"/>
                    <a:pt x="1555859" y="534250"/>
                  </a:cubicBezTo>
                  <a:cubicBezTo>
                    <a:pt x="1664898" y="534188"/>
                    <a:pt x="1772309" y="534188"/>
                    <a:pt x="1885356" y="534188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" name="图形 4"/>
            <p:cNvGrpSpPr/>
            <p:nvPr/>
          </p:nvGrpSpPr>
          <p:grpSpPr>
            <a:xfrm>
              <a:off x="10308669" y="437286"/>
              <a:ext cx="286717" cy="271398"/>
              <a:chOff x="7567305" y="-62"/>
              <a:chExt cx="1997151" cy="1890443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/>
            </p:nvSpPr>
            <p:spPr>
              <a:xfrm>
                <a:off x="7879555" y="257308"/>
                <a:ext cx="1677359" cy="1443861"/>
              </a:xfrm>
              <a:custGeom>
                <a:avLst/>
                <a:gdLst>
                  <a:gd name="connsiteX0" fmla="*/ 76997 w 1677359"/>
                  <a:gd name="connsiteY0" fmla="*/ 1441722 h 1443861"/>
                  <a:gd name="connsiteX1" fmla="*/ 179210 w 1677359"/>
                  <a:gd name="connsiteY1" fmla="*/ 1393371 h 1443861"/>
                  <a:gd name="connsiteX2" fmla="*/ 189168 w 1677359"/>
                  <a:gd name="connsiteY2" fmla="*/ 1331681 h 1443861"/>
                  <a:gd name="connsiteX3" fmla="*/ 135368 w 1677359"/>
                  <a:gd name="connsiteY3" fmla="*/ 1260408 h 1443861"/>
                  <a:gd name="connsiteX4" fmla="*/ 372611 w 1677359"/>
                  <a:gd name="connsiteY4" fmla="*/ 190497 h 1443861"/>
                  <a:gd name="connsiteX5" fmla="*/ 418457 w 1677359"/>
                  <a:gd name="connsiteY5" fmla="*/ 190497 h 1443861"/>
                  <a:gd name="connsiteX6" fmla="*/ 712881 w 1677359"/>
                  <a:gd name="connsiteY6" fmla="*/ 700620 h 1443861"/>
                  <a:gd name="connsiteX7" fmla="*/ 712818 w 1677359"/>
                  <a:gd name="connsiteY7" fmla="*/ 827696 h 1443861"/>
                  <a:gd name="connsiteX8" fmla="*/ 765114 w 1677359"/>
                  <a:gd name="connsiteY8" fmla="*/ 858134 h 1443861"/>
                  <a:gd name="connsiteX9" fmla="*/ 844717 w 1677359"/>
                  <a:gd name="connsiteY9" fmla="*/ 839784 h 1443861"/>
                  <a:gd name="connsiteX10" fmla="*/ 861001 w 1677359"/>
                  <a:gd name="connsiteY10" fmla="*/ 853750 h 1443861"/>
                  <a:gd name="connsiteX11" fmla="*/ 1111960 w 1677359"/>
                  <a:gd name="connsiteY11" fmla="*/ 1078718 h 1443861"/>
                  <a:gd name="connsiteX12" fmla="*/ 1126929 w 1677359"/>
                  <a:gd name="connsiteY12" fmla="*/ 1108091 h 1443861"/>
                  <a:gd name="connsiteX13" fmla="*/ 1201083 w 1677359"/>
                  <a:gd name="connsiteY13" fmla="*/ 1191327 h 1443861"/>
                  <a:gd name="connsiteX14" fmla="*/ 1301416 w 1677359"/>
                  <a:gd name="connsiteY14" fmla="*/ 1150617 h 1443861"/>
                  <a:gd name="connsiteX15" fmla="*/ 1297470 w 1677359"/>
                  <a:gd name="connsiteY15" fmla="*/ 1040764 h 1443861"/>
                  <a:gd name="connsiteX16" fmla="*/ 1287262 w 1677359"/>
                  <a:gd name="connsiteY16" fmla="*/ 1027361 h 1443861"/>
                  <a:gd name="connsiteX17" fmla="*/ 1554567 w 1677359"/>
                  <a:gd name="connsiteY17" fmla="*/ 440391 h 1443861"/>
                  <a:gd name="connsiteX18" fmla="*/ 1572354 w 1677359"/>
                  <a:gd name="connsiteY18" fmla="*/ 441832 h 1443861"/>
                  <a:gd name="connsiteX19" fmla="*/ 1620266 w 1677359"/>
                  <a:gd name="connsiteY19" fmla="*/ 433752 h 1443861"/>
                  <a:gd name="connsiteX20" fmla="*/ 1666425 w 1677359"/>
                  <a:gd name="connsiteY20" fmla="*/ 302856 h 1443861"/>
                  <a:gd name="connsiteX21" fmla="*/ 1532459 w 1677359"/>
                  <a:gd name="connsiteY21" fmla="*/ 264589 h 1443861"/>
                  <a:gd name="connsiteX22" fmla="*/ 1502584 w 1677359"/>
                  <a:gd name="connsiteY22" fmla="*/ 400371 h 1443861"/>
                  <a:gd name="connsiteX23" fmla="*/ 1505340 w 1677359"/>
                  <a:gd name="connsiteY23" fmla="*/ 437135 h 1443861"/>
                  <a:gd name="connsiteX24" fmla="*/ 1254820 w 1677359"/>
                  <a:gd name="connsiteY24" fmla="*/ 986526 h 1443861"/>
                  <a:gd name="connsiteX25" fmla="*/ 1245550 w 1677359"/>
                  <a:gd name="connsiteY25" fmla="*/ 1005315 h 1443861"/>
                  <a:gd name="connsiteX26" fmla="*/ 1141835 w 1677359"/>
                  <a:gd name="connsiteY26" fmla="*/ 1043582 h 1443861"/>
                  <a:gd name="connsiteX27" fmla="*/ 873214 w 1677359"/>
                  <a:gd name="connsiteY27" fmla="*/ 802456 h 1443861"/>
                  <a:gd name="connsiteX28" fmla="*/ 854550 w 1677359"/>
                  <a:gd name="connsiteY28" fmla="*/ 699993 h 1443861"/>
                  <a:gd name="connsiteX29" fmla="*/ 751587 w 1677359"/>
                  <a:gd name="connsiteY29" fmla="*/ 674816 h 1443861"/>
                  <a:gd name="connsiteX30" fmla="*/ 457601 w 1677359"/>
                  <a:gd name="connsiteY30" fmla="*/ 165883 h 1443861"/>
                  <a:gd name="connsiteX31" fmla="*/ 468373 w 1677359"/>
                  <a:gd name="connsiteY31" fmla="*/ 151729 h 1443861"/>
                  <a:gd name="connsiteX32" fmla="*/ 454093 w 1677359"/>
                  <a:gd name="connsiteY32" fmla="*/ 23462 h 1443861"/>
                  <a:gd name="connsiteX33" fmla="*/ 325075 w 1677359"/>
                  <a:gd name="connsiteY33" fmla="*/ 26719 h 1443861"/>
                  <a:gd name="connsiteX34" fmla="*/ 317810 w 1677359"/>
                  <a:gd name="connsiteY34" fmla="*/ 155236 h 1443861"/>
                  <a:gd name="connsiteX35" fmla="*/ 325702 w 1677359"/>
                  <a:gd name="connsiteY35" fmla="*/ 188368 h 1443861"/>
                  <a:gd name="connsiteX36" fmla="*/ 109314 w 1677359"/>
                  <a:gd name="connsiteY36" fmla="*/ 1164521 h 1443861"/>
                  <a:gd name="connsiteX37" fmla="*/ 89586 w 1677359"/>
                  <a:gd name="connsiteY37" fmla="*/ 1251326 h 1443861"/>
                  <a:gd name="connsiteX38" fmla="*/ 25 w 1677359"/>
                  <a:gd name="connsiteY38" fmla="*/ 1349969 h 1443861"/>
                  <a:gd name="connsiteX39" fmla="*/ 76997 w 1677359"/>
                  <a:gd name="connsiteY39" fmla="*/ 1441722 h 1443861"/>
                  <a:gd name="connsiteX40" fmla="*/ 1580997 w 1677359"/>
                  <a:gd name="connsiteY40" fmla="*/ 299223 h 1443861"/>
                  <a:gd name="connsiteX41" fmla="*/ 1630037 w 1677359"/>
                  <a:gd name="connsiteY41" fmla="*/ 349077 h 1443861"/>
                  <a:gd name="connsiteX42" fmla="*/ 1579933 w 1677359"/>
                  <a:gd name="connsiteY42" fmla="*/ 395924 h 1443861"/>
                  <a:gd name="connsiteX43" fmla="*/ 1532521 w 1677359"/>
                  <a:gd name="connsiteY43" fmla="*/ 346947 h 1443861"/>
                  <a:gd name="connsiteX44" fmla="*/ 1580997 w 1677359"/>
                  <a:gd name="connsiteY44" fmla="*/ 299223 h 1443861"/>
                  <a:gd name="connsiteX45" fmla="*/ 1222502 w 1677359"/>
                  <a:gd name="connsiteY45" fmla="*/ 1049031 h 1443861"/>
                  <a:gd name="connsiteX46" fmla="*/ 1270101 w 1677359"/>
                  <a:gd name="connsiteY46" fmla="*/ 1097945 h 1443861"/>
                  <a:gd name="connsiteX47" fmla="*/ 1220748 w 1677359"/>
                  <a:gd name="connsiteY47" fmla="*/ 1146671 h 1443861"/>
                  <a:gd name="connsiteX48" fmla="*/ 1172649 w 1677359"/>
                  <a:gd name="connsiteY48" fmla="*/ 1098258 h 1443861"/>
                  <a:gd name="connsiteX49" fmla="*/ 1222502 w 1677359"/>
                  <a:gd name="connsiteY49" fmla="*/ 1049031 h 1443861"/>
                  <a:gd name="connsiteX50" fmla="*/ 784592 w 1677359"/>
                  <a:gd name="connsiteY50" fmla="*/ 716465 h 1443861"/>
                  <a:gd name="connsiteX51" fmla="*/ 833506 w 1677359"/>
                  <a:gd name="connsiteY51" fmla="*/ 766193 h 1443861"/>
                  <a:gd name="connsiteX52" fmla="*/ 784780 w 1677359"/>
                  <a:gd name="connsiteY52" fmla="*/ 813730 h 1443861"/>
                  <a:gd name="connsiteX53" fmla="*/ 736054 w 1677359"/>
                  <a:gd name="connsiteY53" fmla="*/ 766381 h 1443861"/>
                  <a:gd name="connsiteX54" fmla="*/ 784592 w 1677359"/>
                  <a:gd name="connsiteY54" fmla="*/ 716465 h 1443861"/>
                  <a:gd name="connsiteX55" fmla="*/ 390711 w 1677359"/>
                  <a:gd name="connsiteY55" fmla="*/ 46824 h 1443861"/>
                  <a:gd name="connsiteX56" fmla="*/ 439751 w 1677359"/>
                  <a:gd name="connsiteY56" fmla="*/ 96301 h 1443861"/>
                  <a:gd name="connsiteX57" fmla="*/ 391776 w 1677359"/>
                  <a:gd name="connsiteY57" fmla="*/ 144339 h 1443861"/>
                  <a:gd name="connsiteX58" fmla="*/ 342361 w 1677359"/>
                  <a:gd name="connsiteY58" fmla="*/ 95299 h 1443861"/>
                  <a:gd name="connsiteX59" fmla="*/ 390711 w 1677359"/>
                  <a:gd name="connsiteY59" fmla="*/ 46824 h 1443861"/>
                  <a:gd name="connsiteX60" fmla="*/ 96037 w 1677359"/>
                  <a:gd name="connsiteY60" fmla="*/ 1299802 h 1443861"/>
                  <a:gd name="connsiteX61" fmla="*/ 143886 w 1677359"/>
                  <a:gd name="connsiteY61" fmla="*/ 1348027 h 1443861"/>
                  <a:gd name="connsiteX62" fmla="*/ 94847 w 1677359"/>
                  <a:gd name="connsiteY62" fmla="*/ 1397067 h 1443861"/>
                  <a:gd name="connsiteX63" fmla="*/ 46496 w 1677359"/>
                  <a:gd name="connsiteY63" fmla="*/ 1348842 h 1443861"/>
                  <a:gd name="connsiteX64" fmla="*/ 96037 w 1677359"/>
                  <a:gd name="connsiteY64" fmla="*/ 1299802 h 144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677359" h="1443861">
                    <a:moveTo>
                      <a:pt x="76997" y="1441722"/>
                    </a:moveTo>
                    <a:cubicBezTo>
                      <a:pt x="115703" y="1450866"/>
                      <a:pt x="159669" y="1429947"/>
                      <a:pt x="179210" y="1393371"/>
                    </a:cubicBezTo>
                    <a:cubicBezTo>
                      <a:pt x="189606" y="1373894"/>
                      <a:pt x="192863" y="1353226"/>
                      <a:pt x="189168" y="1331681"/>
                    </a:cubicBezTo>
                    <a:cubicBezTo>
                      <a:pt x="183594" y="1299113"/>
                      <a:pt x="162801" y="1277130"/>
                      <a:pt x="135368" y="1260408"/>
                    </a:cubicBezTo>
                    <a:cubicBezTo>
                      <a:pt x="214595" y="903040"/>
                      <a:pt x="293510" y="547113"/>
                      <a:pt x="372611" y="190497"/>
                    </a:cubicBezTo>
                    <a:cubicBezTo>
                      <a:pt x="388832" y="190497"/>
                      <a:pt x="403050" y="190497"/>
                      <a:pt x="418457" y="190497"/>
                    </a:cubicBezTo>
                    <a:cubicBezTo>
                      <a:pt x="516598" y="360538"/>
                      <a:pt x="615053" y="531142"/>
                      <a:pt x="712881" y="700620"/>
                    </a:cubicBezTo>
                    <a:cubicBezTo>
                      <a:pt x="682130" y="751538"/>
                      <a:pt x="682505" y="793563"/>
                      <a:pt x="712818" y="827696"/>
                    </a:cubicBezTo>
                    <a:cubicBezTo>
                      <a:pt x="726910" y="843542"/>
                      <a:pt x="744321" y="853688"/>
                      <a:pt x="765114" y="858134"/>
                    </a:cubicBezTo>
                    <a:cubicBezTo>
                      <a:pt x="794425" y="864460"/>
                      <a:pt x="820292" y="855504"/>
                      <a:pt x="844717" y="839784"/>
                    </a:cubicBezTo>
                    <a:cubicBezTo>
                      <a:pt x="850667" y="844857"/>
                      <a:pt x="855928" y="849178"/>
                      <a:pt x="861001" y="853750"/>
                    </a:cubicBezTo>
                    <a:cubicBezTo>
                      <a:pt x="944612" y="928781"/>
                      <a:pt x="1028098" y="1003937"/>
                      <a:pt x="1111960" y="1078718"/>
                    </a:cubicBezTo>
                    <a:cubicBezTo>
                      <a:pt x="1121167" y="1086985"/>
                      <a:pt x="1125739" y="1095315"/>
                      <a:pt x="1126929" y="1108091"/>
                    </a:cubicBezTo>
                    <a:cubicBezTo>
                      <a:pt x="1131000" y="1149740"/>
                      <a:pt x="1160686" y="1181932"/>
                      <a:pt x="1201083" y="1191327"/>
                    </a:cubicBezTo>
                    <a:cubicBezTo>
                      <a:pt x="1238786" y="1200095"/>
                      <a:pt x="1279997" y="1183373"/>
                      <a:pt x="1301416" y="1150617"/>
                    </a:cubicBezTo>
                    <a:cubicBezTo>
                      <a:pt x="1323212" y="1117235"/>
                      <a:pt x="1321709" y="1073832"/>
                      <a:pt x="1297470" y="1040764"/>
                    </a:cubicBezTo>
                    <a:cubicBezTo>
                      <a:pt x="1294277" y="1036442"/>
                      <a:pt x="1290957" y="1032183"/>
                      <a:pt x="1287262" y="1027361"/>
                    </a:cubicBezTo>
                    <a:cubicBezTo>
                      <a:pt x="1376448" y="831517"/>
                      <a:pt x="1465507" y="636048"/>
                      <a:pt x="1554567" y="440391"/>
                    </a:cubicBezTo>
                    <a:cubicBezTo>
                      <a:pt x="1561644" y="441018"/>
                      <a:pt x="1567156" y="442458"/>
                      <a:pt x="1572354" y="441832"/>
                    </a:cubicBezTo>
                    <a:cubicBezTo>
                      <a:pt x="1588450" y="439765"/>
                      <a:pt x="1605674" y="439828"/>
                      <a:pt x="1620266" y="433752"/>
                    </a:cubicBezTo>
                    <a:cubicBezTo>
                      <a:pt x="1671498" y="412396"/>
                      <a:pt x="1691853" y="352208"/>
                      <a:pt x="1666425" y="302856"/>
                    </a:cubicBezTo>
                    <a:cubicBezTo>
                      <a:pt x="1641123" y="253753"/>
                      <a:pt x="1580872" y="236530"/>
                      <a:pt x="1532459" y="264589"/>
                    </a:cubicBezTo>
                    <a:cubicBezTo>
                      <a:pt x="1485423" y="291833"/>
                      <a:pt x="1470643" y="355214"/>
                      <a:pt x="1502584" y="400371"/>
                    </a:cubicBezTo>
                    <a:cubicBezTo>
                      <a:pt x="1512041" y="413711"/>
                      <a:pt x="1511728" y="423231"/>
                      <a:pt x="1505340" y="437135"/>
                    </a:cubicBezTo>
                    <a:cubicBezTo>
                      <a:pt x="1421478" y="620077"/>
                      <a:pt x="1338243" y="803333"/>
                      <a:pt x="1254820" y="986526"/>
                    </a:cubicBezTo>
                    <a:cubicBezTo>
                      <a:pt x="1252001" y="992664"/>
                      <a:pt x="1248870" y="998614"/>
                      <a:pt x="1245550" y="1005315"/>
                    </a:cubicBezTo>
                    <a:cubicBezTo>
                      <a:pt x="1203150" y="996484"/>
                      <a:pt x="1169580" y="1011077"/>
                      <a:pt x="1141835" y="1043582"/>
                    </a:cubicBezTo>
                    <a:cubicBezTo>
                      <a:pt x="1051710" y="962664"/>
                      <a:pt x="962650" y="882748"/>
                      <a:pt x="873214" y="802456"/>
                    </a:cubicBezTo>
                    <a:cubicBezTo>
                      <a:pt x="886241" y="764064"/>
                      <a:pt x="881732" y="729429"/>
                      <a:pt x="854550" y="699993"/>
                    </a:cubicBezTo>
                    <a:cubicBezTo>
                      <a:pt x="826555" y="669680"/>
                      <a:pt x="791294" y="664419"/>
                      <a:pt x="751587" y="674816"/>
                    </a:cubicBezTo>
                    <a:cubicBezTo>
                      <a:pt x="653320" y="504712"/>
                      <a:pt x="555491" y="335298"/>
                      <a:pt x="457601" y="165883"/>
                    </a:cubicBezTo>
                    <a:cubicBezTo>
                      <a:pt x="461797" y="160372"/>
                      <a:pt x="465179" y="156113"/>
                      <a:pt x="468373" y="151729"/>
                    </a:cubicBezTo>
                    <a:cubicBezTo>
                      <a:pt x="497496" y="111270"/>
                      <a:pt x="491233" y="55466"/>
                      <a:pt x="454093" y="23462"/>
                    </a:cubicBezTo>
                    <a:cubicBezTo>
                      <a:pt x="416327" y="-9043"/>
                      <a:pt x="360210" y="-7602"/>
                      <a:pt x="325075" y="26719"/>
                    </a:cubicBezTo>
                    <a:cubicBezTo>
                      <a:pt x="289376" y="61604"/>
                      <a:pt x="285555" y="116781"/>
                      <a:pt x="317810" y="155236"/>
                    </a:cubicBezTo>
                    <a:cubicBezTo>
                      <a:pt x="326891" y="166071"/>
                      <a:pt x="328708" y="174965"/>
                      <a:pt x="325702" y="188368"/>
                    </a:cubicBezTo>
                    <a:cubicBezTo>
                      <a:pt x="253301" y="513669"/>
                      <a:pt x="181339" y="839095"/>
                      <a:pt x="109314" y="1164521"/>
                    </a:cubicBezTo>
                    <a:cubicBezTo>
                      <a:pt x="102801" y="1193832"/>
                      <a:pt x="96037" y="1223018"/>
                      <a:pt x="89586" y="1251326"/>
                    </a:cubicBezTo>
                    <a:cubicBezTo>
                      <a:pt x="28333" y="1269113"/>
                      <a:pt x="-977" y="1301869"/>
                      <a:pt x="25" y="1349969"/>
                    </a:cubicBezTo>
                    <a:cubicBezTo>
                      <a:pt x="901" y="1394749"/>
                      <a:pt x="31152" y="1430887"/>
                      <a:pt x="76997" y="1441722"/>
                    </a:cubicBezTo>
                    <a:close/>
                    <a:moveTo>
                      <a:pt x="1580997" y="299223"/>
                    </a:moveTo>
                    <a:cubicBezTo>
                      <a:pt x="1608805" y="299286"/>
                      <a:pt x="1631289" y="322083"/>
                      <a:pt x="1630037" y="349077"/>
                    </a:cubicBezTo>
                    <a:cubicBezTo>
                      <a:pt x="1628784" y="375882"/>
                      <a:pt x="1606801" y="396425"/>
                      <a:pt x="1579933" y="395924"/>
                    </a:cubicBezTo>
                    <a:cubicBezTo>
                      <a:pt x="1552751" y="395423"/>
                      <a:pt x="1532333" y="374316"/>
                      <a:pt x="1532521" y="346947"/>
                    </a:cubicBezTo>
                    <a:cubicBezTo>
                      <a:pt x="1532709" y="319703"/>
                      <a:pt x="1553565" y="299223"/>
                      <a:pt x="1580997" y="299223"/>
                    </a:cubicBezTo>
                    <a:close/>
                    <a:moveTo>
                      <a:pt x="1222502" y="1049031"/>
                    </a:moveTo>
                    <a:cubicBezTo>
                      <a:pt x="1248932" y="1049532"/>
                      <a:pt x="1270101" y="1071327"/>
                      <a:pt x="1270101" y="1097945"/>
                    </a:cubicBezTo>
                    <a:cubicBezTo>
                      <a:pt x="1270101" y="1125816"/>
                      <a:pt x="1248557" y="1147047"/>
                      <a:pt x="1220748" y="1146671"/>
                    </a:cubicBezTo>
                    <a:cubicBezTo>
                      <a:pt x="1194256" y="1146296"/>
                      <a:pt x="1172586" y="1124500"/>
                      <a:pt x="1172649" y="1098258"/>
                    </a:cubicBezTo>
                    <a:cubicBezTo>
                      <a:pt x="1172712" y="1071453"/>
                      <a:pt x="1195947" y="1048530"/>
                      <a:pt x="1222502" y="1049031"/>
                    </a:cubicBezTo>
                    <a:close/>
                    <a:moveTo>
                      <a:pt x="784592" y="716465"/>
                    </a:moveTo>
                    <a:cubicBezTo>
                      <a:pt x="811711" y="716402"/>
                      <a:pt x="833945" y="739012"/>
                      <a:pt x="833506" y="766193"/>
                    </a:cubicBezTo>
                    <a:cubicBezTo>
                      <a:pt x="833068" y="792623"/>
                      <a:pt x="811461" y="813730"/>
                      <a:pt x="784780" y="813730"/>
                    </a:cubicBezTo>
                    <a:cubicBezTo>
                      <a:pt x="757912" y="813792"/>
                      <a:pt x="736492" y="792936"/>
                      <a:pt x="736054" y="766381"/>
                    </a:cubicBezTo>
                    <a:cubicBezTo>
                      <a:pt x="735616" y="738761"/>
                      <a:pt x="757223" y="716528"/>
                      <a:pt x="784592" y="716465"/>
                    </a:cubicBezTo>
                    <a:close/>
                    <a:moveTo>
                      <a:pt x="390711" y="46824"/>
                    </a:moveTo>
                    <a:cubicBezTo>
                      <a:pt x="417768" y="46448"/>
                      <a:pt x="439876" y="68744"/>
                      <a:pt x="439751" y="96301"/>
                    </a:cubicBezTo>
                    <a:cubicBezTo>
                      <a:pt x="439625" y="123232"/>
                      <a:pt x="418770" y="144151"/>
                      <a:pt x="391776" y="144339"/>
                    </a:cubicBezTo>
                    <a:cubicBezTo>
                      <a:pt x="364282" y="144527"/>
                      <a:pt x="341985" y="122418"/>
                      <a:pt x="342361" y="95299"/>
                    </a:cubicBezTo>
                    <a:cubicBezTo>
                      <a:pt x="342674" y="69308"/>
                      <a:pt x="364720" y="47199"/>
                      <a:pt x="390711" y="46824"/>
                    </a:cubicBezTo>
                    <a:close/>
                    <a:moveTo>
                      <a:pt x="96037" y="1299802"/>
                    </a:moveTo>
                    <a:cubicBezTo>
                      <a:pt x="123030" y="1300115"/>
                      <a:pt x="143761" y="1321034"/>
                      <a:pt x="143886" y="1348027"/>
                    </a:cubicBezTo>
                    <a:cubicBezTo>
                      <a:pt x="144011" y="1375898"/>
                      <a:pt x="122529" y="1397380"/>
                      <a:pt x="94847" y="1397067"/>
                    </a:cubicBezTo>
                    <a:cubicBezTo>
                      <a:pt x="68417" y="1396754"/>
                      <a:pt x="46872" y="1375271"/>
                      <a:pt x="46496" y="1348842"/>
                    </a:cubicBezTo>
                    <a:cubicBezTo>
                      <a:pt x="46121" y="1321848"/>
                      <a:pt x="68730" y="1299426"/>
                      <a:pt x="96037" y="1299802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7567305" y="-62"/>
                <a:ext cx="1997151" cy="1890443"/>
              </a:xfrm>
              <a:custGeom>
                <a:avLst/>
                <a:gdLst>
                  <a:gd name="connsiteX0" fmla="*/ 1966651 w 1997151"/>
                  <a:gd name="connsiteY0" fmla="*/ 1843581 h 1890443"/>
                  <a:gd name="connsiteX1" fmla="*/ 203362 w 1997151"/>
                  <a:gd name="connsiteY1" fmla="*/ 1843581 h 1890443"/>
                  <a:gd name="connsiteX2" fmla="*/ 178685 w 1997151"/>
                  <a:gd name="connsiteY2" fmla="*/ 1843518 h 1890443"/>
                  <a:gd name="connsiteX3" fmla="*/ 108038 w 1997151"/>
                  <a:gd name="connsiteY3" fmla="*/ 1772370 h 1890443"/>
                  <a:gd name="connsiteX4" fmla="*/ 108038 w 1997151"/>
                  <a:gd name="connsiteY4" fmla="*/ 1665523 h 1890443"/>
                  <a:gd name="connsiteX5" fmla="*/ 110356 w 1997151"/>
                  <a:gd name="connsiteY5" fmla="*/ 1650617 h 1890443"/>
                  <a:gd name="connsiteX6" fmla="*/ 144113 w 1997151"/>
                  <a:gd name="connsiteY6" fmla="*/ 1650492 h 1890443"/>
                  <a:gd name="connsiteX7" fmla="*/ 171170 w 1997151"/>
                  <a:gd name="connsiteY7" fmla="*/ 1626004 h 1890443"/>
                  <a:gd name="connsiteX8" fmla="*/ 144051 w 1997151"/>
                  <a:gd name="connsiteY8" fmla="*/ 1604208 h 1890443"/>
                  <a:gd name="connsiteX9" fmla="*/ 109041 w 1997151"/>
                  <a:gd name="connsiteY9" fmla="*/ 1603081 h 1890443"/>
                  <a:gd name="connsiteX10" fmla="*/ 109041 w 1997151"/>
                  <a:gd name="connsiteY10" fmla="*/ 1364022 h 1890443"/>
                  <a:gd name="connsiteX11" fmla="*/ 127892 w 1997151"/>
                  <a:gd name="connsiteY11" fmla="*/ 1362456 h 1890443"/>
                  <a:gd name="connsiteX12" fmla="*/ 150439 w 1997151"/>
                  <a:gd name="connsiteY12" fmla="*/ 1361454 h 1890443"/>
                  <a:gd name="connsiteX13" fmla="*/ 171295 w 1997151"/>
                  <a:gd name="connsiteY13" fmla="*/ 1337655 h 1890443"/>
                  <a:gd name="connsiteX14" fmla="*/ 150126 w 1997151"/>
                  <a:gd name="connsiteY14" fmla="*/ 1316235 h 1890443"/>
                  <a:gd name="connsiteX15" fmla="*/ 127579 w 1997151"/>
                  <a:gd name="connsiteY15" fmla="*/ 1315358 h 1890443"/>
                  <a:gd name="connsiteX16" fmla="*/ 110418 w 1997151"/>
                  <a:gd name="connsiteY16" fmla="*/ 1313605 h 1890443"/>
                  <a:gd name="connsiteX17" fmla="*/ 111483 w 1997151"/>
                  <a:gd name="connsiteY17" fmla="*/ 1088449 h 1890443"/>
                  <a:gd name="connsiteX18" fmla="*/ 127516 w 1997151"/>
                  <a:gd name="connsiteY18" fmla="*/ 1087572 h 1890443"/>
                  <a:gd name="connsiteX19" fmla="*/ 143926 w 1997151"/>
                  <a:gd name="connsiteY19" fmla="*/ 1087447 h 1890443"/>
                  <a:gd name="connsiteX20" fmla="*/ 171170 w 1997151"/>
                  <a:gd name="connsiteY20" fmla="*/ 1063585 h 1890443"/>
                  <a:gd name="connsiteX21" fmla="*/ 144364 w 1997151"/>
                  <a:gd name="connsiteY21" fmla="*/ 1041226 h 1890443"/>
                  <a:gd name="connsiteX22" fmla="*/ 109291 w 1997151"/>
                  <a:gd name="connsiteY22" fmla="*/ 1040349 h 1890443"/>
                  <a:gd name="connsiteX23" fmla="*/ 109291 w 1997151"/>
                  <a:gd name="connsiteY23" fmla="*/ 825528 h 1890443"/>
                  <a:gd name="connsiteX24" fmla="*/ 132652 w 1997151"/>
                  <a:gd name="connsiteY24" fmla="*/ 825528 h 1890443"/>
                  <a:gd name="connsiteX25" fmla="*/ 151128 w 1997151"/>
                  <a:gd name="connsiteY25" fmla="*/ 825215 h 1890443"/>
                  <a:gd name="connsiteX26" fmla="*/ 171170 w 1997151"/>
                  <a:gd name="connsiteY26" fmla="*/ 805048 h 1890443"/>
                  <a:gd name="connsiteX27" fmla="*/ 155575 w 1997151"/>
                  <a:gd name="connsiteY27" fmla="*/ 781374 h 1890443"/>
                  <a:gd name="connsiteX28" fmla="*/ 135283 w 1997151"/>
                  <a:gd name="connsiteY28" fmla="*/ 779369 h 1890443"/>
                  <a:gd name="connsiteX29" fmla="*/ 109103 w 1997151"/>
                  <a:gd name="connsiteY29" fmla="*/ 778305 h 1890443"/>
                  <a:gd name="connsiteX30" fmla="*/ 109103 w 1997151"/>
                  <a:gd name="connsiteY30" fmla="*/ 558285 h 1890443"/>
                  <a:gd name="connsiteX31" fmla="*/ 124009 w 1997151"/>
                  <a:gd name="connsiteY31" fmla="*/ 556030 h 1890443"/>
                  <a:gd name="connsiteX32" fmla="*/ 150689 w 1997151"/>
                  <a:gd name="connsiteY32" fmla="*/ 554966 h 1890443"/>
                  <a:gd name="connsiteX33" fmla="*/ 171232 w 1997151"/>
                  <a:gd name="connsiteY33" fmla="*/ 533045 h 1890443"/>
                  <a:gd name="connsiteX34" fmla="*/ 151692 w 1997151"/>
                  <a:gd name="connsiteY34" fmla="*/ 510185 h 1890443"/>
                  <a:gd name="connsiteX35" fmla="*/ 131274 w 1997151"/>
                  <a:gd name="connsiteY35" fmla="*/ 508933 h 1890443"/>
                  <a:gd name="connsiteX36" fmla="*/ 109228 w 1997151"/>
                  <a:gd name="connsiteY36" fmla="*/ 507492 h 1890443"/>
                  <a:gd name="connsiteX37" fmla="*/ 109228 w 1997151"/>
                  <a:gd name="connsiteY37" fmla="*/ 287284 h 1890443"/>
                  <a:gd name="connsiteX38" fmla="*/ 128456 w 1997151"/>
                  <a:gd name="connsiteY38" fmla="*/ 286094 h 1890443"/>
                  <a:gd name="connsiteX39" fmla="*/ 146932 w 1997151"/>
                  <a:gd name="connsiteY39" fmla="*/ 285907 h 1890443"/>
                  <a:gd name="connsiteX40" fmla="*/ 171420 w 1997151"/>
                  <a:gd name="connsiteY40" fmla="*/ 263234 h 1890443"/>
                  <a:gd name="connsiteX41" fmla="*/ 147809 w 1997151"/>
                  <a:gd name="connsiteY41" fmla="*/ 240061 h 1890443"/>
                  <a:gd name="connsiteX42" fmla="*/ 125199 w 1997151"/>
                  <a:gd name="connsiteY42" fmla="*/ 239748 h 1890443"/>
                  <a:gd name="connsiteX43" fmla="*/ 107537 w 1997151"/>
                  <a:gd name="connsiteY43" fmla="*/ 237556 h 1890443"/>
                  <a:gd name="connsiteX44" fmla="*/ 107537 w 1997151"/>
                  <a:gd name="connsiteY44" fmla="*/ 0 h 1890443"/>
                  <a:gd name="connsiteX45" fmla="*/ 61504 w 1997151"/>
                  <a:gd name="connsiteY45" fmla="*/ 0 h 1890443"/>
                  <a:gd name="connsiteX46" fmla="*/ 61504 w 1997151"/>
                  <a:gd name="connsiteY46" fmla="*/ 60814 h 1890443"/>
                  <a:gd name="connsiteX47" fmla="*/ 61504 w 1997151"/>
                  <a:gd name="connsiteY47" fmla="*/ 120438 h 1890443"/>
                  <a:gd name="connsiteX48" fmla="*/ 61441 w 1997151"/>
                  <a:gd name="connsiteY48" fmla="*/ 180062 h 1890443"/>
                  <a:gd name="connsiteX49" fmla="*/ 60001 w 1997151"/>
                  <a:gd name="connsiteY49" fmla="*/ 239936 h 1890443"/>
                  <a:gd name="connsiteX50" fmla="*/ 27246 w 1997151"/>
                  <a:gd name="connsiteY50" fmla="*/ 240124 h 1890443"/>
                  <a:gd name="connsiteX51" fmla="*/ 9834 w 1997151"/>
                  <a:gd name="connsiteY51" fmla="*/ 244696 h 1890443"/>
                  <a:gd name="connsiteX52" fmla="*/ 753 w 1997151"/>
                  <a:gd name="connsiteY52" fmla="*/ 267869 h 1890443"/>
                  <a:gd name="connsiteX53" fmla="*/ 22987 w 1997151"/>
                  <a:gd name="connsiteY53" fmla="*/ 285781 h 1890443"/>
                  <a:gd name="connsiteX54" fmla="*/ 58686 w 1997151"/>
                  <a:gd name="connsiteY54" fmla="*/ 285969 h 1890443"/>
                  <a:gd name="connsiteX55" fmla="*/ 57997 w 1997151"/>
                  <a:gd name="connsiteY55" fmla="*/ 508056 h 1890443"/>
                  <a:gd name="connsiteX56" fmla="*/ 42026 w 1997151"/>
                  <a:gd name="connsiteY56" fmla="*/ 508995 h 1890443"/>
                  <a:gd name="connsiteX57" fmla="*/ 25617 w 1997151"/>
                  <a:gd name="connsiteY57" fmla="*/ 509308 h 1890443"/>
                  <a:gd name="connsiteX58" fmla="*/ 127 w 1997151"/>
                  <a:gd name="connsiteY58" fmla="*/ 533358 h 1890443"/>
                  <a:gd name="connsiteX59" fmla="*/ 25053 w 1997151"/>
                  <a:gd name="connsiteY59" fmla="*/ 555655 h 1890443"/>
                  <a:gd name="connsiteX60" fmla="*/ 43529 w 1997151"/>
                  <a:gd name="connsiteY60" fmla="*/ 556156 h 1890443"/>
                  <a:gd name="connsiteX61" fmla="*/ 60001 w 1997151"/>
                  <a:gd name="connsiteY61" fmla="*/ 558097 h 1890443"/>
                  <a:gd name="connsiteX62" fmla="*/ 60001 w 1997151"/>
                  <a:gd name="connsiteY62" fmla="*/ 779808 h 1890443"/>
                  <a:gd name="connsiteX63" fmla="*/ 21922 w 1997151"/>
                  <a:gd name="connsiteY63" fmla="*/ 779996 h 1890443"/>
                  <a:gd name="connsiteX64" fmla="*/ 314 w 1997151"/>
                  <a:gd name="connsiteY64" fmla="*/ 798847 h 1890443"/>
                  <a:gd name="connsiteX65" fmla="*/ 12402 w 1997151"/>
                  <a:gd name="connsiteY65" fmla="*/ 822897 h 1890443"/>
                  <a:gd name="connsiteX66" fmla="*/ 28310 w 1997151"/>
                  <a:gd name="connsiteY66" fmla="*/ 825590 h 1890443"/>
                  <a:gd name="connsiteX67" fmla="*/ 59813 w 1997151"/>
                  <a:gd name="connsiteY67" fmla="*/ 826405 h 1890443"/>
                  <a:gd name="connsiteX68" fmla="*/ 57684 w 1997151"/>
                  <a:gd name="connsiteY68" fmla="*/ 1041602 h 1890443"/>
                  <a:gd name="connsiteX69" fmla="*/ 25743 w 1997151"/>
                  <a:gd name="connsiteY69" fmla="*/ 1041915 h 1890443"/>
                  <a:gd name="connsiteX70" fmla="*/ 7267 w 1997151"/>
                  <a:gd name="connsiteY70" fmla="*/ 1048679 h 1890443"/>
                  <a:gd name="connsiteX71" fmla="*/ 1442 w 1997151"/>
                  <a:gd name="connsiteY71" fmla="*/ 1071038 h 1890443"/>
                  <a:gd name="connsiteX72" fmla="*/ 22861 w 1997151"/>
                  <a:gd name="connsiteY72" fmla="*/ 1087447 h 1890443"/>
                  <a:gd name="connsiteX73" fmla="*/ 60126 w 1997151"/>
                  <a:gd name="connsiteY73" fmla="*/ 1087572 h 1890443"/>
                  <a:gd name="connsiteX74" fmla="*/ 60126 w 1997151"/>
                  <a:gd name="connsiteY74" fmla="*/ 1313980 h 1890443"/>
                  <a:gd name="connsiteX75" fmla="*/ 42778 w 1997151"/>
                  <a:gd name="connsiteY75" fmla="*/ 1315609 h 1890443"/>
                  <a:gd name="connsiteX76" fmla="*/ 24302 w 1997151"/>
                  <a:gd name="connsiteY76" fmla="*/ 1316110 h 1890443"/>
                  <a:gd name="connsiteX77" fmla="*/ 1 w 1997151"/>
                  <a:gd name="connsiteY77" fmla="*/ 1338907 h 1890443"/>
                  <a:gd name="connsiteX78" fmla="*/ 23989 w 1997151"/>
                  <a:gd name="connsiteY78" fmla="*/ 1362206 h 1890443"/>
                  <a:gd name="connsiteX79" fmla="*/ 36327 w 1997151"/>
                  <a:gd name="connsiteY79" fmla="*/ 1362644 h 1890443"/>
                  <a:gd name="connsiteX80" fmla="*/ 60377 w 1997151"/>
                  <a:gd name="connsiteY80" fmla="*/ 1363959 h 1890443"/>
                  <a:gd name="connsiteX81" fmla="*/ 60377 w 1997151"/>
                  <a:gd name="connsiteY81" fmla="*/ 1604709 h 1890443"/>
                  <a:gd name="connsiteX82" fmla="*/ 20795 w 1997151"/>
                  <a:gd name="connsiteY82" fmla="*/ 1604897 h 1890443"/>
                  <a:gd name="connsiteX83" fmla="*/ 314 w 1997151"/>
                  <a:gd name="connsiteY83" fmla="*/ 1624688 h 1890443"/>
                  <a:gd name="connsiteX84" fmla="*/ 15972 w 1997151"/>
                  <a:gd name="connsiteY84" fmla="*/ 1648425 h 1890443"/>
                  <a:gd name="connsiteX85" fmla="*/ 36202 w 1997151"/>
                  <a:gd name="connsiteY85" fmla="*/ 1650805 h 1890443"/>
                  <a:gd name="connsiteX86" fmla="*/ 61567 w 1997151"/>
                  <a:gd name="connsiteY86" fmla="*/ 1651933 h 1890443"/>
                  <a:gd name="connsiteX87" fmla="*/ 61567 w 1997151"/>
                  <a:gd name="connsiteY87" fmla="*/ 1676421 h 1890443"/>
                  <a:gd name="connsiteX88" fmla="*/ 61755 w 1997151"/>
                  <a:gd name="connsiteY88" fmla="*/ 1777130 h 1890443"/>
                  <a:gd name="connsiteX89" fmla="*/ 137788 w 1997151"/>
                  <a:gd name="connsiteY89" fmla="*/ 1883413 h 1890443"/>
                  <a:gd name="connsiteX90" fmla="*/ 184197 w 1997151"/>
                  <a:gd name="connsiteY90" fmla="*/ 1890052 h 1890443"/>
                  <a:gd name="connsiteX91" fmla="*/ 420500 w 1997151"/>
                  <a:gd name="connsiteY91" fmla="*/ 1890366 h 1890443"/>
                  <a:gd name="connsiteX92" fmla="*/ 1967966 w 1997151"/>
                  <a:gd name="connsiteY92" fmla="*/ 1890366 h 1890443"/>
                  <a:gd name="connsiteX93" fmla="*/ 1997151 w 1997151"/>
                  <a:gd name="connsiteY93" fmla="*/ 1890366 h 1890443"/>
                  <a:gd name="connsiteX94" fmla="*/ 1997151 w 1997151"/>
                  <a:gd name="connsiteY94" fmla="*/ 1843769 h 1890443"/>
                  <a:gd name="connsiteX95" fmla="*/ 1966651 w 1997151"/>
                  <a:gd name="connsiteY95" fmla="*/ 1843581 h 1890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997151" h="1890443">
                    <a:moveTo>
                      <a:pt x="1966651" y="1843581"/>
                    </a:moveTo>
                    <a:cubicBezTo>
                      <a:pt x="1378867" y="1843581"/>
                      <a:pt x="791145" y="1843581"/>
                      <a:pt x="203362" y="1843581"/>
                    </a:cubicBezTo>
                    <a:cubicBezTo>
                      <a:pt x="195157" y="1843581"/>
                      <a:pt x="186890" y="1843706"/>
                      <a:pt x="178685" y="1843518"/>
                    </a:cubicBezTo>
                    <a:cubicBezTo>
                      <a:pt x="135032" y="1842516"/>
                      <a:pt x="108665" y="1816337"/>
                      <a:pt x="108038" y="1772370"/>
                    </a:cubicBezTo>
                    <a:cubicBezTo>
                      <a:pt x="107537" y="1736734"/>
                      <a:pt x="107851" y="1701097"/>
                      <a:pt x="108038" y="1665523"/>
                    </a:cubicBezTo>
                    <a:cubicBezTo>
                      <a:pt x="108038" y="1661014"/>
                      <a:pt x="109416" y="1656567"/>
                      <a:pt x="110356" y="1650617"/>
                    </a:cubicBezTo>
                    <a:cubicBezTo>
                      <a:pt x="122318" y="1650617"/>
                      <a:pt x="133216" y="1651056"/>
                      <a:pt x="144113" y="1650492"/>
                    </a:cubicBezTo>
                    <a:cubicBezTo>
                      <a:pt x="161211" y="1649615"/>
                      <a:pt x="171858" y="1639657"/>
                      <a:pt x="171170" y="1626004"/>
                    </a:cubicBezTo>
                    <a:cubicBezTo>
                      <a:pt x="170481" y="1612789"/>
                      <a:pt x="160710" y="1604897"/>
                      <a:pt x="144051" y="1604208"/>
                    </a:cubicBezTo>
                    <a:cubicBezTo>
                      <a:pt x="132652" y="1603770"/>
                      <a:pt x="121316" y="1603457"/>
                      <a:pt x="109041" y="1603081"/>
                    </a:cubicBezTo>
                    <a:cubicBezTo>
                      <a:pt x="109041" y="1522351"/>
                      <a:pt x="109041" y="1443938"/>
                      <a:pt x="109041" y="1364022"/>
                    </a:cubicBezTo>
                    <a:cubicBezTo>
                      <a:pt x="115992" y="1363458"/>
                      <a:pt x="121942" y="1362832"/>
                      <a:pt x="127892" y="1362456"/>
                    </a:cubicBezTo>
                    <a:cubicBezTo>
                      <a:pt x="135408" y="1362018"/>
                      <a:pt x="143049" y="1362644"/>
                      <a:pt x="150439" y="1361454"/>
                    </a:cubicBezTo>
                    <a:cubicBezTo>
                      <a:pt x="163779" y="1359325"/>
                      <a:pt x="172046" y="1349366"/>
                      <a:pt x="171295" y="1337655"/>
                    </a:cubicBezTo>
                    <a:cubicBezTo>
                      <a:pt x="170606" y="1326506"/>
                      <a:pt x="162464" y="1317863"/>
                      <a:pt x="150126" y="1316235"/>
                    </a:cubicBezTo>
                    <a:cubicBezTo>
                      <a:pt x="142673" y="1315296"/>
                      <a:pt x="135095" y="1315797"/>
                      <a:pt x="127579" y="1315358"/>
                    </a:cubicBezTo>
                    <a:cubicBezTo>
                      <a:pt x="121692" y="1314982"/>
                      <a:pt x="115804" y="1314168"/>
                      <a:pt x="110418" y="1313605"/>
                    </a:cubicBezTo>
                    <a:cubicBezTo>
                      <a:pt x="106159" y="1288239"/>
                      <a:pt x="107162" y="1103794"/>
                      <a:pt x="111483" y="1088449"/>
                    </a:cubicBezTo>
                    <a:cubicBezTo>
                      <a:pt x="116681" y="1088136"/>
                      <a:pt x="122067" y="1087760"/>
                      <a:pt x="127516" y="1087572"/>
                    </a:cubicBezTo>
                    <a:cubicBezTo>
                      <a:pt x="132965" y="1087385"/>
                      <a:pt x="138477" y="1087698"/>
                      <a:pt x="143926" y="1087447"/>
                    </a:cubicBezTo>
                    <a:cubicBezTo>
                      <a:pt x="161274" y="1086758"/>
                      <a:pt x="171921" y="1077426"/>
                      <a:pt x="171170" y="1063585"/>
                    </a:cubicBezTo>
                    <a:cubicBezTo>
                      <a:pt x="170606" y="1053627"/>
                      <a:pt x="163028" y="1040474"/>
                      <a:pt x="144364" y="1041226"/>
                    </a:cubicBezTo>
                    <a:cubicBezTo>
                      <a:pt x="132965" y="1041664"/>
                      <a:pt x="121567" y="1040725"/>
                      <a:pt x="109291" y="1040349"/>
                    </a:cubicBezTo>
                    <a:cubicBezTo>
                      <a:pt x="109291" y="968137"/>
                      <a:pt x="109291" y="897991"/>
                      <a:pt x="109291" y="825528"/>
                    </a:cubicBezTo>
                    <a:cubicBezTo>
                      <a:pt x="117997" y="825528"/>
                      <a:pt x="125324" y="825528"/>
                      <a:pt x="132652" y="825528"/>
                    </a:cubicBezTo>
                    <a:cubicBezTo>
                      <a:pt x="138790" y="825465"/>
                      <a:pt x="145053" y="825904"/>
                      <a:pt x="151128" y="825215"/>
                    </a:cubicBezTo>
                    <a:cubicBezTo>
                      <a:pt x="162025" y="823962"/>
                      <a:pt x="169980" y="815570"/>
                      <a:pt x="171170" y="805048"/>
                    </a:cubicBezTo>
                    <a:cubicBezTo>
                      <a:pt x="172360" y="794776"/>
                      <a:pt x="166159" y="784380"/>
                      <a:pt x="155575" y="781374"/>
                    </a:cubicBezTo>
                    <a:cubicBezTo>
                      <a:pt x="149124" y="779557"/>
                      <a:pt x="142109" y="779808"/>
                      <a:pt x="135283" y="779369"/>
                    </a:cubicBezTo>
                    <a:cubicBezTo>
                      <a:pt x="126702" y="778868"/>
                      <a:pt x="118059" y="778681"/>
                      <a:pt x="109103" y="778305"/>
                    </a:cubicBezTo>
                    <a:cubicBezTo>
                      <a:pt x="109103" y="703712"/>
                      <a:pt x="109103" y="631437"/>
                      <a:pt x="109103" y="558285"/>
                    </a:cubicBezTo>
                    <a:cubicBezTo>
                      <a:pt x="114802" y="557408"/>
                      <a:pt x="119374" y="556344"/>
                      <a:pt x="124009" y="556030"/>
                    </a:cubicBezTo>
                    <a:cubicBezTo>
                      <a:pt x="132903" y="555467"/>
                      <a:pt x="141859" y="556093"/>
                      <a:pt x="150689" y="554966"/>
                    </a:cubicBezTo>
                    <a:cubicBezTo>
                      <a:pt x="162965" y="553400"/>
                      <a:pt x="170919" y="544256"/>
                      <a:pt x="171232" y="533045"/>
                    </a:cubicBezTo>
                    <a:cubicBezTo>
                      <a:pt x="171545" y="521960"/>
                      <a:pt x="163842" y="512440"/>
                      <a:pt x="151692" y="510185"/>
                    </a:cubicBezTo>
                    <a:cubicBezTo>
                      <a:pt x="145053" y="508933"/>
                      <a:pt x="138038" y="509371"/>
                      <a:pt x="131274" y="508933"/>
                    </a:cubicBezTo>
                    <a:cubicBezTo>
                      <a:pt x="124072" y="508494"/>
                      <a:pt x="116807" y="507993"/>
                      <a:pt x="109228" y="507492"/>
                    </a:cubicBezTo>
                    <a:cubicBezTo>
                      <a:pt x="109228" y="433025"/>
                      <a:pt x="109228" y="360750"/>
                      <a:pt x="109228" y="287284"/>
                    </a:cubicBezTo>
                    <a:cubicBezTo>
                      <a:pt x="116431" y="286846"/>
                      <a:pt x="122443" y="286282"/>
                      <a:pt x="128456" y="286094"/>
                    </a:cubicBezTo>
                    <a:cubicBezTo>
                      <a:pt x="134593" y="285907"/>
                      <a:pt x="140794" y="286345"/>
                      <a:pt x="146932" y="285907"/>
                    </a:cubicBezTo>
                    <a:cubicBezTo>
                      <a:pt x="161525" y="284842"/>
                      <a:pt x="171044" y="275823"/>
                      <a:pt x="171420" y="263234"/>
                    </a:cubicBezTo>
                    <a:cubicBezTo>
                      <a:pt x="171796" y="250646"/>
                      <a:pt x="162401" y="241189"/>
                      <a:pt x="147809" y="240061"/>
                    </a:cubicBezTo>
                    <a:cubicBezTo>
                      <a:pt x="140293" y="239498"/>
                      <a:pt x="132715" y="240124"/>
                      <a:pt x="125199" y="239748"/>
                    </a:cubicBezTo>
                    <a:cubicBezTo>
                      <a:pt x="120001" y="239498"/>
                      <a:pt x="114802" y="238496"/>
                      <a:pt x="107537" y="237556"/>
                    </a:cubicBezTo>
                    <a:cubicBezTo>
                      <a:pt x="107537" y="157828"/>
                      <a:pt x="107537" y="79352"/>
                      <a:pt x="107537" y="0"/>
                    </a:cubicBezTo>
                    <a:cubicBezTo>
                      <a:pt x="91379" y="0"/>
                      <a:pt x="77600" y="0"/>
                      <a:pt x="61504" y="0"/>
                    </a:cubicBezTo>
                    <a:cubicBezTo>
                      <a:pt x="61504" y="21357"/>
                      <a:pt x="61504" y="41085"/>
                      <a:pt x="61504" y="60814"/>
                    </a:cubicBezTo>
                    <a:cubicBezTo>
                      <a:pt x="61504" y="80668"/>
                      <a:pt x="61504" y="100521"/>
                      <a:pt x="61504" y="120438"/>
                    </a:cubicBezTo>
                    <a:cubicBezTo>
                      <a:pt x="61504" y="140354"/>
                      <a:pt x="61755" y="160145"/>
                      <a:pt x="61441" y="180062"/>
                    </a:cubicBezTo>
                    <a:cubicBezTo>
                      <a:pt x="61128" y="199602"/>
                      <a:pt x="62944" y="219268"/>
                      <a:pt x="60001" y="239936"/>
                    </a:cubicBezTo>
                    <a:cubicBezTo>
                      <a:pt x="47663" y="239936"/>
                      <a:pt x="37392" y="239435"/>
                      <a:pt x="27246" y="240124"/>
                    </a:cubicBezTo>
                    <a:cubicBezTo>
                      <a:pt x="21296" y="240562"/>
                      <a:pt x="14782" y="241690"/>
                      <a:pt x="9834" y="244696"/>
                    </a:cubicBezTo>
                    <a:cubicBezTo>
                      <a:pt x="1567" y="249706"/>
                      <a:pt x="-1565" y="258099"/>
                      <a:pt x="753" y="267869"/>
                    </a:cubicBezTo>
                    <a:cubicBezTo>
                      <a:pt x="3195" y="278203"/>
                      <a:pt x="11087" y="285092"/>
                      <a:pt x="22987" y="285781"/>
                    </a:cubicBezTo>
                    <a:cubicBezTo>
                      <a:pt x="35074" y="286470"/>
                      <a:pt x="47225" y="285969"/>
                      <a:pt x="58686" y="285969"/>
                    </a:cubicBezTo>
                    <a:cubicBezTo>
                      <a:pt x="63133" y="311648"/>
                      <a:pt x="62318" y="492336"/>
                      <a:pt x="57997" y="508056"/>
                    </a:cubicBezTo>
                    <a:cubicBezTo>
                      <a:pt x="52861" y="508369"/>
                      <a:pt x="47475" y="508807"/>
                      <a:pt x="42026" y="508995"/>
                    </a:cubicBezTo>
                    <a:cubicBezTo>
                      <a:pt x="36577" y="509183"/>
                      <a:pt x="31066" y="508807"/>
                      <a:pt x="25617" y="509308"/>
                    </a:cubicBezTo>
                    <a:cubicBezTo>
                      <a:pt x="9834" y="510749"/>
                      <a:pt x="-312" y="520456"/>
                      <a:pt x="127" y="533358"/>
                    </a:cubicBezTo>
                    <a:cubicBezTo>
                      <a:pt x="565" y="545696"/>
                      <a:pt x="9897" y="554277"/>
                      <a:pt x="25053" y="555655"/>
                    </a:cubicBezTo>
                    <a:cubicBezTo>
                      <a:pt x="31191" y="556218"/>
                      <a:pt x="37392" y="555717"/>
                      <a:pt x="43529" y="556156"/>
                    </a:cubicBezTo>
                    <a:cubicBezTo>
                      <a:pt x="48790" y="556469"/>
                      <a:pt x="54051" y="557346"/>
                      <a:pt x="60001" y="558097"/>
                    </a:cubicBezTo>
                    <a:cubicBezTo>
                      <a:pt x="60001" y="632063"/>
                      <a:pt x="60001" y="704902"/>
                      <a:pt x="60001" y="779808"/>
                    </a:cubicBezTo>
                    <a:cubicBezTo>
                      <a:pt x="46285" y="779808"/>
                      <a:pt x="34009" y="779056"/>
                      <a:pt x="21922" y="779996"/>
                    </a:cubicBezTo>
                    <a:cubicBezTo>
                      <a:pt x="10210" y="780935"/>
                      <a:pt x="2194" y="788827"/>
                      <a:pt x="314" y="798847"/>
                    </a:cubicBezTo>
                    <a:cubicBezTo>
                      <a:pt x="-1314" y="807741"/>
                      <a:pt x="3759" y="819140"/>
                      <a:pt x="12402" y="822897"/>
                    </a:cubicBezTo>
                    <a:cubicBezTo>
                      <a:pt x="17225" y="824964"/>
                      <a:pt x="22924" y="825277"/>
                      <a:pt x="28310" y="825590"/>
                    </a:cubicBezTo>
                    <a:cubicBezTo>
                      <a:pt x="38957" y="826154"/>
                      <a:pt x="49605" y="826154"/>
                      <a:pt x="59813" y="826405"/>
                    </a:cubicBezTo>
                    <a:cubicBezTo>
                      <a:pt x="63696" y="862668"/>
                      <a:pt x="62193" y="1025005"/>
                      <a:pt x="57684" y="1041602"/>
                    </a:cubicBezTo>
                    <a:cubicBezTo>
                      <a:pt x="47412" y="1041602"/>
                      <a:pt x="36452" y="1040850"/>
                      <a:pt x="25743" y="1041915"/>
                    </a:cubicBezTo>
                    <a:cubicBezTo>
                      <a:pt x="19354" y="1042541"/>
                      <a:pt x="12089" y="1044733"/>
                      <a:pt x="7267" y="1048679"/>
                    </a:cubicBezTo>
                    <a:cubicBezTo>
                      <a:pt x="690" y="1054003"/>
                      <a:pt x="-1815" y="1062207"/>
                      <a:pt x="1442" y="1071038"/>
                    </a:cubicBezTo>
                    <a:cubicBezTo>
                      <a:pt x="5137" y="1080996"/>
                      <a:pt x="12152" y="1087009"/>
                      <a:pt x="22861" y="1087447"/>
                    </a:cubicBezTo>
                    <a:cubicBezTo>
                      <a:pt x="34949" y="1087886"/>
                      <a:pt x="47099" y="1087572"/>
                      <a:pt x="60126" y="1087572"/>
                    </a:cubicBezTo>
                    <a:cubicBezTo>
                      <a:pt x="60126" y="1164607"/>
                      <a:pt x="60126" y="1238887"/>
                      <a:pt x="60126" y="1313980"/>
                    </a:cubicBezTo>
                    <a:cubicBezTo>
                      <a:pt x="53488" y="1314607"/>
                      <a:pt x="48164" y="1315296"/>
                      <a:pt x="42778" y="1315609"/>
                    </a:cubicBezTo>
                    <a:cubicBezTo>
                      <a:pt x="36640" y="1315922"/>
                      <a:pt x="30440" y="1315546"/>
                      <a:pt x="24302" y="1316110"/>
                    </a:cubicBezTo>
                    <a:cubicBezTo>
                      <a:pt x="9521" y="1317550"/>
                      <a:pt x="189" y="1326506"/>
                      <a:pt x="1" y="1338907"/>
                    </a:cubicBezTo>
                    <a:cubicBezTo>
                      <a:pt x="-124" y="1351183"/>
                      <a:pt x="9145" y="1360389"/>
                      <a:pt x="23989" y="1362206"/>
                    </a:cubicBezTo>
                    <a:cubicBezTo>
                      <a:pt x="28060" y="1362707"/>
                      <a:pt x="32193" y="1362456"/>
                      <a:pt x="36327" y="1362644"/>
                    </a:cubicBezTo>
                    <a:cubicBezTo>
                      <a:pt x="44218" y="1363020"/>
                      <a:pt x="52110" y="1363458"/>
                      <a:pt x="60377" y="1363959"/>
                    </a:cubicBezTo>
                    <a:cubicBezTo>
                      <a:pt x="60377" y="1444815"/>
                      <a:pt x="60377" y="1523290"/>
                      <a:pt x="60377" y="1604709"/>
                    </a:cubicBezTo>
                    <a:cubicBezTo>
                      <a:pt x="46473" y="1604709"/>
                      <a:pt x="33571" y="1604021"/>
                      <a:pt x="20795" y="1604897"/>
                    </a:cubicBezTo>
                    <a:cubicBezTo>
                      <a:pt x="9834" y="1605649"/>
                      <a:pt x="1755" y="1614354"/>
                      <a:pt x="314" y="1624688"/>
                    </a:cubicBezTo>
                    <a:cubicBezTo>
                      <a:pt x="-1001" y="1634396"/>
                      <a:pt x="5513" y="1645231"/>
                      <a:pt x="15972" y="1648425"/>
                    </a:cubicBezTo>
                    <a:cubicBezTo>
                      <a:pt x="22360" y="1650367"/>
                      <a:pt x="29375" y="1650367"/>
                      <a:pt x="36202" y="1650805"/>
                    </a:cubicBezTo>
                    <a:cubicBezTo>
                      <a:pt x="44093" y="1651369"/>
                      <a:pt x="52047" y="1651557"/>
                      <a:pt x="61567" y="1651933"/>
                    </a:cubicBezTo>
                    <a:cubicBezTo>
                      <a:pt x="61567" y="1661578"/>
                      <a:pt x="61567" y="1669031"/>
                      <a:pt x="61567" y="1676421"/>
                    </a:cubicBezTo>
                    <a:cubicBezTo>
                      <a:pt x="61567" y="1709991"/>
                      <a:pt x="61066" y="1743560"/>
                      <a:pt x="61755" y="1777130"/>
                    </a:cubicBezTo>
                    <a:cubicBezTo>
                      <a:pt x="62757" y="1827297"/>
                      <a:pt x="92256" y="1869134"/>
                      <a:pt x="137788" y="1883413"/>
                    </a:cubicBezTo>
                    <a:cubicBezTo>
                      <a:pt x="152506" y="1888048"/>
                      <a:pt x="168664" y="1889927"/>
                      <a:pt x="184197" y="1890052"/>
                    </a:cubicBezTo>
                    <a:cubicBezTo>
                      <a:pt x="262985" y="1890679"/>
                      <a:pt x="341774" y="1890366"/>
                      <a:pt x="420500" y="1890366"/>
                    </a:cubicBezTo>
                    <a:cubicBezTo>
                      <a:pt x="936322" y="1890366"/>
                      <a:pt x="1452144" y="1890366"/>
                      <a:pt x="1967966" y="1890366"/>
                    </a:cubicBezTo>
                    <a:cubicBezTo>
                      <a:pt x="1977297" y="1890366"/>
                      <a:pt x="1986692" y="1890366"/>
                      <a:pt x="1997151" y="1890366"/>
                    </a:cubicBezTo>
                    <a:cubicBezTo>
                      <a:pt x="1997151" y="1874019"/>
                      <a:pt x="1997151" y="1860616"/>
                      <a:pt x="1997151" y="1843769"/>
                    </a:cubicBezTo>
                    <a:cubicBezTo>
                      <a:pt x="1985627" y="1843581"/>
                      <a:pt x="1976170" y="1843581"/>
                      <a:pt x="1966651" y="1843581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图形 4"/>
            <p:cNvGrpSpPr/>
            <p:nvPr/>
          </p:nvGrpSpPr>
          <p:grpSpPr>
            <a:xfrm>
              <a:off x="11230320" y="409978"/>
              <a:ext cx="281024" cy="298706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10" name="任意多边形: 形状 9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378200" y="1544507"/>
            <a:ext cx="5372100" cy="707886"/>
            <a:chOff x="3378200" y="1544507"/>
            <a:chExt cx="5372100" cy="707886"/>
          </a:xfrm>
        </p:grpSpPr>
        <p:sp>
          <p:nvSpPr>
            <p:cNvPr id="18" name="文本框 17"/>
            <p:cNvSpPr txBox="1"/>
            <p:nvPr/>
          </p:nvSpPr>
          <p:spPr>
            <a:xfrm>
              <a:off x="4718050" y="1544507"/>
              <a:ext cx="2755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目 录</a:t>
              </a:r>
              <a:endParaRPr lang="zh-CN" altLang="en-US" sz="4000" spc="300" dirty="0">
                <a:solidFill>
                  <a:schemeClr val="accent5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3782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009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/>
          <p:cNvGrpSpPr/>
          <p:nvPr>
            <p:custDataLst>
              <p:tags r:id="rId2"/>
            </p:custDataLst>
          </p:nvPr>
        </p:nvGrpSpPr>
        <p:grpSpPr>
          <a:xfrm>
            <a:off x="2099362" y="3241916"/>
            <a:ext cx="4383236" cy="678966"/>
            <a:chOff x="1810076" y="3166502"/>
            <a:chExt cx="4383236" cy="678966"/>
          </a:xfrm>
        </p:grpSpPr>
        <p:sp>
          <p:nvSpPr>
            <p:cNvPr id="21" name="矩形: 圆角 20"/>
            <p:cNvSpPr/>
            <p:nvPr>
              <p:custDataLst>
                <p:tags r:id="rId3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4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01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" name="矩形 136"/>
            <p:cNvSpPr/>
            <p:nvPr>
              <p:custDataLst>
                <p:tags r:id="rId5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需求</a:t>
              </a:r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分析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6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0" name="组合 139"/>
          <p:cNvGrpSpPr/>
          <p:nvPr>
            <p:custDataLst>
              <p:tags r:id="rId7"/>
            </p:custDataLst>
          </p:nvPr>
        </p:nvGrpSpPr>
        <p:grpSpPr>
          <a:xfrm>
            <a:off x="6245854" y="3241916"/>
            <a:ext cx="4383236" cy="678966"/>
            <a:chOff x="1810076" y="3166502"/>
            <a:chExt cx="4383236" cy="678966"/>
          </a:xfrm>
        </p:grpSpPr>
        <p:sp>
          <p:nvSpPr>
            <p:cNvPr id="141" name="矩形: 圆角 140"/>
            <p:cNvSpPr/>
            <p:nvPr>
              <p:custDataLst>
                <p:tags r:id="rId8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2" name="文本框 141"/>
            <p:cNvSpPr txBox="1"/>
            <p:nvPr>
              <p:custDataLst>
                <p:tags r:id="rId9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02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" name="矩形 142"/>
            <p:cNvSpPr/>
            <p:nvPr>
              <p:custDataLst>
                <p:tags r:id="rId10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前端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11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5" name="组合 144"/>
          <p:cNvGrpSpPr/>
          <p:nvPr>
            <p:custDataLst>
              <p:tags r:id="rId12"/>
            </p:custDataLst>
          </p:nvPr>
        </p:nvGrpSpPr>
        <p:grpSpPr>
          <a:xfrm>
            <a:off x="2099362" y="4438819"/>
            <a:ext cx="4383236" cy="678966"/>
            <a:chOff x="1810076" y="3166502"/>
            <a:chExt cx="4383236" cy="678966"/>
          </a:xfrm>
        </p:grpSpPr>
        <p:sp>
          <p:nvSpPr>
            <p:cNvPr id="146" name="矩形: 圆角 145"/>
            <p:cNvSpPr/>
            <p:nvPr>
              <p:custDataLst>
                <p:tags r:id="rId13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文本框 146"/>
            <p:cNvSpPr txBox="1"/>
            <p:nvPr>
              <p:custDataLst>
                <p:tags r:id="rId14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03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8" name="矩形 147"/>
            <p:cNvSpPr/>
            <p:nvPr>
              <p:custDataLst>
                <p:tags r:id="rId15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后端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9" name="文本框 148"/>
            <p:cNvSpPr txBox="1"/>
            <p:nvPr>
              <p:custDataLst>
                <p:tags r:id="rId16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0" name="组合 149"/>
          <p:cNvGrpSpPr/>
          <p:nvPr>
            <p:custDataLst>
              <p:tags r:id="rId17"/>
            </p:custDataLst>
          </p:nvPr>
        </p:nvGrpSpPr>
        <p:grpSpPr>
          <a:xfrm>
            <a:off x="6245854" y="4438819"/>
            <a:ext cx="4383236" cy="678966"/>
            <a:chOff x="1810076" y="3166502"/>
            <a:chExt cx="4383236" cy="678966"/>
          </a:xfrm>
        </p:grpSpPr>
        <p:sp>
          <p:nvSpPr>
            <p:cNvPr id="151" name="矩形: 圆角 150"/>
            <p:cNvSpPr/>
            <p:nvPr>
              <p:custDataLst>
                <p:tags r:id="rId18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19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04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3" name="矩形 152"/>
            <p:cNvSpPr/>
            <p:nvPr>
              <p:custDataLst>
                <p:tags r:id="rId20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测试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54" name="文本框 153"/>
            <p:cNvSpPr txBox="1"/>
            <p:nvPr>
              <p:custDataLst>
                <p:tags r:id="rId21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8" name="图形 156"/>
          <p:cNvGrpSpPr/>
          <p:nvPr>
            <p:custDataLst>
              <p:tags r:id="rId22"/>
            </p:custDataLst>
          </p:nvPr>
        </p:nvGrpSpPr>
        <p:grpSpPr>
          <a:xfrm>
            <a:off x="10002461" y="3371302"/>
            <a:ext cx="505213" cy="713525"/>
            <a:chOff x="4737497" y="1518591"/>
            <a:chExt cx="2691442" cy="3801191"/>
          </a:xfrm>
        </p:grpSpPr>
        <p:sp>
          <p:nvSpPr>
            <p:cNvPr id="160" name="任意多边形: 形状 159"/>
            <p:cNvSpPr/>
            <p:nvPr>
              <p:custDataLst>
                <p:tags r:id="rId23"/>
              </p:custDataLst>
            </p:nvPr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>
              <p:custDataLst>
                <p:tags r:id="rId24"/>
              </p:custDataLst>
            </p:nvPr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>
              <p:custDataLst>
                <p:tags r:id="rId25"/>
              </p:custDataLst>
            </p:nvPr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>
              <p:custDataLst>
                <p:tags r:id="rId26"/>
              </p:custDataLst>
            </p:nvPr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noFill/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>
              <p:custDataLst>
                <p:tags r:id="rId27"/>
              </p:custDataLst>
            </p:nvPr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rgbClr val="0573E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1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868680" y="1644015"/>
          <a:ext cx="9903460" cy="4826635"/>
        </p:xfrm>
        <a:graphic>
          <a:graphicData uri="http://schemas.openxmlformats.org/drawingml/2006/table">
            <a:tbl>
              <a:tblPr/>
              <a:tblGrid>
                <a:gridCol w="2132330"/>
                <a:gridCol w="2226310"/>
                <a:gridCol w="2234565"/>
                <a:gridCol w="3310255"/>
              </a:tblGrid>
              <a:tr h="445135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路径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组件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meta </a:t>
                      </a:r>
                      <a:r>
                        <a:rPr lang="zh-CN" altLang="en-US" sz="1800"/>
                        <a:t>标记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业务说明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13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商品列表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无 </a:t>
                      </a:r>
                      <a:r>
                        <a:rPr lang="en-US" altLang="zh-CN" sz="1800"/>
                        <a:t>meta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游客直接放行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13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/products/:id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商品详情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无 </a:t>
                      </a:r>
                      <a:r>
                        <a:rPr lang="en-US" altLang="zh-CN" sz="1800"/>
                        <a:t>meta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游客直接放行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13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/login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客户登录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guestOnly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已登录客户访问会跳回首页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135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/register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客户注册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guestOnly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已登录客户访问会跳回首页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0240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/my/intents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我的意向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requiresCustomer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未登录直接跳登录，带 </a:t>
                      </a:r>
                      <a:r>
                        <a:rPr lang="en-US" altLang="zh-CN" sz="1800"/>
                        <a:t>redirect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0240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/my/intents/:id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意向详情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requiresCustomer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未登录直接跳登录，带 </a:t>
                      </a:r>
                      <a:r>
                        <a:rPr lang="en-US" altLang="zh-CN" sz="1800"/>
                        <a:t>redirect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0240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/my/orders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历史下单记录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requiresCustomer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未登录直接跳登录，带 </a:t>
                      </a:r>
                      <a:r>
                        <a:rPr lang="en-US" altLang="zh-CN" sz="1800"/>
                        <a:t>redirect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0240"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/my/profile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个人中心</a:t>
                      </a:r>
                      <a:endParaRPr lang="zh-CN" altLang="en-US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requiresCustomer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未登录直接跳登录，带 </a:t>
                      </a:r>
                      <a:r>
                        <a:rPr lang="en-US" altLang="zh-CN" sz="1800"/>
                        <a:t>redirect</a:t>
                      </a:r>
                      <a:endParaRPr lang="en-US" altLang="zh-CN" sz="1800"/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88365" y="1090295"/>
            <a:ext cx="436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两类用户：游客</a:t>
            </a:r>
            <a:r>
              <a:rPr lang="en-US" altLang="zh-CN"/>
              <a:t>VS</a:t>
            </a:r>
            <a:r>
              <a:rPr lang="zh-CN" altLang="en-US"/>
              <a:t>已登录</a:t>
            </a:r>
            <a:r>
              <a:rPr lang="zh-CN" altLang="en-US"/>
              <a:t>顾客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/>
          <p:cNvSpPr/>
          <p:nvPr>
            <p:custDataLst>
              <p:tags r:id="rId1"/>
            </p:custDataLst>
          </p:nvPr>
        </p:nvSpPr>
        <p:spPr>
          <a:xfrm>
            <a:off x="400685" y="3532505"/>
            <a:ext cx="5869305" cy="2696210"/>
          </a:xfrm>
          <a:prstGeom prst="roundRect">
            <a:avLst>
              <a:gd name="adj" fmla="val 338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1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691515" y="3644265"/>
            <a:ext cx="53740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利用路由配置中的`</a:t>
            </a:r>
            <a:r>
              <a:rPr lang="en-US" altLang="zh-CN"/>
              <a:t>meta`</a:t>
            </a:r>
            <a:r>
              <a:rPr lang="zh-CN" altLang="en-US"/>
              <a:t>元字段为路由附加业务标记，用于声明页面访问约束。</a:t>
            </a:r>
            <a:endParaRPr lang="en-US" altLang="zh-CN"/>
          </a:p>
          <a:p>
            <a:pPr indent="457200"/>
            <a:r>
              <a:rPr lang="zh-CN" altLang="en-US"/>
              <a:t>- 通过`</a:t>
            </a:r>
            <a:r>
              <a:rPr lang="en-US" altLang="zh-CN"/>
              <a:t>requiresCustomer`</a:t>
            </a:r>
            <a:r>
              <a:rPr lang="zh-CN" altLang="en-US"/>
              <a:t>标记受保护路由，标识该页面仅允许已登录客户访问，游客禁止访问；</a:t>
            </a:r>
            <a:endParaRPr lang="zh-CN" altLang="en-US"/>
          </a:p>
          <a:p>
            <a:pPr indent="457200"/>
            <a:r>
              <a:rPr lang="zh-CN" altLang="en-US"/>
              <a:t>- 通过`</a:t>
            </a:r>
            <a:r>
              <a:rPr lang="en-US" altLang="zh-CN"/>
              <a:t>guestOnly`</a:t>
            </a:r>
            <a:r>
              <a:rPr lang="zh-CN" altLang="en-US"/>
              <a:t>标记登录、注册页面，实现反向权限控制，限制已登录客户重复进入登录注册视图。</a:t>
            </a:r>
            <a:endParaRPr lang="zh-CN" altLang="en-US"/>
          </a:p>
          <a:p>
            <a:pPr indent="457200"/>
            <a:r>
              <a:rPr lang="zh-CN" altLang="en-US"/>
              <a:t>路由守卫读取该标记，以此作为权限判断的依据。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851660" y="847090"/>
            <a:ext cx="26092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游客与登录顾客权限区分</a:t>
            </a:r>
            <a:endParaRPr lang="zh-CN" altLang="en-US" sz="2800"/>
          </a:p>
        </p:txBody>
      </p:sp>
      <p:grpSp>
        <p:nvGrpSpPr>
          <p:cNvPr id="24" name="组合 23"/>
          <p:cNvGrpSpPr/>
          <p:nvPr>
            <p:custDataLst>
              <p:tags r:id="rId5"/>
            </p:custDataLst>
          </p:nvPr>
        </p:nvGrpSpPr>
        <p:grpSpPr>
          <a:xfrm>
            <a:off x="400050" y="1661795"/>
            <a:ext cx="5594985" cy="2067560"/>
            <a:chOff x="1308520" y="1689813"/>
            <a:chExt cx="2270124" cy="2099763"/>
          </a:xfrm>
        </p:grpSpPr>
        <p:sp>
          <p:nvSpPr>
            <p:cNvPr id="25" name="等腰三角形 24"/>
            <p:cNvSpPr/>
            <p:nvPr>
              <p:custDataLst>
                <p:tags r:id="rId6"/>
              </p:custDataLst>
            </p:nvPr>
          </p:nvSpPr>
          <p:spPr>
            <a:xfrm flipV="1">
              <a:off x="1696758" y="1997673"/>
              <a:ext cx="1455941" cy="1255121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>
              <p:custDataLst>
                <p:tags r:id="rId7"/>
              </p:custDataLst>
            </p:nvPr>
          </p:nvSpPr>
          <p:spPr>
            <a:xfrm>
              <a:off x="1696758" y="1689813"/>
              <a:ext cx="1455941" cy="1255121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>
              <p:custDataLst>
                <p:tags r:id="rId8"/>
              </p:custDataLst>
            </p:nvPr>
          </p:nvSpPr>
          <p:spPr>
            <a:xfrm>
              <a:off x="2226502" y="3355415"/>
              <a:ext cx="434161" cy="43416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dirty="0"/>
                <a:t>√</a:t>
              </a:r>
              <a:endParaRPr lang="zh-CN" altLang="en-US" dirty="0"/>
            </a:p>
          </p:txBody>
        </p:sp>
        <p:sp>
          <p:nvSpPr>
            <p:cNvPr id="28" name="矩形 27"/>
            <p:cNvSpPr/>
            <p:nvPr>
              <p:custDataLst>
                <p:tags r:id="rId9"/>
              </p:custDataLst>
            </p:nvPr>
          </p:nvSpPr>
          <p:spPr>
            <a:xfrm>
              <a:off x="1308520" y="2513820"/>
              <a:ext cx="2270124" cy="3769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1. 路由元信息 </a:t>
              </a:r>
              <a:r>
                <a:rPr lang="en-US" altLang="zh-CN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meta</a:t>
              </a:r>
              <a:endPara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34" name="任意多边形: 形状 33"/>
          <p:cNvSpPr/>
          <p:nvPr>
            <p:custDataLst>
              <p:tags r:id="rId10"/>
            </p:custDataLst>
          </p:nvPr>
        </p:nvSpPr>
        <p:spPr>
          <a:xfrm>
            <a:off x="2625725" y="2089150"/>
            <a:ext cx="874395" cy="349885"/>
          </a:xfrm>
          <a:custGeom>
            <a:avLst/>
            <a:gdLst>
              <a:gd name="connsiteX0" fmla="*/ 1 w 2072432"/>
              <a:gd name="connsiteY0" fmla="*/ 1035792 h 2072153"/>
              <a:gd name="connsiteX1" fmla="*/ 1040914 w 2072432"/>
              <a:gd name="connsiteY1" fmla="*/ 15 h 2072153"/>
              <a:gd name="connsiteX2" fmla="*/ 2072432 w 2072432"/>
              <a:gd name="connsiteY2" fmla="*/ 1037483 h 2072153"/>
              <a:gd name="connsiteX3" fmla="*/ 1042292 w 2072432"/>
              <a:gd name="connsiteY3" fmla="*/ 2072133 h 2072153"/>
              <a:gd name="connsiteX4" fmla="*/ 1 w 2072432"/>
              <a:gd name="connsiteY4" fmla="*/ 1035792 h 2072153"/>
              <a:gd name="connsiteX5" fmla="*/ 1303585 w 2072432"/>
              <a:gd name="connsiteY5" fmla="*/ 1981132 h 2072153"/>
              <a:gd name="connsiteX6" fmla="*/ 1337217 w 2072432"/>
              <a:gd name="connsiteY6" fmla="*/ 1974806 h 2072153"/>
              <a:gd name="connsiteX7" fmla="*/ 1874396 w 2072432"/>
              <a:gd name="connsiteY7" fmla="*/ 1554620 h 2072153"/>
              <a:gd name="connsiteX8" fmla="*/ 1881974 w 2072432"/>
              <a:gd name="connsiteY8" fmla="*/ 1539088 h 2072153"/>
              <a:gd name="connsiteX9" fmla="*/ 1554982 w 2072432"/>
              <a:gd name="connsiteY9" fmla="*/ 1539088 h 2072153"/>
              <a:gd name="connsiteX10" fmla="*/ 1547655 w 2072432"/>
              <a:gd name="connsiteY10" fmla="*/ 1565330 h 2072153"/>
              <a:gd name="connsiteX11" fmla="*/ 1463730 w 2072432"/>
              <a:gd name="connsiteY11" fmla="*/ 1783346 h 2072153"/>
              <a:gd name="connsiteX12" fmla="*/ 1303585 w 2072432"/>
              <a:gd name="connsiteY12" fmla="*/ 1981633 h 2072153"/>
              <a:gd name="connsiteX13" fmla="*/ 1303898 w 2072432"/>
              <a:gd name="connsiteY13" fmla="*/ 1982447 h 2072153"/>
              <a:gd name="connsiteX14" fmla="*/ 1303585 w 2072432"/>
              <a:gd name="connsiteY14" fmla="*/ 1981132 h 2072153"/>
              <a:gd name="connsiteX15" fmla="*/ 802920 w 2072432"/>
              <a:gd name="connsiteY15" fmla="*/ 79493 h 2072153"/>
              <a:gd name="connsiteX16" fmla="*/ 782815 w 2072432"/>
              <a:gd name="connsiteY16" fmla="*/ 83063 h 2072153"/>
              <a:gd name="connsiteX17" fmla="*/ 195157 w 2072432"/>
              <a:gd name="connsiteY17" fmla="*/ 522351 h 2072153"/>
              <a:gd name="connsiteX18" fmla="*/ 190397 w 2072432"/>
              <a:gd name="connsiteY18" fmla="*/ 533812 h 2072153"/>
              <a:gd name="connsiteX19" fmla="*/ 541251 w 2072432"/>
              <a:gd name="connsiteY19" fmla="*/ 533812 h 2072153"/>
              <a:gd name="connsiteX20" fmla="*/ 547138 w 2072432"/>
              <a:gd name="connsiteY20" fmla="*/ 513645 h 2072153"/>
              <a:gd name="connsiteX21" fmla="*/ 610645 w 2072432"/>
              <a:gd name="connsiteY21" fmla="*/ 333834 h 2072153"/>
              <a:gd name="connsiteX22" fmla="*/ 796844 w 2072432"/>
              <a:gd name="connsiteY22" fmla="*/ 86946 h 2072153"/>
              <a:gd name="connsiteX23" fmla="*/ 802606 w 2072432"/>
              <a:gd name="connsiteY23" fmla="*/ 79180 h 2072153"/>
              <a:gd name="connsiteX24" fmla="*/ 805174 w 2072432"/>
              <a:gd name="connsiteY24" fmla="*/ 77489 h 2072153"/>
              <a:gd name="connsiteX25" fmla="*/ 802920 w 2072432"/>
              <a:gd name="connsiteY25" fmla="*/ 79493 h 2072153"/>
              <a:gd name="connsiteX26" fmla="*/ 1022939 w 2072432"/>
              <a:gd name="connsiteY26" fmla="*/ 586233 h 2072153"/>
              <a:gd name="connsiteX27" fmla="*/ 582336 w 2072432"/>
              <a:gd name="connsiteY27" fmla="*/ 586233 h 2072153"/>
              <a:gd name="connsiteX28" fmla="*/ 542817 w 2072432"/>
              <a:gd name="connsiteY28" fmla="*/ 1010114 h 2072153"/>
              <a:gd name="connsiteX29" fmla="*/ 1022939 w 2072432"/>
              <a:gd name="connsiteY29" fmla="*/ 1008110 h 2072153"/>
              <a:gd name="connsiteX30" fmla="*/ 1022939 w 2072432"/>
              <a:gd name="connsiteY30" fmla="*/ 586233 h 2072153"/>
              <a:gd name="connsiteX31" fmla="*/ 582775 w 2072432"/>
              <a:gd name="connsiteY31" fmla="*/ 1486604 h 2072153"/>
              <a:gd name="connsiteX32" fmla="*/ 1022250 w 2072432"/>
              <a:gd name="connsiteY32" fmla="*/ 1484725 h 2072153"/>
              <a:gd name="connsiteX33" fmla="*/ 1020622 w 2072432"/>
              <a:gd name="connsiteY33" fmla="*/ 1062911 h 2072153"/>
              <a:gd name="connsiteX34" fmla="*/ 541063 w 2072432"/>
              <a:gd name="connsiteY34" fmla="*/ 1064352 h 2072153"/>
              <a:gd name="connsiteX35" fmla="*/ 582775 w 2072432"/>
              <a:gd name="connsiteY35" fmla="*/ 1486604 h 2072153"/>
              <a:gd name="connsiteX36" fmla="*/ 1074860 w 2072432"/>
              <a:gd name="connsiteY36" fmla="*/ 1010365 h 2072153"/>
              <a:gd name="connsiteX37" fmla="*/ 1556109 w 2072432"/>
              <a:gd name="connsiteY37" fmla="*/ 1010365 h 2072153"/>
              <a:gd name="connsiteX38" fmla="*/ 1514085 w 2072432"/>
              <a:gd name="connsiteY38" fmla="*/ 586296 h 2072153"/>
              <a:gd name="connsiteX39" fmla="*/ 1074860 w 2072432"/>
              <a:gd name="connsiteY39" fmla="*/ 586296 h 2072153"/>
              <a:gd name="connsiteX40" fmla="*/ 1074860 w 2072432"/>
              <a:gd name="connsiteY40" fmla="*/ 1010365 h 2072153"/>
              <a:gd name="connsiteX41" fmla="*/ 1076300 w 2072432"/>
              <a:gd name="connsiteY41" fmla="*/ 1061972 h 2072153"/>
              <a:gd name="connsiteX42" fmla="*/ 1077177 w 2072432"/>
              <a:gd name="connsiteY42" fmla="*/ 1486541 h 2072153"/>
              <a:gd name="connsiteX43" fmla="*/ 1514711 w 2072432"/>
              <a:gd name="connsiteY43" fmla="*/ 1486541 h 2072153"/>
              <a:gd name="connsiteX44" fmla="*/ 1554982 w 2072432"/>
              <a:gd name="connsiteY44" fmla="*/ 1061972 h 2072153"/>
              <a:gd name="connsiteX45" fmla="*/ 1076300 w 2072432"/>
              <a:gd name="connsiteY45" fmla="*/ 1061972 h 2072153"/>
              <a:gd name="connsiteX46" fmla="*/ 489142 w 2072432"/>
              <a:gd name="connsiteY46" fmla="*/ 1010427 h 2072153"/>
              <a:gd name="connsiteX47" fmla="*/ 530228 w 2072432"/>
              <a:gd name="connsiteY47" fmla="*/ 586108 h 2072153"/>
              <a:gd name="connsiteX48" fmla="*/ 158894 w 2072432"/>
              <a:gd name="connsiteY48" fmla="*/ 586108 h 2072153"/>
              <a:gd name="connsiteX49" fmla="*/ 50919 w 2072432"/>
              <a:gd name="connsiteY49" fmla="*/ 1010427 h 2072153"/>
              <a:gd name="connsiteX50" fmla="*/ 489142 w 2072432"/>
              <a:gd name="connsiteY50" fmla="*/ 1010427 h 2072153"/>
              <a:gd name="connsiteX51" fmla="*/ 51859 w 2072432"/>
              <a:gd name="connsiteY51" fmla="*/ 1062285 h 2072153"/>
              <a:gd name="connsiteX52" fmla="*/ 51233 w 2072432"/>
              <a:gd name="connsiteY52" fmla="*/ 1075124 h 2072153"/>
              <a:gd name="connsiteX53" fmla="*/ 55053 w 2072432"/>
              <a:gd name="connsiteY53" fmla="*/ 1132431 h 2072153"/>
              <a:gd name="connsiteX54" fmla="*/ 152506 w 2072432"/>
              <a:gd name="connsiteY54" fmla="*/ 1473890 h 2072153"/>
              <a:gd name="connsiteX55" fmla="*/ 176180 w 2072432"/>
              <a:gd name="connsiteY55" fmla="*/ 1488295 h 2072153"/>
              <a:gd name="connsiteX56" fmla="*/ 515134 w 2072432"/>
              <a:gd name="connsiteY56" fmla="*/ 1487982 h 2072153"/>
              <a:gd name="connsiteX57" fmla="*/ 530165 w 2072432"/>
              <a:gd name="connsiteY57" fmla="*/ 1485853 h 2072153"/>
              <a:gd name="connsiteX58" fmla="*/ 488955 w 2072432"/>
              <a:gd name="connsiteY58" fmla="*/ 1062285 h 2072153"/>
              <a:gd name="connsiteX59" fmla="*/ 51859 w 2072432"/>
              <a:gd name="connsiteY59" fmla="*/ 1062285 h 2072153"/>
              <a:gd name="connsiteX60" fmla="*/ 1609032 w 2072432"/>
              <a:gd name="connsiteY60" fmla="*/ 1008861 h 2072153"/>
              <a:gd name="connsiteX61" fmla="*/ 2021639 w 2072432"/>
              <a:gd name="connsiteY61" fmla="*/ 1007922 h 2072153"/>
              <a:gd name="connsiteX62" fmla="*/ 1913540 w 2072432"/>
              <a:gd name="connsiteY62" fmla="*/ 586108 h 2072153"/>
              <a:gd name="connsiteX63" fmla="*/ 1566757 w 2072432"/>
              <a:gd name="connsiteY63" fmla="*/ 586108 h 2072153"/>
              <a:gd name="connsiteX64" fmla="*/ 1609032 w 2072432"/>
              <a:gd name="connsiteY64" fmla="*/ 1008861 h 2072153"/>
              <a:gd name="connsiteX65" fmla="*/ 2021702 w 2072432"/>
              <a:gd name="connsiteY65" fmla="*/ 1064352 h 2072153"/>
              <a:gd name="connsiteX66" fmla="*/ 1608969 w 2072432"/>
              <a:gd name="connsiteY66" fmla="*/ 1064665 h 2072153"/>
              <a:gd name="connsiteX67" fmla="*/ 1567007 w 2072432"/>
              <a:gd name="connsiteY67" fmla="*/ 1485289 h 2072153"/>
              <a:gd name="connsiteX68" fmla="*/ 1575274 w 2072432"/>
              <a:gd name="connsiteY68" fmla="*/ 1487731 h 2072153"/>
              <a:gd name="connsiteX69" fmla="*/ 1901891 w 2072432"/>
              <a:gd name="connsiteY69" fmla="*/ 1488233 h 2072153"/>
              <a:gd name="connsiteX70" fmla="*/ 1918613 w 2072432"/>
              <a:gd name="connsiteY70" fmla="*/ 1476208 h 2072153"/>
              <a:gd name="connsiteX71" fmla="*/ 2019072 w 2072432"/>
              <a:gd name="connsiteY71" fmla="*/ 1116773 h 2072153"/>
              <a:gd name="connsiteX72" fmla="*/ 2021702 w 2072432"/>
              <a:gd name="connsiteY72" fmla="*/ 1064352 h 2072153"/>
              <a:gd name="connsiteX73" fmla="*/ 1023064 w 2072432"/>
              <a:gd name="connsiteY73" fmla="*/ 50558 h 2072153"/>
              <a:gd name="connsiteX74" fmla="*/ 996447 w 2072432"/>
              <a:gd name="connsiteY74" fmla="*/ 52499 h 2072153"/>
              <a:gd name="connsiteX75" fmla="*/ 859099 w 2072432"/>
              <a:gd name="connsiteY75" fmla="*/ 104106 h 2072153"/>
              <a:gd name="connsiteX76" fmla="*/ 716991 w 2072432"/>
              <a:gd name="connsiteY76" fmla="*/ 244523 h 2072153"/>
              <a:gd name="connsiteX77" fmla="*/ 596866 w 2072432"/>
              <a:gd name="connsiteY77" fmla="*/ 519657 h 2072153"/>
              <a:gd name="connsiteX78" fmla="*/ 595050 w 2072432"/>
              <a:gd name="connsiteY78" fmla="*/ 532998 h 2072153"/>
              <a:gd name="connsiteX79" fmla="*/ 1023064 w 2072432"/>
              <a:gd name="connsiteY79" fmla="*/ 531244 h 2072153"/>
              <a:gd name="connsiteX80" fmla="*/ 1023064 w 2072432"/>
              <a:gd name="connsiteY80" fmla="*/ 50558 h 2072153"/>
              <a:gd name="connsiteX81" fmla="*/ 1022814 w 2072432"/>
              <a:gd name="connsiteY81" fmla="*/ 1541280 h 2072153"/>
              <a:gd name="connsiteX82" fmla="*/ 594424 w 2072432"/>
              <a:gd name="connsiteY82" fmla="*/ 1540466 h 2072153"/>
              <a:gd name="connsiteX83" fmla="*/ 598933 w 2072432"/>
              <a:gd name="connsiteY83" fmla="*/ 1560195 h 2072153"/>
              <a:gd name="connsiteX84" fmla="*/ 648724 w 2072432"/>
              <a:gd name="connsiteY84" fmla="*/ 1701425 h 2072153"/>
              <a:gd name="connsiteX85" fmla="*/ 768160 w 2072432"/>
              <a:gd name="connsiteY85" fmla="*/ 1891884 h 2072153"/>
              <a:gd name="connsiteX86" fmla="*/ 1007031 w 2072432"/>
              <a:gd name="connsiteY86" fmla="*/ 2020651 h 2072153"/>
              <a:gd name="connsiteX87" fmla="*/ 1022814 w 2072432"/>
              <a:gd name="connsiteY87" fmla="*/ 2020714 h 2072153"/>
              <a:gd name="connsiteX88" fmla="*/ 1022814 w 2072432"/>
              <a:gd name="connsiteY88" fmla="*/ 1541280 h 2072153"/>
              <a:gd name="connsiteX89" fmla="*/ 1502122 w 2072432"/>
              <a:gd name="connsiteY89" fmla="*/ 533687 h 2072153"/>
              <a:gd name="connsiteX90" fmla="*/ 1498678 w 2072432"/>
              <a:gd name="connsiteY90" fmla="*/ 515900 h 2072153"/>
              <a:gd name="connsiteX91" fmla="*/ 1450390 w 2072432"/>
              <a:gd name="connsiteY91" fmla="*/ 376422 h 2072153"/>
              <a:gd name="connsiteX92" fmla="*/ 1320119 w 2072432"/>
              <a:gd name="connsiteY92" fmla="*/ 171434 h 2072153"/>
              <a:gd name="connsiteX93" fmla="*/ 1128283 w 2072432"/>
              <a:gd name="connsiteY93" fmla="*/ 58324 h 2072153"/>
              <a:gd name="connsiteX94" fmla="*/ 1076488 w 2072432"/>
              <a:gd name="connsiteY94" fmla="*/ 52061 h 2072153"/>
              <a:gd name="connsiteX95" fmla="*/ 1077052 w 2072432"/>
              <a:gd name="connsiteY95" fmla="*/ 533749 h 2072153"/>
              <a:gd name="connsiteX96" fmla="*/ 1502122 w 2072432"/>
              <a:gd name="connsiteY96" fmla="*/ 533687 h 2072153"/>
              <a:gd name="connsiteX97" fmla="*/ 1076300 w 2072432"/>
              <a:gd name="connsiteY97" fmla="*/ 1538838 h 2072153"/>
              <a:gd name="connsiteX98" fmla="*/ 1077427 w 2072432"/>
              <a:gd name="connsiteY98" fmla="*/ 2020651 h 2072153"/>
              <a:gd name="connsiteX99" fmla="*/ 1147573 w 2072432"/>
              <a:gd name="connsiteY99" fmla="*/ 2008564 h 2072153"/>
              <a:gd name="connsiteX100" fmla="*/ 1352311 w 2072432"/>
              <a:gd name="connsiteY100" fmla="*/ 1864264 h 2072153"/>
              <a:gd name="connsiteX101" fmla="*/ 1500494 w 2072432"/>
              <a:gd name="connsiteY101" fmla="*/ 1551364 h 2072153"/>
              <a:gd name="connsiteX102" fmla="*/ 1500619 w 2072432"/>
              <a:gd name="connsiteY102" fmla="*/ 1538900 h 2072153"/>
              <a:gd name="connsiteX103" fmla="*/ 1076300 w 2072432"/>
              <a:gd name="connsiteY103" fmla="*/ 1538838 h 2072153"/>
              <a:gd name="connsiteX104" fmla="*/ 188768 w 2072432"/>
              <a:gd name="connsiteY104" fmla="*/ 1539088 h 2072153"/>
              <a:gd name="connsiteX105" fmla="*/ 451377 w 2072432"/>
              <a:gd name="connsiteY105" fmla="*/ 1829441 h 2072153"/>
              <a:gd name="connsiteX106" fmla="*/ 802794 w 2072432"/>
              <a:gd name="connsiteY106" fmla="*/ 1992530 h 2072153"/>
              <a:gd name="connsiteX107" fmla="*/ 792836 w 2072432"/>
              <a:gd name="connsiteY107" fmla="*/ 1982071 h 2072153"/>
              <a:gd name="connsiteX108" fmla="*/ 711041 w 2072432"/>
              <a:gd name="connsiteY108" fmla="*/ 1901529 h 2072153"/>
              <a:gd name="connsiteX109" fmla="*/ 568307 w 2072432"/>
              <a:gd name="connsiteY109" fmla="*/ 1628336 h 2072153"/>
              <a:gd name="connsiteX110" fmla="*/ 541439 w 2072432"/>
              <a:gd name="connsiteY110" fmla="*/ 1539151 h 2072153"/>
              <a:gd name="connsiteX111" fmla="*/ 188768 w 2072432"/>
              <a:gd name="connsiteY111" fmla="*/ 1539088 h 2072153"/>
              <a:gd name="connsiteX112" fmla="*/ 1885356 w 2072432"/>
              <a:gd name="connsiteY112" fmla="*/ 534188 h 2072153"/>
              <a:gd name="connsiteX113" fmla="*/ 1306090 w 2072432"/>
              <a:gd name="connsiteY113" fmla="*/ 87447 h 2072153"/>
              <a:gd name="connsiteX114" fmla="*/ 1306466 w 2072432"/>
              <a:gd name="connsiteY114" fmla="*/ 91330 h 2072153"/>
              <a:gd name="connsiteX115" fmla="*/ 1313793 w 2072432"/>
              <a:gd name="connsiteY115" fmla="*/ 98407 h 2072153"/>
              <a:gd name="connsiteX116" fmla="*/ 1437300 w 2072432"/>
              <a:gd name="connsiteY116" fmla="*/ 243020 h 2072153"/>
              <a:gd name="connsiteX117" fmla="*/ 1547655 w 2072432"/>
              <a:gd name="connsiteY117" fmla="*/ 507257 h 2072153"/>
              <a:gd name="connsiteX118" fmla="*/ 1555859 w 2072432"/>
              <a:gd name="connsiteY118" fmla="*/ 534250 h 2072153"/>
              <a:gd name="connsiteX119" fmla="*/ 1885356 w 2072432"/>
              <a:gd name="connsiteY119" fmla="*/ 534188 h 2072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072432" h="2072153">
                <a:moveTo>
                  <a:pt x="1" y="1035792"/>
                </a:moveTo>
                <a:cubicBezTo>
                  <a:pt x="1" y="464230"/>
                  <a:pt x="463527" y="-3054"/>
                  <a:pt x="1040914" y="15"/>
                </a:cubicBezTo>
                <a:cubicBezTo>
                  <a:pt x="1608343" y="3021"/>
                  <a:pt x="2073059" y="460221"/>
                  <a:pt x="2072432" y="1037483"/>
                </a:cubicBezTo>
                <a:cubicBezTo>
                  <a:pt x="2071806" y="1604474"/>
                  <a:pt x="1619366" y="2068563"/>
                  <a:pt x="1042292" y="2072133"/>
                </a:cubicBezTo>
                <a:cubicBezTo>
                  <a:pt x="449373" y="2075766"/>
                  <a:pt x="-876" y="1596019"/>
                  <a:pt x="1" y="1035792"/>
                </a:cubicBezTo>
                <a:close/>
                <a:moveTo>
                  <a:pt x="1303585" y="1981132"/>
                </a:moveTo>
                <a:cubicBezTo>
                  <a:pt x="1314796" y="1979065"/>
                  <a:pt x="1326508" y="1978313"/>
                  <a:pt x="1337217" y="1974806"/>
                </a:cubicBezTo>
                <a:cubicBezTo>
                  <a:pt x="1566444" y="1898961"/>
                  <a:pt x="1745566" y="1758857"/>
                  <a:pt x="1874396" y="1554620"/>
                </a:cubicBezTo>
                <a:cubicBezTo>
                  <a:pt x="1877152" y="1550236"/>
                  <a:pt x="1878968" y="1545289"/>
                  <a:pt x="1881974" y="1539088"/>
                </a:cubicBezTo>
                <a:cubicBezTo>
                  <a:pt x="1771933" y="1539088"/>
                  <a:pt x="1664084" y="1539088"/>
                  <a:pt x="1554982" y="1539088"/>
                </a:cubicBezTo>
                <a:cubicBezTo>
                  <a:pt x="1552352" y="1548357"/>
                  <a:pt x="1549909" y="1556813"/>
                  <a:pt x="1547655" y="1565330"/>
                </a:cubicBezTo>
                <a:cubicBezTo>
                  <a:pt x="1527237" y="1640925"/>
                  <a:pt x="1500619" y="1714140"/>
                  <a:pt x="1463730" y="1783346"/>
                </a:cubicBezTo>
                <a:cubicBezTo>
                  <a:pt x="1423020" y="1859629"/>
                  <a:pt x="1372478" y="1928084"/>
                  <a:pt x="1303585" y="1981633"/>
                </a:cubicBezTo>
                <a:lnTo>
                  <a:pt x="1303898" y="1982447"/>
                </a:lnTo>
                <a:cubicBezTo>
                  <a:pt x="1303835" y="1982447"/>
                  <a:pt x="1303585" y="1981132"/>
                  <a:pt x="1303585" y="1981132"/>
                </a:cubicBezTo>
                <a:close/>
                <a:moveTo>
                  <a:pt x="802920" y="79493"/>
                </a:moveTo>
                <a:cubicBezTo>
                  <a:pt x="796218" y="80620"/>
                  <a:pt x="789329" y="81246"/>
                  <a:pt x="782815" y="83063"/>
                </a:cubicBezTo>
                <a:cubicBezTo>
                  <a:pt x="530228" y="153584"/>
                  <a:pt x="334509" y="300327"/>
                  <a:pt x="195157" y="522351"/>
                </a:cubicBezTo>
                <a:cubicBezTo>
                  <a:pt x="193153" y="525545"/>
                  <a:pt x="192150" y="529428"/>
                  <a:pt x="190397" y="533812"/>
                </a:cubicBezTo>
                <a:cubicBezTo>
                  <a:pt x="308204" y="533812"/>
                  <a:pt x="424383" y="533812"/>
                  <a:pt x="541251" y="533812"/>
                </a:cubicBezTo>
                <a:cubicBezTo>
                  <a:pt x="543380" y="526547"/>
                  <a:pt x="545447" y="520158"/>
                  <a:pt x="547138" y="513645"/>
                </a:cubicBezTo>
                <a:cubicBezTo>
                  <a:pt x="563359" y="451954"/>
                  <a:pt x="583902" y="391767"/>
                  <a:pt x="610645" y="333834"/>
                </a:cubicBezTo>
                <a:cubicBezTo>
                  <a:pt x="654799" y="238072"/>
                  <a:pt x="712732" y="152645"/>
                  <a:pt x="796844" y="86946"/>
                </a:cubicBezTo>
                <a:cubicBezTo>
                  <a:pt x="799287" y="85004"/>
                  <a:pt x="800727" y="81810"/>
                  <a:pt x="802606" y="79180"/>
                </a:cubicBezTo>
                <a:cubicBezTo>
                  <a:pt x="803483" y="78616"/>
                  <a:pt x="804297" y="78052"/>
                  <a:pt x="805174" y="77489"/>
                </a:cubicBezTo>
                <a:cubicBezTo>
                  <a:pt x="804423" y="78115"/>
                  <a:pt x="803671" y="78804"/>
                  <a:pt x="802920" y="79493"/>
                </a:cubicBezTo>
                <a:close/>
                <a:moveTo>
                  <a:pt x="1022939" y="586233"/>
                </a:moveTo>
                <a:cubicBezTo>
                  <a:pt x="874318" y="586233"/>
                  <a:pt x="728077" y="586233"/>
                  <a:pt x="582336" y="586233"/>
                </a:cubicBezTo>
                <a:cubicBezTo>
                  <a:pt x="555969" y="669156"/>
                  <a:pt x="529226" y="963141"/>
                  <a:pt x="542817" y="1010114"/>
                </a:cubicBezTo>
                <a:cubicBezTo>
                  <a:pt x="577013" y="1014060"/>
                  <a:pt x="1007720" y="1012431"/>
                  <a:pt x="1022939" y="1008110"/>
                </a:cubicBezTo>
                <a:cubicBezTo>
                  <a:pt x="1022939" y="868131"/>
                  <a:pt x="1022939" y="727965"/>
                  <a:pt x="1022939" y="586233"/>
                </a:cubicBezTo>
                <a:close/>
                <a:moveTo>
                  <a:pt x="582775" y="1486604"/>
                </a:moveTo>
                <a:cubicBezTo>
                  <a:pt x="621605" y="1490675"/>
                  <a:pt x="1007470" y="1488921"/>
                  <a:pt x="1022250" y="1484725"/>
                </a:cubicBezTo>
                <a:cubicBezTo>
                  <a:pt x="1026196" y="1455477"/>
                  <a:pt x="1024756" y="1077066"/>
                  <a:pt x="1020622" y="1062911"/>
                </a:cubicBezTo>
                <a:cubicBezTo>
                  <a:pt x="993754" y="1059028"/>
                  <a:pt x="555906" y="1060343"/>
                  <a:pt x="541063" y="1064352"/>
                </a:cubicBezTo>
                <a:cubicBezTo>
                  <a:pt x="530040" y="1124790"/>
                  <a:pt x="559351" y="1424037"/>
                  <a:pt x="582775" y="1486604"/>
                </a:cubicBezTo>
                <a:close/>
                <a:moveTo>
                  <a:pt x="1074860" y="1010365"/>
                </a:moveTo>
                <a:cubicBezTo>
                  <a:pt x="1236696" y="1010365"/>
                  <a:pt x="1396465" y="1010365"/>
                  <a:pt x="1556109" y="1010365"/>
                </a:cubicBezTo>
                <a:cubicBezTo>
                  <a:pt x="1564377" y="939029"/>
                  <a:pt x="1540264" y="659009"/>
                  <a:pt x="1514085" y="586296"/>
                </a:cubicBezTo>
                <a:cubicBezTo>
                  <a:pt x="1368157" y="586296"/>
                  <a:pt x="1222041" y="586296"/>
                  <a:pt x="1074860" y="586296"/>
                </a:cubicBezTo>
                <a:cubicBezTo>
                  <a:pt x="1074860" y="727903"/>
                  <a:pt x="1074860" y="868006"/>
                  <a:pt x="1074860" y="1010365"/>
                </a:cubicBezTo>
                <a:close/>
                <a:moveTo>
                  <a:pt x="1076300" y="1061972"/>
                </a:moveTo>
                <a:cubicBezTo>
                  <a:pt x="1071979" y="1088464"/>
                  <a:pt x="1073043" y="1470821"/>
                  <a:pt x="1077177" y="1486541"/>
                </a:cubicBezTo>
                <a:cubicBezTo>
                  <a:pt x="1223042" y="1486541"/>
                  <a:pt x="1369096" y="1486541"/>
                  <a:pt x="1514711" y="1486541"/>
                </a:cubicBezTo>
                <a:cubicBezTo>
                  <a:pt x="1542018" y="1397231"/>
                  <a:pt x="1566882" y="1106690"/>
                  <a:pt x="1554982" y="1061972"/>
                </a:cubicBezTo>
                <a:cubicBezTo>
                  <a:pt x="1395839" y="1061972"/>
                  <a:pt x="1236571" y="1061972"/>
                  <a:pt x="1076300" y="1061972"/>
                </a:cubicBezTo>
                <a:close/>
                <a:moveTo>
                  <a:pt x="489142" y="1010427"/>
                </a:moveTo>
                <a:cubicBezTo>
                  <a:pt x="488015" y="867442"/>
                  <a:pt x="502984" y="726901"/>
                  <a:pt x="530228" y="586108"/>
                </a:cubicBezTo>
                <a:cubicBezTo>
                  <a:pt x="405531" y="586108"/>
                  <a:pt x="282526" y="586108"/>
                  <a:pt x="158894" y="586108"/>
                </a:cubicBezTo>
                <a:cubicBezTo>
                  <a:pt x="90690" y="719197"/>
                  <a:pt x="54051" y="859802"/>
                  <a:pt x="50919" y="1010427"/>
                </a:cubicBezTo>
                <a:cubicBezTo>
                  <a:pt x="197912" y="1010427"/>
                  <a:pt x="342087" y="1010427"/>
                  <a:pt x="489142" y="1010427"/>
                </a:cubicBezTo>
                <a:close/>
                <a:moveTo>
                  <a:pt x="51859" y="1062285"/>
                </a:moveTo>
                <a:cubicBezTo>
                  <a:pt x="51546" y="1068423"/>
                  <a:pt x="50982" y="1071805"/>
                  <a:pt x="51233" y="1075124"/>
                </a:cubicBezTo>
                <a:cubicBezTo>
                  <a:pt x="52423" y="1094226"/>
                  <a:pt x="53362" y="1113391"/>
                  <a:pt x="55053" y="1132431"/>
                </a:cubicBezTo>
                <a:cubicBezTo>
                  <a:pt x="65825" y="1252430"/>
                  <a:pt x="99270" y="1365916"/>
                  <a:pt x="152506" y="1473890"/>
                </a:cubicBezTo>
                <a:cubicBezTo>
                  <a:pt x="157892" y="1484788"/>
                  <a:pt x="164405" y="1488295"/>
                  <a:pt x="176180" y="1488295"/>
                </a:cubicBezTo>
                <a:cubicBezTo>
                  <a:pt x="289165" y="1487919"/>
                  <a:pt x="402149" y="1488107"/>
                  <a:pt x="515134" y="1487982"/>
                </a:cubicBezTo>
                <a:cubicBezTo>
                  <a:pt x="519581" y="1487982"/>
                  <a:pt x="524028" y="1486730"/>
                  <a:pt x="530165" y="1485853"/>
                </a:cubicBezTo>
                <a:cubicBezTo>
                  <a:pt x="502796" y="1345373"/>
                  <a:pt x="488266" y="1204894"/>
                  <a:pt x="488955" y="1062285"/>
                </a:cubicBezTo>
                <a:cubicBezTo>
                  <a:pt x="341899" y="1062285"/>
                  <a:pt x="197724" y="1062285"/>
                  <a:pt x="51859" y="1062285"/>
                </a:cubicBezTo>
                <a:close/>
                <a:moveTo>
                  <a:pt x="1609032" y="1008861"/>
                </a:moveTo>
                <a:cubicBezTo>
                  <a:pt x="1634711" y="1013371"/>
                  <a:pt x="2006045" y="1012431"/>
                  <a:pt x="2021639" y="1007922"/>
                </a:cubicBezTo>
                <a:cubicBezTo>
                  <a:pt x="2017819" y="858737"/>
                  <a:pt x="1981994" y="717756"/>
                  <a:pt x="1913540" y="586108"/>
                </a:cubicBezTo>
                <a:cubicBezTo>
                  <a:pt x="1797235" y="586108"/>
                  <a:pt x="1683124" y="586108"/>
                  <a:pt x="1566757" y="586108"/>
                </a:cubicBezTo>
                <a:cubicBezTo>
                  <a:pt x="1594815" y="726963"/>
                  <a:pt x="1607779" y="867630"/>
                  <a:pt x="1609032" y="1008861"/>
                </a:cubicBezTo>
                <a:close/>
                <a:moveTo>
                  <a:pt x="2021702" y="1064352"/>
                </a:moveTo>
                <a:cubicBezTo>
                  <a:pt x="2001723" y="1059717"/>
                  <a:pt x="1627884" y="1059905"/>
                  <a:pt x="1608969" y="1064665"/>
                </a:cubicBezTo>
                <a:cubicBezTo>
                  <a:pt x="1607842" y="1205770"/>
                  <a:pt x="1594564" y="1346375"/>
                  <a:pt x="1567007" y="1485289"/>
                </a:cubicBezTo>
                <a:cubicBezTo>
                  <a:pt x="1571454" y="1486667"/>
                  <a:pt x="1573333" y="1487731"/>
                  <a:pt x="1575274" y="1487731"/>
                </a:cubicBezTo>
                <a:cubicBezTo>
                  <a:pt x="1684125" y="1487919"/>
                  <a:pt x="1793039" y="1487857"/>
                  <a:pt x="1901891" y="1488233"/>
                </a:cubicBezTo>
                <a:cubicBezTo>
                  <a:pt x="1911222" y="1488233"/>
                  <a:pt x="1914980" y="1483473"/>
                  <a:pt x="1918613" y="1476208"/>
                </a:cubicBezTo>
                <a:cubicBezTo>
                  <a:pt x="1975356" y="1362847"/>
                  <a:pt x="2008988" y="1243098"/>
                  <a:pt x="2019072" y="1116773"/>
                </a:cubicBezTo>
                <a:cubicBezTo>
                  <a:pt x="2020512" y="1099237"/>
                  <a:pt x="2020888" y="1081575"/>
                  <a:pt x="2021702" y="1064352"/>
                </a:cubicBezTo>
                <a:close/>
                <a:moveTo>
                  <a:pt x="1023064" y="50558"/>
                </a:moveTo>
                <a:cubicBezTo>
                  <a:pt x="1012668" y="51247"/>
                  <a:pt x="1004463" y="51247"/>
                  <a:pt x="996447" y="52499"/>
                </a:cubicBezTo>
                <a:cubicBezTo>
                  <a:pt x="947157" y="60265"/>
                  <a:pt x="901374" y="77739"/>
                  <a:pt x="859099" y="104106"/>
                </a:cubicBezTo>
                <a:cubicBezTo>
                  <a:pt x="801229" y="140244"/>
                  <a:pt x="755133" y="188469"/>
                  <a:pt x="716991" y="244523"/>
                </a:cubicBezTo>
                <a:cubicBezTo>
                  <a:pt x="659747" y="328698"/>
                  <a:pt x="622545" y="421641"/>
                  <a:pt x="596866" y="519657"/>
                </a:cubicBezTo>
                <a:cubicBezTo>
                  <a:pt x="595739" y="523979"/>
                  <a:pt x="595614" y="528551"/>
                  <a:pt x="595050" y="532998"/>
                </a:cubicBezTo>
                <a:cubicBezTo>
                  <a:pt x="627806" y="537068"/>
                  <a:pt x="1007908" y="535503"/>
                  <a:pt x="1023064" y="531244"/>
                </a:cubicBezTo>
                <a:cubicBezTo>
                  <a:pt x="1023064" y="372226"/>
                  <a:pt x="1023064" y="212958"/>
                  <a:pt x="1023064" y="50558"/>
                </a:cubicBezTo>
                <a:close/>
                <a:moveTo>
                  <a:pt x="1022814" y="1541280"/>
                </a:moveTo>
                <a:cubicBezTo>
                  <a:pt x="1005904" y="1537021"/>
                  <a:pt x="615969" y="1536332"/>
                  <a:pt x="594424" y="1540466"/>
                </a:cubicBezTo>
                <a:cubicBezTo>
                  <a:pt x="595927" y="1547042"/>
                  <a:pt x="596741" y="1553869"/>
                  <a:pt x="598933" y="1560195"/>
                </a:cubicBezTo>
                <a:cubicBezTo>
                  <a:pt x="615217" y="1607355"/>
                  <a:pt x="629935" y="1655267"/>
                  <a:pt x="648724" y="1701425"/>
                </a:cubicBezTo>
                <a:cubicBezTo>
                  <a:pt x="677284" y="1771697"/>
                  <a:pt x="716428" y="1836018"/>
                  <a:pt x="768160" y="1891884"/>
                </a:cubicBezTo>
                <a:cubicBezTo>
                  <a:pt x="833045" y="1961904"/>
                  <a:pt x="910706" y="2008814"/>
                  <a:pt x="1007031" y="2020651"/>
                </a:cubicBezTo>
                <a:cubicBezTo>
                  <a:pt x="1012041" y="2021278"/>
                  <a:pt x="1017240" y="2020714"/>
                  <a:pt x="1022814" y="2020714"/>
                </a:cubicBezTo>
                <a:cubicBezTo>
                  <a:pt x="1022814" y="1859629"/>
                  <a:pt x="1022814" y="1700298"/>
                  <a:pt x="1022814" y="1541280"/>
                </a:cubicBezTo>
                <a:close/>
                <a:moveTo>
                  <a:pt x="1502122" y="533687"/>
                </a:moveTo>
                <a:cubicBezTo>
                  <a:pt x="1500745" y="526296"/>
                  <a:pt x="1500369" y="520847"/>
                  <a:pt x="1498678" y="515900"/>
                </a:cubicBezTo>
                <a:cubicBezTo>
                  <a:pt x="1482832" y="469303"/>
                  <a:pt x="1468866" y="421954"/>
                  <a:pt x="1450390" y="376422"/>
                </a:cubicBezTo>
                <a:cubicBezTo>
                  <a:pt x="1419576" y="300389"/>
                  <a:pt x="1377739" y="230745"/>
                  <a:pt x="1320119" y="171434"/>
                </a:cubicBezTo>
                <a:cubicBezTo>
                  <a:pt x="1266508" y="116194"/>
                  <a:pt x="1203940" y="76048"/>
                  <a:pt x="1128283" y="58324"/>
                </a:cubicBezTo>
                <a:cubicBezTo>
                  <a:pt x="1111248" y="54315"/>
                  <a:pt x="1094087" y="49430"/>
                  <a:pt x="1076488" y="52061"/>
                </a:cubicBezTo>
                <a:cubicBezTo>
                  <a:pt x="1072229" y="74044"/>
                  <a:pt x="1072793" y="516526"/>
                  <a:pt x="1077052" y="533749"/>
                </a:cubicBezTo>
                <a:cubicBezTo>
                  <a:pt x="1217656" y="533687"/>
                  <a:pt x="1358386" y="533687"/>
                  <a:pt x="1502122" y="533687"/>
                </a:cubicBezTo>
                <a:close/>
                <a:moveTo>
                  <a:pt x="1076300" y="1538838"/>
                </a:moveTo>
                <a:cubicBezTo>
                  <a:pt x="1071728" y="1566458"/>
                  <a:pt x="1072918" y="2005620"/>
                  <a:pt x="1077427" y="2020651"/>
                </a:cubicBezTo>
                <a:cubicBezTo>
                  <a:pt x="1101478" y="2020964"/>
                  <a:pt x="1124713" y="2015453"/>
                  <a:pt x="1147573" y="2008564"/>
                </a:cubicBezTo>
                <a:cubicBezTo>
                  <a:pt x="1231748" y="1983136"/>
                  <a:pt x="1298011" y="1932030"/>
                  <a:pt x="1352311" y="1864264"/>
                </a:cubicBezTo>
                <a:cubicBezTo>
                  <a:pt x="1426528" y="1771759"/>
                  <a:pt x="1469555" y="1664348"/>
                  <a:pt x="1500494" y="1551364"/>
                </a:cubicBezTo>
                <a:cubicBezTo>
                  <a:pt x="1501496" y="1547794"/>
                  <a:pt x="1500619" y="1543723"/>
                  <a:pt x="1500619" y="1538900"/>
                </a:cubicBezTo>
                <a:cubicBezTo>
                  <a:pt x="1358762" y="1538838"/>
                  <a:pt x="1218032" y="1538838"/>
                  <a:pt x="1076300" y="1538838"/>
                </a:cubicBezTo>
                <a:close/>
                <a:moveTo>
                  <a:pt x="188768" y="1539088"/>
                </a:moveTo>
                <a:cubicBezTo>
                  <a:pt x="258413" y="1655956"/>
                  <a:pt x="345594" y="1751279"/>
                  <a:pt x="451377" y="1829441"/>
                </a:cubicBezTo>
                <a:cubicBezTo>
                  <a:pt x="557284" y="1907666"/>
                  <a:pt x="674214" y="1962656"/>
                  <a:pt x="802794" y="1992530"/>
                </a:cubicBezTo>
                <a:cubicBezTo>
                  <a:pt x="800039" y="1988084"/>
                  <a:pt x="796531" y="1984952"/>
                  <a:pt x="792836" y="1982071"/>
                </a:cubicBezTo>
                <a:cubicBezTo>
                  <a:pt x="762461" y="1958334"/>
                  <a:pt x="735467" y="1931278"/>
                  <a:pt x="711041" y="1901529"/>
                </a:cubicBezTo>
                <a:cubicBezTo>
                  <a:pt x="644340" y="1820423"/>
                  <a:pt x="600624" y="1727354"/>
                  <a:pt x="568307" y="1628336"/>
                </a:cubicBezTo>
                <a:cubicBezTo>
                  <a:pt x="558787" y="1599150"/>
                  <a:pt x="550583" y="1569589"/>
                  <a:pt x="541439" y="1539151"/>
                </a:cubicBezTo>
                <a:cubicBezTo>
                  <a:pt x="425072" y="1539088"/>
                  <a:pt x="309018" y="1539088"/>
                  <a:pt x="188768" y="1539088"/>
                </a:cubicBezTo>
                <a:close/>
                <a:moveTo>
                  <a:pt x="1885356" y="534188"/>
                </a:moveTo>
                <a:cubicBezTo>
                  <a:pt x="1746818" y="309972"/>
                  <a:pt x="1555358" y="162415"/>
                  <a:pt x="1306090" y="87447"/>
                </a:cubicBezTo>
                <a:cubicBezTo>
                  <a:pt x="1306340" y="90265"/>
                  <a:pt x="1306153" y="91017"/>
                  <a:pt x="1306466" y="91330"/>
                </a:cubicBezTo>
                <a:cubicBezTo>
                  <a:pt x="1308846" y="93772"/>
                  <a:pt x="1311163" y="96215"/>
                  <a:pt x="1313793" y="98407"/>
                </a:cubicBezTo>
                <a:cubicBezTo>
                  <a:pt x="1363334" y="139430"/>
                  <a:pt x="1403417" y="188532"/>
                  <a:pt x="1437300" y="243020"/>
                </a:cubicBezTo>
                <a:cubicBezTo>
                  <a:pt x="1488281" y="325128"/>
                  <a:pt x="1521976" y="414501"/>
                  <a:pt x="1547655" y="507257"/>
                </a:cubicBezTo>
                <a:cubicBezTo>
                  <a:pt x="1550160" y="516275"/>
                  <a:pt x="1553103" y="525231"/>
                  <a:pt x="1555859" y="534250"/>
                </a:cubicBezTo>
                <a:cubicBezTo>
                  <a:pt x="1664898" y="534188"/>
                  <a:pt x="1772309" y="534188"/>
                  <a:pt x="1885356" y="534188"/>
                </a:cubicBezTo>
                <a:close/>
              </a:path>
            </a:pathLst>
          </a:custGeom>
          <a:solidFill>
            <a:schemeClr val="bg1"/>
          </a:solidFill>
          <a:ln w="62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3"/>
          <p:cNvSpPr/>
          <p:nvPr>
            <p:custDataLst>
              <p:tags r:id="rId11"/>
            </p:custDataLst>
          </p:nvPr>
        </p:nvSpPr>
        <p:spPr>
          <a:xfrm>
            <a:off x="8587740" y="2073910"/>
            <a:ext cx="874395" cy="349885"/>
          </a:xfrm>
          <a:custGeom>
            <a:avLst/>
            <a:gdLst>
              <a:gd name="connsiteX0" fmla="*/ 1 w 2072432"/>
              <a:gd name="connsiteY0" fmla="*/ 1035792 h 2072153"/>
              <a:gd name="connsiteX1" fmla="*/ 1040914 w 2072432"/>
              <a:gd name="connsiteY1" fmla="*/ 15 h 2072153"/>
              <a:gd name="connsiteX2" fmla="*/ 2072432 w 2072432"/>
              <a:gd name="connsiteY2" fmla="*/ 1037483 h 2072153"/>
              <a:gd name="connsiteX3" fmla="*/ 1042292 w 2072432"/>
              <a:gd name="connsiteY3" fmla="*/ 2072133 h 2072153"/>
              <a:gd name="connsiteX4" fmla="*/ 1 w 2072432"/>
              <a:gd name="connsiteY4" fmla="*/ 1035792 h 2072153"/>
              <a:gd name="connsiteX5" fmla="*/ 1303585 w 2072432"/>
              <a:gd name="connsiteY5" fmla="*/ 1981132 h 2072153"/>
              <a:gd name="connsiteX6" fmla="*/ 1337217 w 2072432"/>
              <a:gd name="connsiteY6" fmla="*/ 1974806 h 2072153"/>
              <a:gd name="connsiteX7" fmla="*/ 1874396 w 2072432"/>
              <a:gd name="connsiteY7" fmla="*/ 1554620 h 2072153"/>
              <a:gd name="connsiteX8" fmla="*/ 1881974 w 2072432"/>
              <a:gd name="connsiteY8" fmla="*/ 1539088 h 2072153"/>
              <a:gd name="connsiteX9" fmla="*/ 1554982 w 2072432"/>
              <a:gd name="connsiteY9" fmla="*/ 1539088 h 2072153"/>
              <a:gd name="connsiteX10" fmla="*/ 1547655 w 2072432"/>
              <a:gd name="connsiteY10" fmla="*/ 1565330 h 2072153"/>
              <a:gd name="connsiteX11" fmla="*/ 1463730 w 2072432"/>
              <a:gd name="connsiteY11" fmla="*/ 1783346 h 2072153"/>
              <a:gd name="connsiteX12" fmla="*/ 1303585 w 2072432"/>
              <a:gd name="connsiteY12" fmla="*/ 1981633 h 2072153"/>
              <a:gd name="connsiteX13" fmla="*/ 1303898 w 2072432"/>
              <a:gd name="connsiteY13" fmla="*/ 1982447 h 2072153"/>
              <a:gd name="connsiteX14" fmla="*/ 1303585 w 2072432"/>
              <a:gd name="connsiteY14" fmla="*/ 1981132 h 2072153"/>
              <a:gd name="connsiteX15" fmla="*/ 802920 w 2072432"/>
              <a:gd name="connsiteY15" fmla="*/ 79493 h 2072153"/>
              <a:gd name="connsiteX16" fmla="*/ 782815 w 2072432"/>
              <a:gd name="connsiteY16" fmla="*/ 83063 h 2072153"/>
              <a:gd name="connsiteX17" fmla="*/ 195157 w 2072432"/>
              <a:gd name="connsiteY17" fmla="*/ 522351 h 2072153"/>
              <a:gd name="connsiteX18" fmla="*/ 190397 w 2072432"/>
              <a:gd name="connsiteY18" fmla="*/ 533812 h 2072153"/>
              <a:gd name="connsiteX19" fmla="*/ 541251 w 2072432"/>
              <a:gd name="connsiteY19" fmla="*/ 533812 h 2072153"/>
              <a:gd name="connsiteX20" fmla="*/ 547138 w 2072432"/>
              <a:gd name="connsiteY20" fmla="*/ 513645 h 2072153"/>
              <a:gd name="connsiteX21" fmla="*/ 610645 w 2072432"/>
              <a:gd name="connsiteY21" fmla="*/ 333834 h 2072153"/>
              <a:gd name="connsiteX22" fmla="*/ 796844 w 2072432"/>
              <a:gd name="connsiteY22" fmla="*/ 86946 h 2072153"/>
              <a:gd name="connsiteX23" fmla="*/ 802606 w 2072432"/>
              <a:gd name="connsiteY23" fmla="*/ 79180 h 2072153"/>
              <a:gd name="connsiteX24" fmla="*/ 805174 w 2072432"/>
              <a:gd name="connsiteY24" fmla="*/ 77489 h 2072153"/>
              <a:gd name="connsiteX25" fmla="*/ 802920 w 2072432"/>
              <a:gd name="connsiteY25" fmla="*/ 79493 h 2072153"/>
              <a:gd name="connsiteX26" fmla="*/ 1022939 w 2072432"/>
              <a:gd name="connsiteY26" fmla="*/ 586233 h 2072153"/>
              <a:gd name="connsiteX27" fmla="*/ 582336 w 2072432"/>
              <a:gd name="connsiteY27" fmla="*/ 586233 h 2072153"/>
              <a:gd name="connsiteX28" fmla="*/ 542817 w 2072432"/>
              <a:gd name="connsiteY28" fmla="*/ 1010114 h 2072153"/>
              <a:gd name="connsiteX29" fmla="*/ 1022939 w 2072432"/>
              <a:gd name="connsiteY29" fmla="*/ 1008110 h 2072153"/>
              <a:gd name="connsiteX30" fmla="*/ 1022939 w 2072432"/>
              <a:gd name="connsiteY30" fmla="*/ 586233 h 2072153"/>
              <a:gd name="connsiteX31" fmla="*/ 582775 w 2072432"/>
              <a:gd name="connsiteY31" fmla="*/ 1486604 h 2072153"/>
              <a:gd name="connsiteX32" fmla="*/ 1022250 w 2072432"/>
              <a:gd name="connsiteY32" fmla="*/ 1484725 h 2072153"/>
              <a:gd name="connsiteX33" fmla="*/ 1020622 w 2072432"/>
              <a:gd name="connsiteY33" fmla="*/ 1062911 h 2072153"/>
              <a:gd name="connsiteX34" fmla="*/ 541063 w 2072432"/>
              <a:gd name="connsiteY34" fmla="*/ 1064352 h 2072153"/>
              <a:gd name="connsiteX35" fmla="*/ 582775 w 2072432"/>
              <a:gd name="connsiteY35" fmla="*/ 1486604 h 2072153"/>
              <a:gd name="connsiteX36" fmla="*/ 1074860 w 2072432"/>
              <a:gd name="connsiteY36" fmla="*/ 1010365 h 2072153"/>
              <a:gd name="connsiteX37" fmla="*/ 1556109 w 2072432"/>
              <a:gd name="connsiteY37" fmla="*/ 1010365 h 2072153"/>
              <a:gd name="connsiteX38" fmla="*/ 1514085 w 2072432"/>
              <a:gd name="connsiteY38" fmla="*/ 586296 h 2072153"/>
              <a:gd name="connsiteX39" fmla="*/ 1074860 w 2072432"/>
              <a:gd name="connsiteY39" fmla="*/ 586296 h 2072153"/>
              <a:gd name="connsiteX40" fmla="*/ 1074860 w 2072432"/>
              <a:gd name="connsiteY40" fmla="*/ 1010365 h 2072153"/>
              <a:gd name="connsiteX41" fmla="*/ 1076300 w 2072432"/>
              <a:gd name="connsiteY41" fmla="*/ 1061972 h 2072153"/>
              <a:gd name="connsiteX42" fmla="*/ 1077177 w 2072432"/>
              <a:gd name="connsiteY42" fmla="*/ 1486541 h 2072153"/>
              <a:gd name="connsiteX43" fmla="*/ 1514711 w 2072432"/>
              <a:gd name="connsiteY43" fmla="*/ 1486541 h 2072153"/>
              <a:gd name="connsiteX44" fmla="*/ 1554982 w 2072432"/>
              <a:gd name="connsiteY44" fmla="*/ 1061972 h 2072153"/>
              <a:gd name="connsiteX45" fmla="*/ 1076300 w 2072432"/>
              <a:gd name="connsiteY45" fmla="*/ 1061972 h 2072153"/>
              <a:gd name="connsiteX46" fmla="*/ 489142 w 2072432"/>
              <a:gd name="connsiteY46" fmla="*/ 1010427 h 2072153"/>
              <a:gd name="connsiteX47" fmla="*/ 530228 w 2072432"/>
              <a:gd name="connsiteY47" fmla="*/ 586108 h 2072153"/>
              <a:gd name="connsiteX48" fmla="*/ 158894 w 2072432"/>
              <a:gd name="connsiteY48" fmla="*/ 586108 h 2072153"/>
              <a:gd name="connsiteX49" fmla="*/ 50919 w 2072432"/>
              <a:gd name="connsiteY49" fmla="*/ 1010427 h 2072153"/>
              <a:gd name="connsiteX50" fmla="*/ 489142 w 2072432"/>
              <a:gd name="connsiteY50" fmla="*/ 1010427 h 2072153"/>
              <a:gd name="connsiteX51" fmla="*/ 51859 w 2072432"/>
              <a:gd name="connsiteY51" fmla="*/ 1062285 h 2072153"/>
              <a:gd name="connsiteX52" fmla="*/ 51233 w 2072432"/>
              <a:gd name="connsiteY52" fmla="*/ 1075124 h 2072153"/>
              <a:gd name="connsiteX53" fmla="*/ 55053 w 2072432"/>
              <a:gd name="connsiteY53" fmla="*/ 1132431 h 2072153"/>
              <a:gd name="connsiteX54" fmla="*/ 152506 w 2072432"/>
              <a:gd name="connsiteY54" fmla="*/ 1473890 h 2072153"/>
              <a:gd name="connsiteX55" fmla="*/ 176180 w 2072432"/>
              <a:gd name="connsiteY55" fmla="*/ 1488295 h 2072153"/>
              <a:gd name="connsiteX56" fmla="*/ 515134 w 2072432"/>
              <a:gd name="connsiteY56" fmla="*/ 1487982 h 2072153"/>
              <a:gd name="connsiteX57" fmla="*/ 530165 w 2072432"/>
              <a:gd name="connsiteY57" fmla="*/ 1485853 h 2072153"/>
              <a:gd name="connsiteX58" fmla="*/ 488955 w 2072432"/>
              <a:gd name="connsiteY58" fmla="*/ 1062285 h 2072153"/>
              <a:gd name="connsiteX59" fmla="*/ 51859 w 2072432"/>
              <a:gd name="connsiteY59" fmla="*/ 1062285 h 2072153"/>
              <a:gd name="connsiteX60" fmla="*/ 1609032 w 2072432"/>
              <a:gd name="connsiteY60" fmla="*/ 1008861 h 2072153"/>
              <a:gd name="connsiteX61" fmla="*/ 2021639 w 2072432"/>
              <a:gd name="connsiteY61" fmla="*/ 1007922 h 2072153"/>
              <a:gd name="connsiteX62" fmla="*/ 1913540 w 2072432"/>
              <a:gd name="connsiteY62" fmla="*/ 586108 h 2072153"/>
              <a:gd name="connsiteX63" fmla="*/ 1566757 w 2072432"/>
              <a:gd name="connsiteY63" fmla="*/ 586108 h 2072153"/>
              <a:gd name="connsiteX64" fmla="*/ 1609032 w 2072432"/>
              <a:gd name="connsiteY64" fmla="*/ 1008861 h 2072153"/>
              <a:gd name="connsiteX65" fmla="*/ 2021702 w 2072432"/>
              <a:gd name="connsiteY65" fmla="*/ 1064352 h 2072153"/>
              <a:gd name="connsiteX66" fmla="*/ 1608969 w 2072432"/>
              <a:gd name="connsiteY66" fmla="*/ 1064665 h 2072153"/>
              <a:gd name="connsiteX67" fmla="*/ 1567007 w 2072432"/>
              <a:gd name="connsiteY67" fmla="*/ 1485289 h 2072153"/>
              <a:gd name="connsiteX68" fmla="*/ 1575274 w 2072432"/>
              <a:gd name="connsiteY68" fmla="*/ 1487731 h 2072153"/>
              <a:gd name="connsiteX69" fmla="*/ 1901891 w 2072432"/>
              <a:gd name="connsiteY69" fmla="*/ 1488233 h 2072153"/>
              <a:gd name="connsiteX70" fmla="*/ 1918613 w 2072432"/>
              <a:gd name="connsiteY70" fmla="*/ 1476208 h 2072153"/>
              <a:gd name="connsiteX71" fmla="*/ 2019072 w 2072432"/>
              <a:gd name="connsiteY71" fmla="*/ 1116773 h 2072153"/>
              <a:gd name="connsiteX72" fmla="*/ 2021702 w 2072432"/>
              <a:gd name="connsiteY72" fmla="*/ 1064352 h 2072153"/>
              <a:gd name="connsiteX73" fmla="*/ 1023064 w 2072432"/>
              <a:gd name="connsiteY73" fmla="*/ 50558 h 2072153"/>
              <a:gd name="connsiteX74" fmla="*/ 996447 w 2072432"/>
              <a:gd name="connsiteY74" fmla="*/ 52499 h 2072153"/>
              <a:gd name="connsiteX75" fmla="*/ 859099 w 2072432"/>
              <a:gd name="connsiteY75" fmla="*/ 104106 h 2072153"/>
              <a:gd name="connsiteX76" fmla="*/ 716991 w 2072432"/>
              <a:gd name="connsiteY76" fmla="*/ 244523 h 2072153"/>
              <a:gd name="connsiteX77" fmla="*/ 596866 w 2072432"/>
              <a:gd name="connsiteY77" fmla="*/ 519657 h 2072153"/>
              <a:gd name="connsiteX78" fmla="*/ 595050 w 2072432"/>
              <a:gd name="connsiteY78" fmla="*/ 532998 h 2072153"/>
              <a:gd name="connsiteX79" fmla="*/ 1023064 w 2072432"/>
              <a:gd name="connsiteY79" fmla="*/ 531244 h 2072153"/>
              <a:gd name="connsiteX80" fmla="*/ 1023064 w 2072432"/>
              <a:gd name="connsiteY80" fmla="*/ 50558 h 2072153"/>
              <a:gd name="connsiteX81" fmla="*/ 1022814 w 2072432"/>
              <a:gd name="connsiteY81" fmla="*/ 1541280 h 2072153"/>
              <a:gd name="connsiteX82" fmla="*/ 594424 w 2072432"/>
              <a:gd name="connsiteY82" fmla="*/ 1540466 h 2072153"/>
              <a:gd name="connsiteX83" fmla="*/ 598933 w 2072432"/>
              <a:gd name="connsiteY83" fmla="*/ 1560195 h 2072153"/>
              <a:gd name="connsiteX84" fmla="*/ 648724 w 2072432"/>
              <a:gd name="connsiteY84" fmla="*/ 1701425 h 2072153"/>
              <a:gd name="connsiteX85" fmla="*/ 768160 w 2072432"/>
              <a:gd name="connsiteY85" fmla="*/ 1891884 h 2072153"/>
              <a:gd name="connsiteX86" fmla="*/ 1007031 w 2072432"/>
              <a:gd name="connsiteY86" fmla="*/ 2020651 h 2072153"/>
              <a:gd name="connsiteX87" fmla="*/ 1022814 w 2072432"/>
              <a:gd name="connsiteY87" fmla="*/ 2020714 h 2072153"/>
              <a:gd name="connsiteX88" fmla="*/ 1022814 w 2072432"/>
              <a:gd name="connsiteY88" fmla="*/ 1541280 h 2072153"/>
              <a:gd name="connsiteX89" fmla="*/ 1502122 w 2072432"/>
              <a:gd name="connsiteY89" fmla="*/ 533687 h 2072153"/>
              <a:gd name="connsiteX90" fmla="*/ 1498678 w 2072432"/>
              <a:gd name="connsiteY90" fmla="*/ 515900 h 2072153"/>
              <a:gd name="connsiteX91" fmla="*/ 1450390 w 2072432"/>
              <a:gd name="connsiteY91" fmla="*/ 376422 h 2072153"/>
              <a:gd name="connsiteX92" fmla="*/ 1320119 w 2072432"/>
              <a:gd name="connsiteY92" fmla="*/ 171434 h 2072153"/>
              <a:gd name="connsiteX93" fmla="*/ 1128283 w 2072432"/>
              <a:gd name="connsiteY93" fmla="*/ 58324 h 2072153"/>
              <a:gd name="connsiteX94" fmla="*/ 1076488 w 2072432"/>
              <a:gd name="connsiteY94" fmla="*/ 52061 h 2072153"/>
              <a:gd name="connsiteX95" fmla="*/ 1077052 w 2072432"/>
              <a:gd name="connsiteY95" fmla="*/ 533749 h 2072153"/>
              <a:gd name="connsiteX96" fmla="*/ 1502122 w 2072432"/>
              <a:gd name="connsiteY96" fmla="*/ 533687 h 2072153"/>
              <a:gd name="connsiteX97" fmla="*/ 1076300 w 2072432"/>
              <a:gd name="connsiteY97" fmla="*/ 1538838 h 2072153"/>
              <a:gd name="connsiteX98" fmla="*/ 1077427 w 2072432"/>
              <a:gd name="connsiteY98" fmla="*/ 2020651 h 2072153"/>
              <a:gd name="connsiteX99" fmla="*/ 1147573 w 2072432"/>
              <a:gd name="connsiteY99" fmla="*/ 2008564 h 2072153"/>
              <a:gd name="connsiteX100" fmla="*/ 1352311 w 2072432"/>
              <a:gd name="connsiteY100" fmla="*/ 1864264 h 2072153"/>
              <a:gd name="connsiteX101" fmla="*/ 1500494 w 2072432"/>
              <a:gd name="connsiteY101" fmla="*/ 1551364 h 2072153"/>
              <a:gd name="connsiteX102" fmla="*/ 1500619 w 2072432"/>
              <a:gd name="connsiteY102" fmla="*/ 1538900 h 2072153"/>
              <a:gd name="connsiteX103" fmla="*/ 1076300 w 2072432"/>
              <a:gd name="connsiteY103" fmla="*/ 1538838 h 2072153"/>
              <a:gd name="connsiteX104" fmla="*/ 188768 w 2072432"/>
              <a:gd name="connsiteY104" fmla="*/ 1539088 h 2072153"/>
              <a:gd name="connsiteX105" fmla="*/ 451377 w 2072432"/>
              <a:gd name="connsiteY105" fmla="*/ 1829441 h 2072153"/>
              <a:gd name="connsiteX106" fmla="*/ 802794 w 2072432"/>
              <a:gd name="connsiteY106" fmla="*/ 1992530 h 2072153"/>
              <a:gd name="connsiteX107" fmla="*/ 792836 w 2072432"/>
              <a:gd name="connsiteY107" fmla="*/ 1982071 h 2072153"/>
              <a:gd name="connsiteX108" fmla="*/ 711041 w 2072432"/>
              <a:gd name="connsiteY108" fmla="*/ 1901529 h 2072153"/>
              <a:gd name="connsiteX109" fmla="*/ 568307 w 2072432"/>
              <a:gd name="connsiteY109" fmla="*/ 1628336 h 2072153"/>
              <a:gd name="connsiteX110" fmla="*/ 541439 w 2072432"/>
              <a:gd name="connsiteY110" fmla="*/ 1539151 h 2072153"/>
              <a:gd name="connsiteX111" fmla="*/ 188768 w 2072432"/>
              <a:gd name="connsiteY111" fmla="*/ 1539088 h 2072153"/>
              <a:gd name="connsiteX112" fmla="*/ 1885356 w 2072432"/>
              <a:gd name="connsiteY112" fmla="*/ 534188 h 2072153"/>
              <a:gd name="connsiteX113" fmla="*/ 1306090 w 2072432"/>
              <a:gd name="connsiteY113" fmla="*/ 87447 h 2072153"/>
              <a:gd name="connsiteX114" fmla="*/ 1306466 w 2072432"/>
              <a:gd name="connsiteY114" fmla="*/ 91330 h 2072153"/>
              <a:gd name="connsiteX115" fmla="*/ 1313793 w 2072432"/>
              <a:gd name="connsiteY115" fmla="*/ 98407 h 2072153"/>
              <a:gd name="connsiteX116" fmla="*/ 1437300 w 2072432"/>
              <a:gd name="connsiteY116" fmla="*/ 243020 h 2072153"/>
              <a:gd name="connsiteX117" fmla="*/ 1547655 w 2072432"/>
              <a:gd name="connsiteY117" fmla="*/ 507257 h 2072153"/>
              <a:gd name="connsiteX118" fmla="*/ 1555859 w 2072432"/>
              <a:gd name="connsiteY118" fmla="*/ 534250 h 2072153"/>
              <a:gd name="connsiteX119" fmla="*/ 1885356 w 2072432"/>
              <a:gd name="connsiteY119" fmla="*/ 534188 h 2072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072432" h="2072153">
                <a:moveTo>
                  <a:pt x="1" y="1035792"/>
                </a:moveTo>
                <a:cubicBezTo>
                  <a:pt x="1" y="464230"/>
                  <a:pt x="463527" y="-3054"/>
                  <a:pt x="1040914" y="15"/>
                </a:cubicBezTo>
                <a:cubicBezTo>
                  <a:pt x="1608343" y="3021"/>
                  <a:pt x="2073059" y="460221"/>
                  <a:pt x="2072432" y="1037483"/>
                </a:cubicBezTo>
                <a:cubicBezTo>
                  <a:pt x="2071806" y="1604474"/>
                  <a:pt x="1619366" y="2068563"/>
                  <a:pt x="1042292" y="2072133"/>
                </a:cubicBezTo>
                <a:cubicBezTo>
                  <a:pt x="449373" y="2075766"/>
                  <a:pt x="-876" y="1596019"/>
                  <a:pt x="1" y="1035792"/>
                </a:cubicBezTo>
                <a:close/>
                <a:moveTo>
                  <a:pt x="1303585" y="1981132"/>
                </a:moveTo>
                <a:cubicBezTo>
                  <a:pt x="1314796" y="1979065"/>
                  <a:pt x="1326508" y="1978313"/>
                  <a:pt x="1337217" y="1974806"/>
                </a:cubicBezTo>
                <a:cubicBezTo>
                  <a:pt x="1566444" y="1898961"/>
                  <a:pt x="1745566" y="1758857"/>
                  <a:pt x="1874396" y="1554620"/>
                </a:cubicBezTo>
                <a:cubicBezTo>
                  <a:pt x="1877152" y="1550236"/>
                  <a:pt x="1878968" y="1545289"/>
                  <a:pt x="1881974" y="1539088"/>
                </a:cubicBezTo>
                <a:cubicBezTo>
                  <a:pt x="1771933" y="1539088"/>
                  <a:pt x="1664084" y="1539088"/>
                  <a:pt x="1554982" y="1539088"/>
                </a:cubicBezTo>
                <a:cubicBezTo>
                  <a:pt x="1552352" y="1548357"/>
                  <a:pt x="1549909" y="1556813"/>
                  <a:pt x="1547655" y="1565330"/>
                </a:cubicBezTo>
                <a:cubicBezTo>
                  <a:pt x="1527237" y="1640925"/>
                  <a:pt x="1500619" y="1714140"/>
                  <a:pt x="1463730" y="1783346"/>
                </a:cubicBezTo>
                <a:cubicBezTo>
                  <a:pt x="1423020" y="1859629"/>
                  <a:pt x="1372478" y="1928084"/>
                  <a:pt x="1303585" y="1981633"/>
                </a:cubicBezTo>
                <a:lnTo>
                  <a:pt x="1303898" y="1982447"/>
                </a:lnTo>
                <a:cubicBezTo>
                  <a:pt x="1303835" y="1982447"/>
                  <a:pt x="1303585" y="1981132"/>
                  <a:pt x="1303585" y="1981132"/>
                </a:cubicBezTo>
                <a:close/>
                <a:moveTo>
                  <a:pt x="802920" y="79493"/>
                </a:moveTo>
                <a:cubicBezTo>
                  <a:pt x="796218" y="80620"/>
                  <a:pt x="789329" y="81246"/>
                  <a:pt x="782815" y="83063"/>
                </a:cubicBezTo>
                <a:cubicBezTo>
                  <a:pt x="530228" y="153584"/>
                  <a:pt x="334509" y="300327"/>
                  <a:pt x="195157" y="522351"/>
                </a:cubicBezTo>
                <a:cubicBezTo>
                  <a:pt x="193153" y="525545"/>
                  <a:pt x="192150" y="529428"/>
                  <a:pt x="190397" y="533812"/>
                </a:cubicBezTo>
                <a:cubicBezTo>
                  <a:pt x="308204" y="533812"/>
                  <a:pt x="424383" y="533812"/>
                  <a:pt x="541251" y="533812"/>
                </a:cubicBezTo>
                <a:cubicBezTo>
                  <a:pt x="543380" y="526547"/>
                  <a:pt x="545447" y="520158"/>
                  <a:pt x="547138" y="513645"/>
                </a:cubicBezTo>
                <a:cubicBezTo>
                  <a:pt x="563359" y="451954"/>
                  <a:pt x="583902" y="391767"/>
                  <a:pt x="610645" y="333834"/>
                </a:cubicBezTo>
                <a:cubicBezTo>
                  <a:pt x="654799" y="238072"/>
                  <a:pt x="712732" y="152645"/>
                  <a:pt x="796844" y="86946"/>
                </a:cubicBezTo>
                <a:cubicBezTo>
                  <a:pt x="799287" y="85004"/>
                  <a:pt x="800727" y="81810"/>
                  <a:pt x="802606" y="79180"/>
                </a:cubicBezTo>
                <a:cubicBezTo>
                  <a:pt x="803483" y="78616"/>
                  <a:pt x="804297" y="78052"/>
                  <a:pt x="805174" y="77489"/>
                </a:cubicBezTo>
                <a:cubicBezTo>
                  <a:pt x="804423" y="78115"/>
                  <a:pt x="803671" y="78804"/>
                  <a:pt x="802920" y="79493"/>
                </a:cubicBezTo>
                <a:close/>
                <a:moveTo>
                  <a:pt x="1022939" y="586233"/>
                </a:moveTo>
                <a:cubicBezTo>
                  <a:pt x="874318" y="586233"/>
                  <a:pt x="728077" y="586233"/>
                  <a:pt x="582336" y="586233"/>
                </a:cubicBezTo>
                <a:cubicBezTo>
                  <a:pt x="555969" y="669156"/>
                  <a:pt x="529226" y="963141"/>
                  <a:pt x="542817" y="1010114"/>
                </a:cubicBezTo>
                <a:cubicBezTo>
                  <a:pt x="577013" y="1014060"/>
                  <a:pt x="1007720" y="1012431"/>
                  <a:pt x="1022939" y="1008110"/>
                </a:cubicBezTo>
                <a:cubicBezTo>
                  <a:pt x="1022939" y="868131"/>
                  <a:pt x="1022939" y="727965"/>
                  <a:pt x="1022939" y="586233"/>
                </a:cubicBezTo>
                <a:close/>
                <a:moveTo>
                  <a:pt x="582775" y="1486604"/>
                </a:moveTo>
                <a:cubicBezTo>
                  <a:pt x="621605" y="1490675"/>
                  <a:pt x="1007470" y="1488921"/>
                  <a:pt x="1022250" y="1484725"/>
                </a:cubicBezTo>
                <a:cubicBezTo>
                  <a:pt x="1026196" y="1455477"/>
                  <a:pt x="1024756" y="1077066"/>
                  <a:pt x="1020622" y="1062911"/>
                </a:cubicBezTo>
                <a:cubicBezTo>
                  <a:pt x="993754" y="1059028"/>
                  <a:pt x="555906" y="1060343"/>
                  <a:pt x="541063" y="1064352"/>
                </a:cubicBezTo>
                <a:cubicBezTo>
                  <a:pt x="530040" y="1124790"/>
                  <a:pt x="559351" y="1424037"/>
                  <a:pt x="582775" y="1486604"/>
                </a:cubicBezTo>
                <a:close/>
                <a:moveTo>
                  <a:pt x="1074860" y="1010365"/>
                </a:moveTo>
                <a:cubicBezTo>
                  <a:pt x="1236696" y="1010365"/>
                  <a:pt x="1396465" y="1010365"/>
                  <a:pt x="1556109" y="1010365"/>
                </a:cubicBezTo>
                <a:cubicBezTo>
                  <a:pt x="1564377" y="939029"/>
                  <a:pt x="1540264" y="659009"/>
                  <a:pt x="1514085" y="586296"/>
                </a:cubicBezTo>
                <a:cubicBezTo>
                  <a:pt x="1368157" y="586296"/>
                  <a:pt x="1222041" y="586296"/>
                  <a:pt x="1074860" y="586296"/>
                </a:cubicBezTo>
                <a:cubicBezTo>
                  <a:pt x="1074860" y="727903"/>
                  <a:pt x="1074860" y="868006"/>
                  <a:pt x="1074860" y="1010365"/>
                </a:cubicBezTo>
                <a:close/>
                <a:moveTo>
                  <a:pt x="1076300" y="1061972"/>
                </a:moveTo>
                <a:cubicBezTo>
                  <a:pt x="1071979" y="1088464"/>
                  <a:pt x="1073043" y="1470821"/>
                  <a:pt x="1077177" y="1486541"/>
                </a:cubicBezTo>
                <a:cubicBezTo>
                  <a:pt x="1223042" y="1486541"/>
                  <a:pt x="1369096" y="1486541"/>
                  <a:pt x="1514711" y="1486541"/>
                </a:cubicBezTo>
                <a:cubicBezTo>
                  <a:pt x="1542018" y="1397231"/>
                  <a:pt x="1566882" y="1106690"/>
                  <a:pt x="1554982" y="1061972"/>
                </a:cubicBezTo>
                <a:cubicBezTo>
                  <a:pt x="1395839" y="1061972"/>
                  <a:pt x="1236571" y="1061972"/>
                  <a:pt x="1076300" y="1061972"/>
                </a:cubicBezTo>
                <a:close/>
                <a:moveTo>
                  <a:pt x="489142" y="1010427"/>
                </a:moveTo>
                <a:cubicBezTo>
                  <a:pt x="488015" y="867442"/>
                  <a:pt x="502984" y="726901"/>
                  <a:pt x="530228" y="586108"/>
                </a:cubicBezTo>
                <a:cubicBezTo>
                  <a:pt x="405531" y="586108"/>
                  <a:pt x="282526" y="586108"/>
                  <a:pt x="158894" y="586108"/>
                </a:cubicBezTo>
                <a:cubicBezTo>
                  <a:pt x="90690" y="719197"/>
                  <a:pt x="54051" y="859802"/>
                  <a:pt x="50919" y="1010427"/>
                </a:cubicBezTo>
                <a:cubicBezTo>
                  <a:pt x="197912" y="1010427"/>
                  <a:pt x="342087" y="1010427"/>
                  <a:pt x="489142" y="1010427"/>
                </a:cubicBezTo>
                <a:close/>
                <a:moveTo>
                  <a:pt x="51859" y="1062285"/>
                </a:moveTo>
                <a:cubicBezTo>
                  <a:pt x="51546" y="1068423"/>
                  <a:pt x="50982" y="1071805"/>
                  <a:pt x="51233" y="1075124"/>
                </a:cubicBezTo>
                <a:cubicBezTo>
                  <a:pt x="52423" y="1094226"/>
                  <a:pt x="53362" y="1113391"/>
                  <a:pt x="55053" y="1132431"/>
                </a:cubicBezTo>
                <a:cubicBezTo>
                  <a:pt x="65825" y="1252430"/>
                  <a:pt x="99270" y="1365916"/>
                  <a:pt x="152506" y="1473890"/>
                </a:cubicBezTo>
                <a:cubicBezTo>
                  <a:pt x="157892" y="1484788"/>
                  <a:pt x="164405" y="1488295"/>
                  <a:pt x="176180" y="1488295"/>
                </a:cubicBezTo>
                <a:cubicBezTo>
                  <a:pt x="289165" y="1487919"/>
                  <a:pt x="402149" y="1488107"/>
                  <a:pt x="515134" y="1487982"/>
                </a:cubicBezTo>
                <a:cubicBezTo>
                  <a:pt x="519581" y="1487982"/>
                  <a:pt x="524028" y="1486730"/>
                  <a:pt x="530165" y="1485853"/>
                </a:cubicBezTo>
                <a:cubicBezTo>
                  <a:pt x="502796" y="1345373"/>
                  <a:pt x="488266" y="1204894"/>
                  <a:pt x="488955" y="1062285"/>
                </a:cubicBezTo>
                <a:cubicBezTo>
                  <a:pt x="341899" y="1062285"/>
                  <a:pt x="197724" y="1062285"/>
                  <a:pt x="51859" y="1062285"/>
                </a:cubicBezTo>
                <a:close/>
                <a:moveTo>
                  <a:pt x="1609032" y="1008861"/>
                </a:moveTo>
                <a:cubicBezTo>
                  <a:pt x="1634711" y="1013371"/>
                  <a:pt x="2006045" y="1012431"/>
                  <a:pt x="2021639" y="1007922"/>
                </a:cubicBezTo>
                <a:cubicBezTo>
                  <a:pt x="2017819" y="858737"/>
                  <a:pt x="1981994" y="717756"/>
                  <a:pt x="1913540" y="586108"/>
                </a:cubicBezTo>
                <a:cubicBezTo>
                  <a:pt x="1797235" y="586108"/>
                  <a:pt x="1683124" y="586108"/>
                  <a:pt x="1566757" y="586108"/>
                </a:cubicBezTo>
                <a:cubicBezTo>
                  <a:pt x="1594815" y="726963"/>
                  <a:pt x="1607779" y="867630"/>
                  <a:pt x="1609032" y="1008861"/>
                </a:cubicBezTo>
                <a:close/>
                <a:moveTo>
                  <a:pt x="2021702" y="1064352"/>
                </a:moveTo>
                <a:cubicBezTo>
                  <a:pt x="2001723" y="1059717"/>
                  <a:pt x="1627884" y="1059905"/>
                  <a:pt x="1608969" y="1064665"/>
                </a:cubicBezTo>
                <a:cubicBezTo>
                  <a:pt x="1607842" y="1205770"/>
                  <a:pt x="1594564" y="1346375"/>
                  <a:pt x="1567007" y="1485289"/>
                </a:cubicBezTo>
                <a:cubicBezTo>
                  <a:pt x="1571454" y="1486667"/>
                  <a:pt x="1573333" y="1487731"/>
                  <a:pt x="1575274" y="1487731"/>
                </a:cubicBezTo>
                <a:cubicBezTo>
                  <a:pt x="1684125" y="1487919"/>
                  <a:pt x="1793039" y="1487857"/>
                  <a:pt x="1901891" y="1488233"/>
                </a:cubicBezTo>
                <a:cubicBezTo>
                  <a:pt x="1911222" y="1488233"/>
                  <a:pt x="1914980" y="1483473"/>
                  <a:pt x="1918613" y="1476208"/>
                </a:cubicBezTo>
                <a:cubicBezTo>
                  <a:pt x="1975356" y="1362847"/>
                  <a:pt x="2008988" y="1243098"/>
                  <a:pt x="2019072" y="1116773"/>
                </a:cubicBezTo>
                <a:cubicBezTo>
                  <a:pt x="2020512" y="1099237"/>
                  <a:pt x="2020888" y="1081575"/>
                  <a:pt x="2021702" y="1064352"/>
                </a:cubicBezTo>
                <a:close/>
                <a:moveTo>
                  <a:pt x="1023064" y="50558"/>
                </a:moveTo>
                <a:cubicBezTo>
                  <a:pt x="1012668" y="51247"/>
                  <a:pt x="1004463" y="51247"/>
                  <a:pt x="996447" y="52499"/>
                </a:cubicBezTo>
                <a:cubicBezTo>
                  <a:pt x="947157" y="60265"/>
                  <a:pt x="901374" y="77739"/>
                  <a:pt x="859099" y="104106"/>
                </a:cubicBezTo>
                <a:cubicBezTo>
                  <a:pt x="801229" y="140244"/>
                  <a:pt x="755133" y="188469"/>
                  <a:pt x="716991" y="244523"/>
                </a:cubicBezTo>
                <a:cubicBezTo>
                  <a:pt x="659747" y="328698"/>
                  <a:pt x="622545" y="421641"/>
                  <a:pt x="596866" y="519657"/>
                </a:cubicBezTo>
                <a:cubicBezTo>
                  <a:pt x="595739" y="523979"/>
                  <a:pt x="595614" y="528551"/>
                  <a:pt x="595050" y="532998"/>
                </a:cubicBezTo>
                <a:cubicBezTo>
                  <a:pt x="627806" y="537068"/>
                  <a:pt x="1007908" y="535503"/>
                  <a:pt x="1023064" y="531244"/>
                </a:cubicBezTo>
                <a:cubicBezTo>
                  <a:pt x="1023064" y="372226"/>
                  <a:pt x="1023064" y="212958"/>
                  <a:pt x="1023064" y="50558"/>
                </a:cubicBezTo>
                <a:close/>
                <a:moveTo>
                  <a:pt x="1022814" y="1541280"/>
                </a:moveTo>
                <a:cubicBezTo>
                  <a:pt x="1005904" y="1537021"/>
                  <a:pt x="615969" y="1536332"/>
                  <a:pt x="594424" y="1540466"/>
                </a:cubicBezTo>
                <a:cubicBezTo>
                  <a:pt x="595927" y="1547042"/>
                  <a:pt x="596741" y="1553869"/>
                  <a:pt x="598933" y="1560195"/>
                </a:cubicBezTo>
                <a:cubicBezTo>
                  <a:pt x="615217" y="1607355"/>
                  <a:pt x="629935" y="1655267"/>
                  <a:pt x="648724" y="1701425"/>
                </a:cubicBezTo>
                <a:cubicBezTo>
                  <a:pt x="677284" y="1771697"/>
                  <a:pt x="716428" y="1836018"/>
                  <a:pt x="768160" y="1891884"/>
                </a:cubicBezTo>
                <a:cubicBezTo>
                  <a:pt x="833045" y="1961904"/>
                  <a:pt x="910706" y="2008814"/>
                  <a:pt x="1007031" y="2020651"/>
                </a:cubicBezTo>
                <a:cubicBezTo>
                  <a:pt x="1012041" y="2021278"/>
                  <a:pt x="1017240" y="2020714"/>
                  <a:pt x="1022814" y="2020714"/>
                </a:cubicBezTo>
                <a:cubicBezTo>
                  <a:pt x="1022814" y="1859629"/>
                  <a:pt x="1022814" y="1700298"/>
                  <a:pt x="1022814" y="1541280"/>
                </a:cubicBezTo>
                <a:close/>
                <a:moveTo>
                  <a:pt x="1502122" y="533687"/>
                </a:moveTo>
                <a:cubicBezTo>
                  <a:pt x="1500745" y="526296"/>
                  <a:pt x="1500369" y="520847"/>
                  <a:pt x="1498678" y="515900"/>
                </a:cubicBezTo>
                <a:cubicBezTo>
                  <a:pt x="1482832" y="469303"/>
                  <a:pt x="1468866" y="421954"/>
                  <a:pt x="1450390" y="376422"/>
                </a:cubicBezTo>
                <a:cubicBezTo>
                  <a:pt x="1419576" y="300389"/>
                  <a:pt x="1377739" y="230745"/>
                  <a:pt x="1320119" y="171434"/>
                </a:cubicBezTo>
                <a:cubicBezTo>
                  <a:pt x="1266508" y="116194"/>
                  <a:pt x="1203940" y="76048"/>
                  <a:pt x="1128283" y="58324"/>
                </a:cubicBezTo>
                <a:cubicBezTo>
                  <a:pt x="1111248" y="54315"/>
                  <a:pt x="1094087" y="49430"/>
                  <a:pt x="1076488" y="52061"/>
                </a:cubicBezTo>
                <a:cubicBezTo>
                  <a:pt x="1072229" y="74044"/>
                  <a:pt x="1072793" y="516526"/>
                  <a:pt x="1077052" y="533749"/>
                </a:cubicBezTo>
                <a:cubicBezTo>
                  <a:pt x="1217656" y="533687"/>
                  <a:pt x="1358386" y="533687"/>
                  <a:pt x="1502122" y="533687"/>
                </a:cubicBezTo>
                <a:close/>
                <a:moveTo>
                  <a:pt x="1076300" y="1538838"/>
                </a:moveTo>
                <a:cubicBezTo>
                  <a:pt x="1071728" y="1566458"/>
                  <a:pt x="1072918" y="2005620"/>
                  <a:pt x="1077427" y="2020651"/>
                </a:cubicBezTo>
                <a:cubicBezTo>
                  <a:pt x="1101478" y="2020964"/>
                  <a:pt x="1124713" y="2015453"/>
                  <a:pt x="1147573" y="2008564"/>
                </a:cubicBezTo>
                <a:cubicBezTo>
                  <a:pt x="1231748" y="1983136"/>
                  <a:pt x="1298011" y="1932030"/>
                  <a:pt x="1352311" y="1864264"/>
                </a:cubicBezTo>
                <a:cubicBezTo>
                  <a:pt x="1426528" y="1771759"/>
                  <a:pt x="1469555" y="1664348"/>
                  <a:pt x="1500494" y="1551364"/>
                </a:cubicBezTo>
                <a:cubicBezTo>
                  <a:pt x="1501496" y="1547794"/>
                  <a:pt x="1500619" y="1543723"/>
                  <a:pt x="1500619" y="1538900"/>
                </a:cubicBezTo>
                <a:cubicBezTo>
                  <a:pt x="1358762" y="1538838"/>
                  <a:pt x="1218032" y="1538838"/>
                  <a:pt x="1076300" y="1538838"/>
                </a:cubicBezTo>
                <a:close/>
                <a:moveTo>
                  <a:pt x="188768" y="1539088"/>
                </a:moveTo>
                <a:cubicBezTo>
                  <a:pt x="258413" y="1655956"/>
                  <a:pt x="345594" y="1751279"/>
                  <a:pt x="451377" y="1829441"/>
                </a:cubicBezTo>
                <a:cubicBezTo>
                  <a:pt x="557284" y="1907666"/>
                  <a:pt x="674214" y="1962656"/>
                  <a:pt x="802794" y="1992530"/>
                </a:cubicBezTo>
                <a:cubicBezTo>
                  <a:pt x="800039" y="1988084"/>
                  <a:pt x="796531" y="1984952"/>
                  <a:pt x="792836" y="1982071"/>
                </a:cubicBezTo>
                <a:cubicBezTo>
                  <a:pt x="762461" y="1958334"/>
                  <a:pt x="735467" y="1931278"/>
                  <a:pt x="711041" y="1901529"/>
                </a:cubicBezTo>
                <a:cubicBezTo>
                  <a:pt x="644340" y="1820423"/>
                  <a:pt x="600624" y="1727354"/>
                  <a:pt x="568307" y="1628336"/>
                </a:cubicBezTo>
                <a:cubicBezTo>
                  <a:pt x="558787" y="1599150"/>
                  <a:pt x="550583" y="1569589"/>
                  <a:pt x="541439" y="1539151"/>
                </a:cubicBezTo>
                <a:cubicBezTo>
                  <a:pt x="425072" y="1539088"/>
                  <a:pt x="309018" y="1539088"/>
                  <a:pt x="188768" y="1539088"/>
                </a:cubicBezTo>
                <a:close/>
                <a:moveTo>
                  <a:pt x="1885356" y="534188"/>
                </a:moveTo>
                <a:cubicBezTo>
                  <a:pt x="1746818" y="309972"/>
                  <a:pt x="1555358" y="162415"/>
                  <a:pt x="1306090" y="87447"/>
                </a:cubicBezTo>
                <a:cubicBezTo>
                  <a:pt x="1306340" y="90265"/>
                  <a:pt x="1306153" y="91017"/>
                  <a:pt x="1306466" y="91330"/>
                </a:cubicBezTo>
                <a:cubicBezTo>
                  <a:pt x="1308846" y="93772"/>
                  <a:pt x="1311163" y="96215"/>
                  <a:pt x="1313793" y="98407"/>
                </a:cubicBezTo>
                <a:cubicBezTo>
                  <a:pt x="1363334" y="139430"/>
                  <a:pt x="1403417" y="188532"/>
                  <a:pt x="1437300" y="243020"/>
                </a:cubicBezTo>
                <a:cubicBezTo>
                  <a:pt x="1488281" y="325128"/>
                  <a:pt x="1521976" y="414501"/>
                  <a:pt x="1547655" y="507257"/>
                </a:cubicBezTo>
                <a:cubicBezTo>
                  <a:pt x="1550160" y="516275"/>
                  <a:pt x="1553103" y="525231"/>
                  <a:pt x="1555859" y="534250"/>
                </a:cubicBezTo>
                <a:cubicBezTo>
                  <a:pt x="1664898" y="534188"/>
                  <a:pt x="1772309" y="534188"/>
                  <a:pt x="1885356" y="534188"/>
                </a:cubicBezTo>
                <a:close/>
              </a:path>
            </a:pathLst>
          </a:custGeom>
          <a:solidFill>
            <a:schemeClr val="bg1"/>
          </a:solidFill>
          <a:ln w="62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4585" y="1771650"/>
            <a:ext cx="590550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700" y="902970"/>
            <a:ext cx="6191250" cy="5759450"/>
          </a:xfrm>
          <a:prstGeom prst="rect">
            <a:avLst/>
          </a:prstGeom>
        </p:spPr>
      </p:pic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1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2" name="任意多边形: 形状 33"/>
          <p:cNvSpPr/>
          <p:nvPr>
            <p:custDataLst>
              <p:tags r:id="rId4"/>
            </p:custDataLst>
          </p:nvPr>
        </p:nvSpPr>
        <p:spPr>
          <a:xfrm>
            <a:off x="8587740" y="2073910"/>
            <a:ext cx="874395" cy="349885"/>
          </a:xfrm>
          <a:custGeom>
            <a:avLst/>
            <a:gdLst>
              <a:gd name="connsiteX0" fmla="*/ 1 w 2072432"/>
              <a:gd name="connsiteY0" fmla="*/ 1035792 h 2072153"/>
              <a:gd name="connsiteX1" fmla="*/ 1040914 w 2072432"/>
              <a:gd name="connsiteY1" fmla="*/ 15 h 2072153"/>
              <a:gd name="connsiteX2" fmla="*/ 2072432 w 2072432"/>
              <a:gd name="connsiteY2" fmla="*/ 1037483 h 2072153"/>
              <a:gd name="connsiteX3" fmla="*/ 1042292 w 2072432"/>
              <a:gd name="connsiteY3" fmla="*/ 2072133 h 2072153"/>
              <a:gd name="connsiteX4" fmla="*/ 1 w 2072432"/>
              <a:gd name="connsiteY4" fmla="*/ 1035792 h 2072153"/>
              <a:gd name="connsiteX5" fmla="*/ 1303585 w 2072432"/>
              <a:gd name="connsiteY5" fmla="*/ 1981132 h 2072153"/>
              <a:gd name="connsiteX6" fmla="*/ 1337217 w 2072432"/>
              <a:gd name="connsiteY6" fmla="*/ 1974806 h 2072153"/>
              <a:gd name="connsiteX7" fmla="*/ 1874396 w 2072432"/>
              <a:gd name="connsiteY7" fmla="*/ 1554620 h 2072153"/>
              <a:gd name="connsiteX8" fmla="*/ 1881974 w 2072432"/>
              <a:gd name="connsiteY8" fmla="*/ 1539088 h 2072153"/>
              <a:gd name="connsiteX9" fmla="*/ 1554982 w 2072432"/>
              <a:gd name="connsiteY9" fmla="*/ 1539088 h 2072153"/>
              <a:gd name="connsiteX10" fmla="*/ 1547655 w 2072432"/>
              <a:gd name="connsiteY10" fmla="*/ 1565330 h 2072153"/>
              <a:gd name="connsiteX11" fmla="*/ 1463730 w 2072432"/>
              <a:gd name="connsiteY11" fmla="*/ 1783346 h 2072153"/>
              <a:gd name="connsiteX12" fmla="*/ 1303585 w 2072432"/>
              <a:gd name="connsiteY12" fmla="*/ 1981633 h 2072153"/>
              <a:gd name="connsiteX13" fmla="*/ 1303898 w 2072432"/>
              <a:gd name="connsiteY13" fmla="*/ 1982447 h 2072153"/>
              <a:gd name="connsiteX14" fmla="*/ 1303585 w 2072432"/>
              <a:gd name="connsiteY14" fmla="*/ 1981132 h 2072153"/>
              <a:gd name="connsiteX15" fmla="*/ 802920 w 2072432"/>
              <a:gd name="connsiteY15" fmla="*/ 79493 h 2072153"/>
              <a:gd name="connsiteX16" fmla="*/ 782815 w 2072432"/>
              <a:gd name="connsiteY16" fmla="*/ 83063 h 2072153"/>
              <a:gd name="connsiteX17" fmla="*/ 195157 w 2072432"/>
              <a:gd name="connsiteY17" fmla="*/ 522351 h 2072153"/>
              <a:gd name="connsiteX18" fmla="*/ 190397 w 2072432"/>
              <a:gd name="connsiteY18" fmla="*/ 533812 h 2072153"/>
              <a:gd name="connsiteX19" fmla="*/ 541251 w 2072432"/>
              <a:gd name="connsiteY19" fmla="*/ 533812 h 2072153"/>
              <a:gd name="connsiteX20" fmla="*/ 547138 w 2072432"/>
              <a:gd name="connsiteY20" fmla="*/ 513645 h 2072153"/>
              <a:gd name="connsiteX21" fmla="*/ 610645 w 2072432"/>
              <a:gd name="connsiteY21" fmla="*/ 333834 h 2072153"/>
              <a:gd name="connsiteX22" fmla="*/ 796844 w 2072432"/>
              <a:gd name="connsiteY22" fmla="*/ 86946 h 2072153"/>
              <a:gd name="connsiteX23" fmla="*/ 802606 w 2072432"/>
              <a:gd name="connsiteY23" fmla="*/ 79180 h 2072153"/>
              <a:gd name="connsiteX24" fmla="*/ 805174 w 2072432"/>
              <a:gd name="connsiteY24" fmla="*/ 77489 h 2072153"/>
              <a:gd name="connsiteX25" fmla="*/ 802920 w 2072432"/>
              <a:gd name="connsiteY25" fmla="*/ 79493 h 2072153"/>
              <a:gd name="connsiteX26" fmla="*/ 1022939 w 2072432"/>
              <a:gd name="connsiteY26" fmla="*/ 586233 h 2072153"/>
              <a:gd name="connsiteX27" fmla="*/ 582336 w 2072432"/>
              <a:gd name="connsiteY27" fmla="*/ 586233 h 2072153"/>
              <a:gd name="connsiteX28" fmla="*/ 542817 w 2072432"/>
              <a:gd name="connsiteY28" fmla="*/ 1010114 h 2072153"/>
              <a:gd name="connsiteX29" fmla="*/ 1022939 w 2072432"/>
              <a:gd name="connsiteY29" fmla="*/ 1008110 h 2072153"/>
              <a:gd name="connsiteX30" fmla="*/ 1022939 w 2072432"/>
              <a:gd name="connsiteY30" fmla="*/ 586233 h 2072153"/>
              <a:gd name="connsiteX31" fmla="*/ 582775 w 2072432"/>
              <a:gd name="connsiteY31" fmla="*/ 1486604 h 2072153"/>
              <a:gd name="connsiteX32" fmla="*/ 1022250 w 2072432"/>
              <a:gd name="connsiteY32" fmla="*/ 1484725 h 2072153"/>
              <a:gd name="connsiteX33" fmla="*/ 1020622 w 2072432"/>
              <a:gd name="connsiteY33" fmla="*/ 1062911 h 2072153"/>
              <a:gd name="connsiteX34" fmla="*/ 541063 w 2072432"/>
              <a:gd name="connsiteY34" fmla="*/ 1064352 h 2072153"/>
              <a:gd name="connsiteX35" fmla="*/ 582775 w 2072432"/>
              <a:gd name="connsiteY35" fmla="*/ 1486604 h 2072153"/>
              <a:gd name="connsiteX36" fmla="*/ 1074860 w 2072432"/>
              <a:gd name="connsiteY36" fmla="*/ 1010365 h 2072153"/>
              <a:gd name="connsiteX37" fmla="*/ 1556109 w 2072432"/>
              <a:gd name="connsiteY37" fmla="*/ 1010365 h 2072153"/>
              <a:gd name="connsiteX38" fmla="*/ 1514085 w 2072432"/>
              <a:gd name="connsiteY38" fmla="*/ 586296 h 2072153"/>
              <a:gd name="connsiteX39" fmla="*/ 1074860 w 2072432"/>
              <a:gd name="connsiteY39" fmla="*/ 586296 h 2072153"/>
              <a:gd name="connsiteX40" fmla="*/ 1074860 w 2072432"/>
              <a:gd name="connsiteY40" fmla="*/ 1010365 h 2072153"/>
              <a:gd name="connsiteX41" fmla="*/ 1076300 w 2072432"/>
              <a:gd name="connsiteY41" fmla="*/ 1061972 h 2072153"/>
              <a:gd name="connsiteX42" fmla="*/ 1077177 w 2072432"/>
              <a:gd name="connsiteY42" fmla="*/ 1486541 h 2072153"/>
              <a:gd name="connsiteX43" fmla="*/ 1514711 w 2072432"/>
              <a:gd name="connsiteY43" fmla="*/ 1486541 h 2072153"/>
              <a:gd name="connsiteX44" fmla="*/ 1554982 w 2072432"/>
              <a:gd name="connsiteY44" fmla="*/ 1061972 h 2072153"/>
              <a:gd name="connsiteX45" fmla="*/ 1076300 w 2072432"/>
              <a:gd name="connsiteY45" fmla="*/ 1061972 h 2072153"/>
              <a:gd name="connsiteX46" fmla="*/ 489142 w 2072432"/>
              <a:gd name="connsiteY46" fmla="*/ 1010427 h 2072153"/>
              <a:gd name="connsiteX47" fmla="*/ 530228 w 2072432"/>
              <a:gd name="connsiteY47" fmla="*/ 586108 h 2072153"/>
              <a:gd name="connsiteX48" fmla="*/ 158894 w 2072432"/>
              <a:gd name="connsiteY48" fmla="*/ 586108 h 2072153"/>
              <a:gd name="connsiteX49" fmla="*/ 50919 w 2072432"/>
              <a:gd name="connsiteY49" fmla="*/ 1010427 h 2072153"/>
              <a:gd name="connsiteX50" fmla="*/ 489142 w 2072432"/>
              <a:gd name="connsiteY50" fmla="*/ 1010427 h 2072153"/>
              <a:gd name="connsiteX51" fmla="*/ 51859 w 2072432"/>
              <a:gd name="connsiteY51" fmla="*/ 1062285 h 2072153"/>
              <a:gd name="connsiteX52" fmla="*/ 51233 w 2072432"/>
              <a:gd name="connsiteY52" fmla="*/ 1075124 h 2072153"/>
              <a:gd name="connsiteX53" fmla="*/ 55053 w 2072432"/>
              <a:gd name="connsiteY53" fmla="*/ 1132431 h 2072153"/>
              <a:gd name="connsiteX54" fmla="*/ 152506 w 2072432"/>
              <a:gd name="connsiteY54" fmla="*/ 1473890 h 2072153"/>
              <a:gd name="connsiteX55" fmla="*/ 176180 w 2072432"/>
              <a:gd name="connsiteY55" fmla="*/ 1488295 h 2072153"/>
              <a:gd name="connsiteX56" fmla="*/ 515134 w 2072432"/>
              <a:gd name="connsiteY56" fmla="*/ 1487982 h 2072153"/>
              <a:gd name="connsiteX57" fmla="*/ 530165 w 2072432"/>
              <a:gd name="connsiteY57" fmla="*/ 1485853 h 2072153"/>
              <a:gd name="connsiteX58" fmla="*/ 488955 w 2072432"/>
              <a:gd name="connsiteY58" fmla="*/ 1062285 h 2072153"/>
              <a:gd name="connsiteX59" fmla="*/ 51859 w 2072432"/>
              <a:gd name="connsiteY59" fmla="*/ 1062285 h 2072153"/>
              <a:gd name="connsiteX60" fmla="*/ 1609032 w 2072432"/>
              <a:gd name="connsiteY60" fmla="*/ 1008861 h 2072153"/>
              <a:gd name="connsiteX61" fmla="*/ 2021639 w 2072432"/>
              <a:gd name="connsiteY61" fmla="*/ 1007922 h 2072153"/>
              <a:gd name="connsiteX62" fmla="*/ 1913540 w 2072432"/>
              <a:gd name="connsiteY62" fmla="*/ 586108 h 2072153"/>
              <a:gd name="connsiteX63" fmla="*/ 1566757 w 2072432"/>
              <a:gd name="connsiteY63" fmla="*/ 586108 h 2072153"/>
              <a:gd name="connsiteX64" fmla="*/ 1609032 w 2072432"/>
              <a:gd name="connsiteY64" fmla="*/ 1008861 h 2072153"/>
              <a:gd name="connsiteX65" fmla="*/ 2021702 w 2072432"/>
              <a:gd name="connsiteY65" fmla="*/ 1064352 h 2072153"/>
              <a:gd name="connsiteX66" fmla="*/ 1608969 w 2072432"/>
              <a:gd name="connsiteY66" fmla="*/ 1064665 h 2072153"/>
              <a:gd name="connsiteX67" fmla="*/ 1567007 w 2072432"/>
              <a:gd name="connsiteY67" fmla="*/ 1485289 h 2072153"/>
              <a:gd name="connsiteX68" fmla="*/ 1575274 w 2072432"/>
              <a:gd name="connsiteY68" fmla="*/ 1487731 h 2072153"/>
              <a:gd name="connsiteX69" fmla="*/ 1901891 w 2072432"/>
              <a:gd name="connsiteY69" fmla="*/ 1488233 h 2072153"/>
              <a:gd name="connsiteX70" fmla="*/ 1918613 w 2072432"/>
              <a:gd name="connsiteY70" fmla="*/ 1476208 h 2072153"/>
              <a:gd name="connsiteX71" fmla="*/ 2019072 w 2072432"/>
              <a:gd name="connsiteY71" fmla="*/ 1116773 h 2072153"/>
              <a:gd name="connsiteX72" fmla="*/ 2021702 w 2072432"/>
              <a:gd name="connsiteY72" fmla="*/ 1064352 h 2072153"/>
              <a:gd name="connsiteX73" fmla="*/ 1023064 w 2072432"/>
              <a:gd name="connsiteY73" fmla="*/ 50558 h 2072153"/>
              <a:gd name="connsiteX74" fmla="*/ 996447 w 2072432"/>
              <a:gd name="connsiteY74" fmla="*/ 52499 h 2072153"/>
              <a:gd name="connsiteX75" fmla="*/ 859099 w 2072432"/>
              <a:gd name="connsiteY75" fmla="*/ 104106 h 2072153"/>
              <a:gd name="connsiteX76" fmla="*/ 716991 w 2072432"/>
              <a:gd name="connsiteY76" fmla="*/ 244523 h 2072153"/>
              <a:gd name="connsiteX77" fmla="*/ 596866 w 2072432"/>
              <a:gd name="connsiteY77" fmla="*/ 519657 h 2072153"/>
              <a:gd name="connsiteX78" fmla="*/ 595050 w 2072432"/>
              <a:gd name="connsiteY78" fmla="*/ 532998 h 2072153"/>
              <a:gd name="connsiteX79" fmla="*/ 1023064 w 2072432"/>
              <a:gd name="connsiteY79" fmla="*/ 531244 h 2072153"/>
              <a:gd name="connsiteX80" fmla="*/ 1023064 w 2072432"/>
              <a:gd name="connsiteY80" fmla="*/ 50558 h 2072153"/>
              <a:gd name="connsiteX81" fmla="*/ 1022814 w 2072432"/>
              <a:gd name="connsiteY81" fmla="*/ 1541280 h 2072153"/>
              <a:gd name="connsiteX82" fmla="*/ 594424 w 2072432"/>
              <a:gd name="connsiteY82" fmla="*/ 1540466 h 2072153"/>
              <a:gd name="connsiteX83" fmla="*/ 598933 w 2072432"/>
              <a:gd name="connsiteY83" fmla="*/ 1560195 h 2072153"/>
              <a:gd name="connsiteX84" fmla="*/ 648724 w 2072432"/>
              <a:gd name="connsiteY84" fmla="*/ 1701425 h 2072153"/>
              <a:gd name="connsiteX85" fmla="*/ 768160 w 2072432"/>
              <a:gd name="connsiteY85" fmla="*/ 1891884 h 2072153"/>
              <a:gd name="connsiteX86" fmla="*/ 1007031 w 2072432"/>
              <a:gd name="connsiteY86" fmla="*/ 2020651 h 2072153"/>
              <a:gd name="connsiteX87" fmla="*/ 1022814 w 2072432"/>
              <a:gd name="connsiteY87" fmla="*/ 2020714 h 2072153"/>
              <a:gd name="connsiteX88" fmla="*/ 1022814 w 2072432"/>
              <a:gd name="connsiteY88" fmla="*/ 1541280 h 2072153"/>
              <a:gd name="connsiteX89" fmla="*/ 1502122 w 2072432"/>
              <a:gd name="connsiteY89" fmla="*/ 533687 h 2072153"/>
              <a:gd name="connsiteX90" fmla="*/ 1498678 w 2072432"/>
              <a:gd name="connsiteY90" fmla="*/ 515900 h 2072153"/>
              <a:gd name="connsiteX91" fmla="*/ 1450390 w 2072432"/>
              <a:gd name="connsiteY91" fmla="*/ 376422 h 2072153"/>
              <a:gd name="connsiteX92" fmla="*/ 1320119 w 2072432"/>
              <a:gd name="connsiteY92" fmla="*/ 171434 h 2072153"/>
              <a:gd name="connsiteX93" fmla="*/ 1128283 w 2072432"/>
              <a:gd name="connsiteY93" fmla="*/ 58324 h 2072153"/>
              <a:gd name="connsiteX94" fmla="*/ 1076488 w 2072432"/>
              <a:gd name="connsiteY94" fmla="*/ 52061 h 2072153"/>
              <a:gd name="connsiteX95" fmla="*/ 1077052 w 2072432"/>
              <a:gd name="connsiteY95" fmla="*/ 533749 h 2072153"/>
              <a:gd name="connsiteX96" fmla="*/ 1502122 w 2072432"/>
              <a:gd name="connsiteY96" fmla="*/ 533687 h 2072153"/>
              <a:gd name="connsiteX97" fmla="*/ 1076300 w 2072432"/>
              <a:gd name="connsiteY97" fmla="*/ 1538838 h 2072153"/>
              <a:gd name="connsiteX98" fmla="*/ 1077427 w 2072432"/>
              <a:gd name="connsiteY98" fmla="*/ 2020651 h 2072153"/>
              <a:gd name="connsiteX99" fmla="*/ 1147573 w 2072432"/>
              <a:gd name="connsiteY99" fmla="*/ 2008564 h 2072153"/>
              <a:gd name="connsiteX100" fmla="*/ 1352311 w 2072432"/>
              <a:gd name="connsiteY100" fmla="*/ 1864264 h 2072153"/>
              <a:gd name="connsiteX101" fmla="*/ 1500494 w 2072432"/>
              <a:gd name="connsiteY101" fmla="*/ 1551364 h 2072153"/>
              <a:gd name="connsiteX102" fmla="*/ 1500619 w 2072432"/>
              <a:gd name="connsiteY102" fmla="*/ 1538900 h 2072153"/>
              <a:gd name="connsiteX103" fmla="*/ 1076300 w 2072432"/>
              <a:gd name="connsiteY103" fmla="*/ 1538838 h 2072153"/>
              <a:gd name="connsiteX104" fmla="*/ 188768 w 2072432"/>
              <a:gd name="connsiteY104" fmla="*/ 1539088 h 2072153"/>
              <a:gd name="connsiteX105" fmla="*/ 451377 w 2072432"/>
              <a:gd name="connsiteY105" fmla="*/ 1829441 h 2072153"/>
              <a:gd name="connsiteX106" fmla="*/ 802794 w 2072432"/>
              <a:gd name="connsiteY106" fmla="*/ 1992530 h 2072153"/>
              <a:gd name="connsiteX107" fmla="*/ 792836 w 2072432"/>
              <a:gd name="connsiteY107" fmla="*/ 1982071 h 2072153"/>
              <a:gd name="connsiteX108" fmla="*/ 711041 w 2072432"/>
              <a:gd name="connsiteY108" fmla="*/ 1901529 h 2072153"/>
              <a:gd name="connsiteX109" fmla="*/ 568307 w 2072432"/>
              <a:gd name="connsiteY109" fmla="*/ 1628336 h 2072153"/>
              <a:gd name="connsiteX110" fmla="*/ 541439 w 2072432"/>
              <a:gd name="connsiteY110" fmla="*/ 1539151 h 2072153"/>
              <a:gd name="connsiteX111" fmla="*/ 188768 w 2072432"/>
              <a:gd name="connsiteY111" fmla="*/ 1539088 h 2072153"/>
              <a:gd name="connsiteX112" fmla="*/ 1885356 w 2072432"/>
              <a:gd name="connsiteY112" fmla="*/ 534188 h 2072153"/>
              <a:gd name="connsiteX113" fmla="*/ 1306090 w 2072432"/>
              <a:gd name="connsiteY113" fmla="*/ 87447 h 2072153"/>
              <a:gd name="connsiteX114" fmla="*/ 1306466 w 2072432"/>
              <a:gd name="connsiteY114" fmla="*/ 91330 h 2072153"/>
              <a:gd name="connsiteX115" fmla="*/ 1313793 w 2072432"/>
              <a:gd name="connsiteY115" fmla="*/ 98407 h 2072153"/>
              <a:gd name="connsiteX116" fmla="*/ 1437300 w 2072432"/>
              <a:gd name="connsiteY116" fmla="*/ 243020 h 2072153"/>
              <a:gd name="connsiteX117" fmla="*/ 1547655 w 2072432"/>
              <a:gd name="connsiteY117" fmla="*/ 507257 h 2072153"/>
              <a:gd name="connsiteX118" fmla="*/ 1555859 w 2072432"/>
              <a:gd name="connsiteY118" fmla="*/ 534250 h 2072153"/>
              <a:gd name="connsiteX119" fmla="*/ 1885356 w 2072432"/>
              <a:gd name="connsiteY119" fmla="*/ 534188 h 2072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072432" h="2072153">
                <a:moveTo>
                  <a:pt x="1" y="1035792"/>
                </a:moveTo>
                <a:cubicBezTo>
                  <a:pt x="1" y="464230"/>
                  <a:pt x="463527" y="-3054"/>
                  <a:pt x="1040914" y="15"/>
                </a:cubicBezTo>
                <a:cubicBezTo>
                  <a:pt x="1608343" y="3021"/>
                  <a:pt x="2073059" y="460221"/>
                  <a:pt x="2072432" y="1037483"/>
                </a:cubicBezTo>
                <a:cubicBezTo>
                  <a:pt x="2071806" y="1604474"/>
                  <a:pt x="1619366" y="2068563"/>
                  <a:pt x="1042292" y="2072133"/>
                </a:cubicBezTo>
                <a:cubicBezTo>
                  <a:pt x="449373" y="2075766"/>
                  <a:pt x="-876" y="1596019"/>
                  <a:pt x="1" y="1035792"/>
                </a:cubicBezTo>
                <a:close/>
                <a:moveTo>
                  <a:pt x="1303585" y="1981132"/>
                </a:moveTo>
                <a:cubicBezTo>
                  <a:pt x="1314796" y="1979065"/>
                  <a:pt x="1326508" y="1978313"/>
                  <a:pt x="1337217" y="1974806"/>
                </a:cubicBezTo>
                <a:cubicBezTo>
                  <a:pt x="1566444" y="1898961"/>
                  <a:pt x="1745566" y="1758857"/>
                  <a:pt x="1874396" y="1554620"/>
                </a:cubicBezTo>
                <a:cubicBezTo>
                  <a:pt x="1877152" y="1550236"/>
                  <a:pt x="1878968" y="1545289"/>
                  <a:pt x="1881974" y="1539088"/>
                </a:cubicBezTo>
                <a:cubicBezTo>
                  <a:pt x="1771933" y="1539088"/>
                  <a:pt x="1664084" y="1539088"/>
                  <a:pt x="1554982" y="1539088"/>
                </a:cubicBezTo>
                <a:cubicBezTo>
                  <a:pt x="1552352" y="1548357"/>
                  <a:pt x="1549909" y="1556813"/>
                  <a:pt x="1547655" y="1565330"/>
                </a:cubicBezTo>
                <a:cubicBezTo>
                  <a:pt x="1527237" y="1640925"/>
                  <a:pt x="1500619" y="1714140"/>
                  <a:pt x="1463730" y="1783346"/>
                </a:cubicBezTo>
                <a:cubicBezTo>
                  <a:pt x="1423020" y="1859629"/>
                  <a:pt x="1372478" y="1928084"/>
                  <a:pt x="1303585" y="1981633"/>
                </a:cubicBezTo>
                <a:lnTo>
                  <a:pt x="1303898" y="1982447"/>
                </a:lnTo>
                <a:cubicBezTo>
                  <a:pt x="1303835" y="1982447"/>
                  <a:pt x="1303585" y="1981132"/>
                  <a:pt x="1303585" y="1981132"/>
                </a:cubicBezTo>
                <a:close/>
                <a:moveTo>
                  <a:pt x="802920" y="79493"/>
                </a:moveTo>
                <a:cubicBezTo>
                  <a:pt x="796218" y="80620"/>
                  <a:pt x="789329" y="81246"/>
                  <a:pt x="782815" y="83063"/>
                </a:cubicBezTo>
                <a:cubicBezTo>
                  <a:pt x="530228" y="153584"/>
                  <a:pt x="334509" y="300327"/>
                  <a:pt x="195157" y="522351"/>
                </a:cubicBezTo>
                <a:cubicBezTo>
                  <a:pt x="193153" y="525545"/>
                  <a:pt x="192150" y="529428"/>
                  <a:pt x="190397" y="533812"/>
                </a:cubicBezTo>
                <a:cubicBezTo>
                  <a:pt x="308204" y="533812"/>
                  <a:pt x="424383" y="533812"/>
                  <a:pt x="541251" y="533812"/>
                </a:cubicBezTo>
                <a:cubicBezTo>
                  <a:pt x="543380" y="526547"/>
                  <a:pt x="545447" y="520158"/>
                  <a:pt x="547138" y="513645"/>
                </a:cubicBezTo>
                <a:cubicBezTo>
                  <a:pt x="563359" y="451954"/>
                  <a:pt x="583902" y="391767"/>
                  <a:pt x="610645" y="333834"/>
                </a:cubicBezTo>
                <a:cubicBezTo>
                  <a:pt x="654799" y="238072"/>
                  <a:pt x="712732" y="152645"/>
                  <a:pt x="796844" y="86946"/>
                </a:cubicBezTo>
                <a:cubicBezTo>
                  <a:pt x="799287" y="85004"/>
                  <a:pt x="800727" y="81810"/>
                  <a:pt x="802606" y="79180"/>
                </a:cubicBezTo>
                <a:cubicBezTo>
                  <a:pt x="803483" y="78616"/>
                  <a:pt x="804297" y="78052"/>
                  <a:pt x="805174" y="77489"/>
                </a:cubicBezTo>
                <a:cubicBezTo>
                  <a:pt x="804423" y="78115"/>
                  <a:pt x="803671" y="78804"/>
                  <a:pt x="802920" y="79493"/>
                </a:cubicBezTo>
                <a:close/>
                <a:moveTo>
                  <a:pt x="1022939" y="586233"/>
                </a:moveTo>
                <a:cubicBezTo>
                  <a:pt x="874318" y="586233"/>
                  <a:pt x="728077" y="586233"/>
                  <a:pt x="582336" y="586233"/>
                </a:cubicBezTo>
                <a:cubicBezTo>
                  <a:pt x="555969" y="669156"/>
                  <a:pt x="529226" y="963141"/>
                  <a:pt x="542817" y="1010114"/>
                </a:cubicBezTo>
                <a:cubicBezTo>
                  <a:pt x="577013" y="1014060"/>
                  <a:pt x="1007720" y="1012431"/>
                  <a:pt x="1022939" y="1008110"/>
                </a:cubicBezTo>
                <a:cubicBezTo>
                  <a:pt x="1022939" y="868131"/>
                  <a:pt x="1022939" y="727965"/>
                  <a:pt x="1022939" y="586233"/>
                </a:cubicBezTo>
                <a:close/>
                <a:moveTo>
                  <a:pt x="582775" y="1486604"/>
                </a:moveTo>
                <a:cubicBezTo>
                  <a:pt x="621605" y="1490675"/>
                  <a:pt x="1007470" y="1488921"/>
                  <a:pt x="1022250" y="1484725"/>
                </a:cubicBezTo>
                <a:cubicBezTo>
                  <a:pt x="1026196" y="1455477"/>
                  <a:pt x="1024756" y="1077066"/>
                  <a:pt x="1020622" y="1062911"/>
                </a:cubicBezTo>
                <a:cubicBezTo>
                  <a:pt x="993754" y="1059028"/>
                  <a:pt x="555906" y="1060343"/>
                  <a:pt x="541063" y="1064352"/>
                </a:cubicBezTo>
                <a:cubicBezTo>
                  <a:pt x="530040" y="1124790"/>
                  <a:pt x="559351" y="1424037"/>
                  <a:pt x="582775" y="1486604"/>
                </a:cubicBezTo>
                <a:close/>
                <a:moveTo>
                  <a:pt x="1074860" y="1010365"/>
                </a:moveTo>
                <a:cubicBezTo>
                  <a:pt x="1236696" y="1010365"/>
                  <a:pt x="1396465" y="1010365"/>
                  <a:pt x="1556109" y="1010365"/>
                </a:cubicBezTo>
                <a:cubicBezTo>
                  <a:pt x="1564377" y="939029"/>
                  <a:pt x="1540264" y="659009"/>
                  <a:pt x="1514085" y="586296"/>
                </a:cubicBezTo>
                <a:cubicBezTo>
                  <a:pt x="1368157" y="586296"/>
                  <a:pt x="1222041" y="586296"/>
                  <a:pt x="1074860" y="586296"/>
                </a:cubicBezTo>
                <a:cubicBezTo>
                  <a:pt x="1074860" y="727903"/>
                  <a:pt x="1074860" y="868006"/>
                  <a:pt x="1074860" y="1010365"/>
                </a:cubicBezTo>
                <a:close/>
                <a:moveTo>
                  <a:pt x="1076300" y="1061972"/>
                </a:moveTo>
                <a:cubicBezTo>
                  <a:pt x="1071979" y="1088464"/>
                  <a:pt x="1073043" y="1470821"/>
                  <a:pt x="1077177" y="1486541"/>
                </a:cubicBezTo>
                <a:cubicBezTo>
                  <a:pt x="1223042" y="1486541"/>
                  <a:pt x="1369096" y="1486541"/>
                  <a:pt x="1514711" y="1486541"/>
                </a:cubicBezTo>
                <a:cubicBezTo>
                  <a:pt x="1542018" y="1397231"/>
                  <a:pt x="1566882" y="1106690"/>
                  <a:pt x="1554982" y="1061972"/>
                </a:cubicBezTo>
                <a:cubicBezTo>
                  <a:pt x="1395839" y="1061972"/>
                  <a:pt x="1236571" y="1061972"/>
                  <a:pt x="1076300" y="1061972"/>
                </a:cubicBezTo>
                <a:close/>
                <a:moveTo>
                  <a:pt x="489142" y="1010427"/>
                </a:moveTo>
                <a:cubicBezTo>
                  <a:pt x="488015" y="867442"/>
                  <a:pt x="502984" y="726901"/>
                  <a:pt x="530228" y="586108"/>
                </a:cubicBezTo>
                <a:cubicBezTo>
                  <a:pt x="405531" y="586108"/>
                  <a:pt x="282526" y="586108"/>
                  <a:pt x="158894" y="586108"/>
                </a:cubicBezTo>
                <a:cubicBezTo>
                  <a:pt x="90690" y="719197"/>
                  <a:pt x="54051" y="859802"/>
                  <a:pt x="50919" y="1010427"/>
                </a:cubicBezTo>
                <a:cubicBezTo>
                  <a:pt x="197912" y="1010427"/>
                  <a:pt x="342087" y="1010427"/>
                  <a:pt x="489142" y="1010427"/>
                </a:cubicBezTo>
                <a:close/>
                <a:moveTo>
                  <a:pt x="51859" y="1062285"/>
                </a:moveTo>
                <a:cubicBezTo>
                  <a:pt x="51546" y="1068423"/>
                  <a:pt x="50982" y="1071805"/>
                  <a:pt x="51233" y="1075124"/>
                </a:cubicBezTo>
                <a:cubicBezTo>
                  <a:pt x="52423" y="1094226"/>
                  <a:pt x="53362" y="1113391"/>
                  <a:pt x="55053" y="1132431"/>
                </a:cubicBezTo>
                <a:cubicBezTo>
                  <a:pt x="65825" y="1252430"/>
                  <a:pt x="99270" y="1365916"/>
                  <a:pt x="152506" y="1473890"/>
                </a:cubicBezTo>
                <a:cubicBezTo>
                  <a:pt x="157892" y="1484788"/>
                  <a:pt x="164405" y="1488295"/>
                  <a:pt x="176180" y="1488295"/>
                </a:cubicBezTo>
                <a:cubicBezTo>
                  <a:pt x="289165" y="1487919"/>
                  <a:pt x="402149" y="1488107"/>
                  <a:pt x="515134" y="1487982"/>
                </a:cubicBezTo>
                <a:cubicBezTo>
                  <a:pt x="519581" y="1487982"/>
                  <a:pt x="524028" y="1486730"/>
                  <a:pt x="530165" y="1485853"/>
                </a:cubicBezTo>
                <a:cubicBezTo>
                  <a:pt x="502796" y="1345373"/>
                  <a:pt x="488266" y="1204894"/>
                  <a:pt x="488955" y="1062285"/>
                </a:cubicBezTo>
                <a:cubicBezTo>
                  <a:pt x="341899" y="1062285"/>
                  <a:pt x="197724" y="1062285"/>
                  <a:pt x="51859" y="1062285"/>
                </a:cubicBezTo>
                <a:close/>
                <a:moveTo>
                  <a:pt x="1609032" y="1008861"/>
                </a:moveTo>
                <a:cubicBezTo>
                  <a:pt x="1634711" y="1013371"/>
                  <a:pt x="2006045" y="1012431"/>
                  <a:pt x="2021639" y="1007922"/>
                </a:cubicBezTo>
                <a:cubicBezTo>
                  <a:pt x="2017819" y="858737"/>
                  <a:pt x="1981994" y="717756"/>
                  <a:pt x="1913540" y="586108"/>
                </a:cubicBezTo>
                <a:cubicBezTo>
                  <a:pt x="1797235" y="586108"/>
                  <a:pt x="1683124" y="586108"/>
                  <a:pt x="1566757" y="586108"/>
                </a:cubicBezTo>
                <a:cubicBezTo>
                  <a:pt x="1594815" y="726963"/>
                  <a:pt x="1607779" y="867630"/>
                  <a:pt x="1609032" y="1008861"/>
                </a:cubicBezTo>
                <a:close/>
                <a:moveTo>
                  <a:pt x="2021702" y="1064352"/>
                </a:moveTo>
                <a:cubicBezTo>
                  <a:pt x="2001723" y="1059717"/>
                  <a:pt x="1627884" y="1059905"/>
                  <a:pt x="1608969" y="1064665"/>
                </a:cubicBezTo>
                <a:cubicBezTo>
                  <a:pt x="1607842" y="1205770"/>
                  <a:pt x="1594564" y="1346375"/>
                  <a:pt x="1567007" y="1485289"/>
                </a:cubicBezTo>
                <a:cubicBezTo>
                  <a:pt x="1571454" y="1486667"/>
                  <a:pt x="1573333" y="1487731"/>
                  <a:pt x="1575274" y="1487731"/>
                </a:cubicBezTo>
                <a:cubicBezTo>
                  <a:pt x="1684125" y="1487919"/>
                  <a:pt x="1793039" y="1487857"/>
                  <a:pt x="1901891" y="1488233"/>
                </a:cubicBezTo>
                <a:cubicBezTo>
                  <a:pt x="1911222" y="1488233"/>
                  <a:pt x="1914980" y="1483473"/>
                  <a:pt x="1918613" y="1476208"/>
                </a:cubicBezTo>
                <a:cubicBezTo>
                  <a:pt x="1975356" y="1362847"/>
                  <a:pt x="2008988" y="1243098"/>
                  <a:pt x="2019072" y="1116773"/>
                </a:cubicBezTo>
                <a:cubicBezTo>
                  <a:pt x="2020512" y="1099237"/>
                  <a:pt x="2020888" y="1081575"/>
                  <a:pt x="2021702" y="1064352"/>
                </a:cubicBezTo>
                <a:close/>
                <a:moveTo>
                  <a:pt x="1023064" y="50558"/>
                </a:moveTo>
                <a:cubicBezTo>
                  <a:pt x="1012668" y="51247"/>
                  <a:pt x="1004463" y="51247"/>
                  <a:pt x="996447" y="52499"/>
                </a:cubicBezTo>
                <a:cubicBezTo>
                  <a:pt x="947157" y="60265"/>
                  <a:pt x="901374" y="77739"/>
                  <a:pt x="859099" y="104106"/>
                </a:cubicBezTo>
                <a:cubicBezTo>
                  <a:pt x="801229" y="140244"/>
                  <a:pt x="755133" y="188469"/>
                  <a:pt x="716991" y="244523"/>
                </a:cubicBezTo>
                <a:cubicBezTo>
                  <a:pt x="659747" y="328698"/>
                  <a:pt x="622545" y="421641"/>
                  <a:pt x="596866" y="519657"/>
                </a:cubicBezTo>
                <a:cubicBezTo>
                  <a:pt x="595739" y="523979"/>
                  <a:pt x="595614" y="528551"/>
                  <a:pt x="595050" y="532998"/>
                </a:cubicBezTo>
                <a:cubicBezTo>
                  <a:pt x="627806" y="537068"/>
                  <a:pt x="1007908" y="535503"/>
                  <a:pt x="1023064" y="531244"/>
                </a:cubicBezTo>
                <a:cubicBezTo>
                  <a:pt x="1023064" y="372226"/>
                  <a:pt x="1023064" y="212958"/>
                  <a:pt x="1023064" y="50558"/>
                </a:cubicBezTo>
                <a:close/>
                <a:moveTo>
                  <a:pt x="1022814" y="1541280"/>
                </a:moveTo>
                <a:cubicBezTo>
                  <a:pt x="1005904" y="1537021"/>
                  <a:pt x="615969" y="1536332"/>
                  <a:pt x="594424" y="1540466"/>
                </a:cubicBezTo>
                <a:cubicBezTo>
                  <a:pt x="595927" y="1547042"/>
                  <a:pt x="596741" y="1553869"/>
                  <a:pt x="598933" y="1560195"/>
                </a:cubicBezTo>
                <a:cubicBezTo>
                  <a:pt x="615217" y="1607355"/>
                  <a:pt x="629935" y="1655267"/>
                  <a:pt x="648724" y="1701425"/>
                </a:cubicBezTo>
                <a:cubicBezTo>
                  <a:pt x="677284" y="1771697"/>
                  <a:pt x="716428" y="1836018"/>
                  <a:pt x="768160" y="1891884"/>
                </a:cubicBezTo>
                <a:cubicBezTo>
                  <a:pt x="833045" y="1961904"/>
                  <a:pt x="910706" y="2008814"/>
                  <a:pt x="1007031" y="2020651"/>
                </a:cubicBezTo>
                <a:cubicBezTo>
                  <a:pt x="1012041" y="2021278"/>
                  <a:pt x="1017240" y="2020714"/>
                  <a:pt x="1022814" y="2020714"/>
                </a:cubicBezTo>
                <a:cubicBezTo>
                  <a:pt x="1022814" y="1859629"/>
                  <a:pt x="1022814" y="1700298"/>
                  <a:pt x="1022814" y="1541280"/>
                </a:cubicBezTo>
                <a:close/>
                <a:moveTo>
                  <a:pt x="1502122" y="533687"/>
                </a:moveTo>
                <a:cubicBezTo>
                  <a:pt x="1500745" y="526296"/>
                  <a:pt x="1500369" y="520847"/>
                  <a:pt x="1498678" y="515900"/>
                </a:cubicBezTo>
                <a:cubicBezTo>
                  <a:pt x="1482832" y="469303"/>
                  <a:pt x="1468866" y="421954"/>
                  <a:pt x="1450390" y="376422"/>
                </a:cubicBezTo>
                <a:cubicBezTo>
                  <a:pt x="1419576" y="300389"/>
                  <a:pt x="1377739" y="230745"/>
                  <a:pt x="1320119" y="171434"/>
                </a:cubicBezTo>
                <a:cubicBezTo>
                  <a:pt x="1266508" y="116194"/>
                  <a:pt x="1203940" y="76048"/>
                  <a:pt x="1128283" y="58324"/>
                </a:cubicBezTo>
                <a:cubicBezTo>
                  <a:pt x="1111248" y="54315"/>
                  <a:pt x="1094087" y="49430"/>
                  <a:pt x="1076488" y="52061"/>
                </a:cubicBezTo>
                <a:cubicBezTo>
                  <a:pt x="1072229" y="74044"/>
                  <a:pt x="1072793" y="516526"/>
                  <a:pt x="1077052" y="533749"/>
                </a:cubicBezTo>
                <a:cubicBezTo>
                  <a:pt x="1217656" y="533687"/>
                  <a:pt x="1358386" y="533687"/>
                  <a:pt x="1502122" y="533687"/>
                </a:cubicBezTo>
                <a:close/>
                <a:moveTo>
                  <a:pt x="1076300" y="1538838"/>
                </a:moveTo>
                <a:cubicBezTo>
                  <a:pt x="1071728" y="1566458"/>
                  <a:pt x="1072918" y="2005620"/>
                  <a:pt x="1077427" y="2020651"/>
                </a:cubicBezTo>
                <a:cubicBezTo>
                  <a:pt x="1101478" y="2020964"/>
                  <a:pt x="1124713" y="2015453"/>
                  <a:pt x="1147573" y="2008564"/>
                </a:cubicBezTo>
                <a:cubicBezTo>
                  <a:pt x="1231748" y="1983136"/>
                  <a:pt x="1298011" y="1932030"/>
                  <a:pt x="1352311" y="1864264"/>
                </a:cubicBezTo>
                <a:cubicBezTo>
                  <a:pt x="1426528" y="1771759"/>
                  <a:pt x="1469555" y="1664348"/>
                  <a:pt x="1500494" y="1551364"/>
                </a:cubicBezTo>
                <a:cubicBezTo>
                  <a:pt x="1501496" y="1547794"/>
                  <a:pt x="1500619" y="1543723"/>
                  <a:pt x="1500619" y="1538900"/>
                </a:cubicBezTo>
                <a:cubicBezTo>
                  <a:pt x="1358762" y="1538838"/>
                  <a:pt x="1218032" y="1538838"/>
                  <a:pt x="1076300" y="1538838"/>
                </a:cubicBezTo>
                <a:close/>
                <a:moveTo>
                  <a:pt x="188768" y="1539088"/>
                </a:moveTo>
                <a:cubicBezTo>
                  <a:pt x="258413" y="1655956"/>
                  <a:pt x="345594" y="1751279"/>
                  <a:pt x="451377" y="1829441"/>
                </a:cubicBezTo>
                <a:cubicBezTo>
                  <a:pt x="557284" y="1907666"/>
                  <a:pt x="674214" y="1962656"/>
                  <a:pt x="802794" y="1992530"/>
                </a:cubicBezTo>
                <a:cubicBezTo>
                  <a:pt x="800039" y="1988084"/>
                  <a:pt x="796531" y="1984952"/>
                  <a:pt x="792836" y="1982071"/>
                </a:cubicBezTo>
                <a:cubicBezTo>
                  <a:pt x="762461" y="1958334"/>
                  <a:pt x="735467" y="1931278"/>
                  <a:pt x="711041" y="1901529"/>
                </a:cubicBezTo>
                <a:cubicBezTo>
                  <a:pt x="644340" y="1820423"/>
                  <a:pt x="600624" y="1727354"/>
                  <a:pt x="568307" y="1628336"/>
                </a:cubicBezTo>
                <a:cubicBezTo>
                  <a:pt x="558787" y="1599150"/>
                  <a:pt x="550583" y="1569589"/>
                  <a:pt x="541439" y="1539151"/>
                </a:cubicBezTo>
                <a:cubicBezTo>
                  <a:pt x="425072" y="1539088"/>
                  <a:pt x="309018" y="1539088"/>
                  <a:pt x="188768" y="1539088"/>
                </a:cubicBezTo>
                <a:close/>
                <a:moveTo>
                  <a:pt x="1885356" y="534188"/>
                </a:moveTo>
                <a:cubicBezTo>
                  <a:pt x="1746818" y="309972"/>
                  <a:pt x="1555358" y="162415"/>
                  <a:pt x="1306090" y="87447"/>
                </a:cubicBezTo>
                <a:cubicBezTo>
                  <a:pt x="1306340" y="90265"/>
                  <a:pt x="1306153" y="91017"/>
                  <a:pt x="1306466" y="91330"/>
                </a:cubicBezTo>
                <a:cubicBezTo>
                  <a:pt x="1308846" y="93772"/>
                  <a:pt x="1311163" y="96215"/>
                  <a:pt x="1313793" y="98407"/>
                </a:cubicBezTo>
                <a:cubicBezTo>
                  <a:pt x="1363334" y="139430"/>
                  <a:pt x="1403417" y="188532"/>
                  <a:pt x="1437300" y="243020"/>
                </a:cubicBezTo>
                <a:cubicBezTo>
                  <a:pt x="1488281" y="325128"/>
                  <a:pt x="1521976" y="414501"/>
                  <a:pt x="1547655" y="507257"/>
                </a:cubicBezTo>
                <a:cubicBezTo>
                  <a:pt x="1550160" y="516275"/>
                  <a:pt x="1553103" y="525231"/>
                  <a:pt x="1555859" y="534250"/>
                </a:cubicBezTo>
                <a:cubicBezTo>
                  <a:pt x="1664898" y="534188"/>
                  <a:pt x="1772309" y="534188"/>
                  <a:pt x="1885356" y="534188"/>
                </a:cubicBezTo>
                <a:close/>
              </a:path>
            </a:pathLst>
          </a:custGeom>
          <a:solidFill>
            <a:schemeClr val="bg1"/>
          </a:solidFill>
          <a:ln w="62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0" y="1089660"/>
            <a:ext cx="5528310" cy="3932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45"/>
          <p:cNvSpPr/>
          <p:nvPr>
            <p:custDataLst>
              <p:tags r:id="rId1"/>
            </p:custDataLst>
          </p:nvPr>
        </p:nvSpPr>
        <p:spPr>
          <a:xfrm>
            <a:off x="6362700" y="3517265"/>
            <a:ext cx="5664835" cy="2696210"/>
          </a:xfrm>
          <a:prstGeom prst="roundRect">
            <a:avLst>
              <a:gd name="adj" fmla="val 338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1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26160" y="821055"/>
            <a:ext cx="26092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游客与登录顾客权限区分</a:t>
            </a:r>
            <a:endParaRPr lang="zh-CN" altLang="en-US" sz="2800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509385" y="3729355"/>
            <a:ext cx="49580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守卫读取目标路由的`</a:t>
            </a:r>
            <a:r>
              <a:rPr lang="en-US" altLang="zh-CN"/>
              <a:t>meta`</a:t>
            </a:r>
            <a:r>
              <a:rPr lang="zh-CN" altLang="en-US"/>
              <a:t>标记，结合当前用户登录状态做判断：</a:t>
            </a:r>
            <a:r>
              <a:rPr lang="zh-CN" altLang="en-US"/>
              <a:t>若访问无任何 </a:t>
            </a:r>
            <a:r>
              <a:rPr lang="en-US" altLang="zh-CN"/>
              <a:t>meta </a:t>
            </a:r>
            <a:r>
              <a:rPr lang="zh-CN" altLang="en-US"/>
              <a:t>标记的公开页面，路由守卫均不作权限校验；</a:t>
            </a:r>
            <a:r>
              <a:rPr lang="zh-CN" altLang="en-US"/>
              <a:t>若访问`</a:t>
            </a:r>
            <a:r>
              <a:rPr lang="en-US" altLang="zh-CN"/>
              <a:t>requiresCustomer`</a:t>
            </a:r>
            <a:r>
              <a:rPr lang="zh-CN" altLang="en-US"/>
              <a:t>受保护页面但用户未登录，则中断当前跳转，重定向至登录页面；若已登录用户访问带有`</a:t>
            </a:r>
            <a:r>
              <a:rPr lang="en-US" altLang="zh-CN"/>
              <a:t>guestOnly`</a:t>
            </a:r>
            <a:r>
              <a:rPr lang="zh-CN" altLang="en-US"/>
              <a:t>的路由，则重定向至业务首页，避免已登录用户重复进入登录界面。</a:t>
            </a:r>
            <a:endParaRPr lang="zh-CN" altLang="en-US"/>
          </a:p>
        </p:txBody>
      </p:sp>
      <p:sp>
        <p:nvSpPr>
          <p:cNvPr id="34" name="任意多边形: 形状 33"/>
          <p:cNvSpPr/>
          <p:nvPr>
            <p:custDataLst>
              <p:tags r:id="rId3"/>
            </p:custDataLst>
          </p:nvPr>
        </p:nvSpPr>
        <p:spPr>
          <a:xfrm>
            <a:off x="2625725" y="2089150"/>
            <a:ext cx="874395" cy="349885"/>
          </a:xfrm>
          <a:custGeom>
            <a:avLst/>
            <a:gdLst>
              <a:gd name="connsiteX0" fmla="*/ 1 w 2072432"/>
              <a:gd name="connsiteY0" fmla="*/ 1035792 h 2072153"/>
              <a:gd name="connsiteX1" fmla="*/ 1040914 w 2072432"/>
              <a:gd name="connsiteY1" fmla="*/ 15 h 2072153"/>
              <a:gd name="connsiteX2" fmla="*/ 2072432 w 2072432"/>
              <a:gd name="connsiteY2" fmla="*/ 1037483 h 2072153"/>
              <a:gd name="connsiteX3" fmla="*/ 1042292 w 2072432"/>
              <a:gd name="connsiteY3" fmla="*/ 2072133 h 2072153"/>
              <a:gd name="connsiteX4" fmla="*/ 1 w 2072432"/>
              <a:gd name="connsiteY4" fmla="*/ 1035792 h 2072153"/>
              <a:gd name="connsiteX5" fmla="*/ 1303585 w 2072432"/>
              <a:gd name="connsiteY5" fmla="*/ 1981132 h 2072153"/>
              <a:gd name="connsiteX6" fmla="*/ 1337217 w 2072432"/>
              <a:gd name="connsiteY6" fmla="*/ 1974806 h 2072153"/>
              <a:gd name="connsiteX7" fmla="*/ 1874396 w 2072432"/>
              <a:gd name="connsiteY7" fmla="*/ 1554620 h 2072153"/>
              <a:gd name="connsiteX8" fmla="*/ 1881974 w 2072432"/>
              <a:gd name="connsiteY8" fmla="*/ 1539088 h 2072153"/>
              <a:gd name="connsiteX9" fmla="*/ 1554982 w 2072432"/>
              <a:gd name="connsiteY9" fmla="*/ 1539088 h 2072153"/>
              <a:gd name="connsiteX10" fmla="*/ 1547655 w 2072432"/>
              <a:gd name="connsiteY10" fmla="*/ 1565330 h 2072153"/>
              <a:gd name="connsiteX11" fmla="*/ 1463730 w 2072432"/>
              <a:gd name="connsiteY11" fmla="*/ 1783346 h 2072153"/>
              <a:gd name="connsiteX12" fmla="*/ 1303585 w 2072432"/>
              <a:gd name="connsiteY12" fmla="*/ 1981633 h 2072153"/>
              <a:gd name="connsiteX13" fmla="*/ 1303898 w 2072432"/>
              <a:gd name="connsiteY13" fmla="*/ 1982447 h 2072153"/>
              <a:gd name="connsiteX14" fmla="*/ 1303585 w 2072432"/>
              <a:gd name="connsiteY14" fmla="*/ 1981132 h 2072153"/>
              <a:gd name="connsiteX15" fmla="*/ 802920 w 2072432"/>
              <a:gd name="connsiteY15" fmla="*/ 79493 h 2072153"/>
              <a:gd name="connsiteX16" fmla="*/ 782815 w 2072432"/>
              <a:gd name="connsiteY16" fmla="*/ 83063 h 2072153"/>
              <a:gd name="connsiteX17" fmla="*/ 195157 w 2072432"/>
              <a:gd name="connsiteY17" fmla="*/ 522351 h 2072153"/>
              <a:gd name="connsiteX18" fmla="*/ 190397 w 2072432"/>
              <a:gd name="connsiteY18" fmla="*/ 533812 h 2072153"/>
              <a:gd name="connsiteX19" fmla="*/ 541251 w 2072432"/>
              <a:gd name="connsiteY19" fmla="*/ 533812 h 2072153"/>
              <a:gd name="connsiteX20" fmla="*/ 547138 w 2072432"/>
              <a:gd name="connsiteY20" fmla="*/ 513645 h 2072153"/>
              <a:gd name="connsiteX21" fmla="*/ 610645 w 2072432"/>
              <a:gd name="connsiteY21" fmla="*/ 333834 h 2072153"/>
              <a:gd name="connsiteX22" fmla="*/ 796844 w 2072432"/>
              <a:gd name="connsiteY22" fmla="*/ 86946 h 2072153"/>
              <a:gd name="connsiteX23" fmla="*/ 802606 w 2072432"/>
              <a:gd name="connsiteY23" fmla="*/ 79180 h 2072153"/>
              <a:gd name="connsiteX24" fmla="*/ 805174 w 2072432"/>
              <a:gd name="connsiteY24" fmla="*/ 77489 h 2072153"/>
              <a:gd name="connsiteX25" fmla="*/ 802920 w 2072432"/>
              <a:gd name="connsiteY25" fmla="*/ 79493 h 2072153"/>
              <a:gd name="connsiteX26" fmla="*/ 1022939 w 2072432"/>
              <a:gd name="connsiteY26" fmla="*/ 586233 h 2072153"/>
              <a:gd name="connsiteX27" fmla="*/ 582336 w 2072432"/>
              <a:gd name="connsiteY27" fmla="*/ 586233 h 2072153"/>
              <a:gd name="connsiteX28" fmla="*/ 542817 w 2072432"/>
              <a:gd name="connsiteY28" fmla="*/ 1010114 h 2072153"/>
              <a:gd name="connsiteX29" fmla="*/ 1022939 w 2072432"/>
              <a:gd name="connsiteY29" fmla="*/ 1008110 h 2072153"/>
              <a:gd name="connsiteX30" fmla="*/ 1022939 w 2072432"/>
              <a:gd name="connsiteY30" fmla="*/ 586233 h 2072153"/>
              <a:gd name="connsiteX31" fmla="*/ 582775 w 2072432"/>
              <a:gd name="connsiteY31" fmla="*/ 1486604 h 2072153"/>
              <a:gd name="connsiteX32" fmla="*/ 1022250 w 2072432"/>
              <a:gd name="connsiteY32" fmla="*/ 1484725 h 2072153"/>
              <a:gd name="connsiteX33" fmla="*/ 1020622 w 2072432"/>
              <a:gd name="connsiteY33" fmla="*/ 1062911 h 2072153"/>
              <a:gd name="connsiteX34" fmla="*/ 541063 w 2072432"/>
              <a:gd name="connsiteY34" fmla="*/ 1064352 h 2072153"/>
              <a:gd name="connsiteX35" fmla="*/ 582775 w 2072432"/>
              <a:gd name="connsiteY35" fmla="*/ 1486604 h 2072153"/>
              <a:gd name="connsiteX36" fmla="*/ 1074860 w 2072432"/>
              <a:gd name="connsiteY36" fmla="*/ 1010365 h 2072153"/>
              <a:gd name="connsiteX37" fmla="*/ 1556109 w 2072432"/>
              <a:gd name="connsiteY37" fmla="*/ 1010365 h 2072153"/>
              <a:gd name="connsiteX38" fmla="*/ 1514085 w 2072432"/>
              <a:gd name="connsiteY38" fmla="*/ 586296 h 2072153"/>
              <a:gd name="connsiteX39" fmla="*/ 1074860 w 2072432"/>
              <a:gd name="connsiteY39" fmla="*/ 586296 h 2072153"/>
              <a:gd name="connsiteX40" fmla="*/ 1074860 w 2072432"/>
              <a:gd name="connsiteY40" fmla="*/ 1010365 h 2072153"/>
              <a:gd name="connsiteX41" fmla="*/ 1076300 w 2072432"/>
              <a:gd name="connsiteY41" fmla="*/ 1061972 h 2072153"/>
              <a:gd name="connsiteX42" fmla="*/ 1077177 w 2072432"/>
              <a:gd name="connsiteY42" fmla="*/ 1486541 h 2072153"/>
              <a:gd name="connsiteX43" fmla="*/ 1514711 w 2072432"/>
              <a:gd name="connsiteY43" fmla="*/ 1486541 h 2072153"/>
              <a:gd name="connsiteX44" fmla="*/ 1554982 w 2072432"/>
              <a:gd name="connsiteY44" fmla="*/ 1061972 h 2072153"/>
              <a:gd name="connsiteX45" fmla="*/ 1076300 w 2072432"/>
              <a:gd name="connsiteY45" fmla="*/ 1061972 h 2072153"/>
              <a:gd name="connsiteX46" fmla="*/ 489142 w 2072432"/>
              <a:gd name="connsiteY46" fmla="*/ 1010427 h 2072153"/>
              <a:gd name="connsiteX47" fmla="*/ 530228 w 2072432"/>
              <a:gd name="connsiteY47" fmla="*/ 586108 h 2072153"/>
              <a:gd name="connsiteX48" fmla="*/ 158894 w 2072432"/>
              <a:gd name="connsiteY48" fmla="*/ 586108 h 2072153"/>
              <a:gd name="connsiteX49" fmla="*/ 50919 w 2072432"/>
              <a:gd name="connsiteY49" fmla="*/ 1010427 h 2072153"/>
              <a:gd name="connsiteX50" fmla="*/ 489142 w 2072432"/>
              <a:gd name="connsiteY50" fmla="*/ 1010427 h 2072153"/>
              <a:gd name="connsiteX51" fmla="*/ 51859 w 2072432"/>
              <a:gd name="connsiteY51" fmla="*/ 1062285 h 2072153"/>
              <a:gd name="connsiteX52" fmla="*/ 51233 w 2072432"/>
              <a:gd name="connsiteY52" fmla="*/ 1075124 h 2072153"/>
              <a:gd name="connsiteX53" fmla="*/ 55053 w 2072432"/>
              <a:gd name="connsiteY53" fmla="*/ 1132431 h 2072153"/>
              <a:gd name="connsiteX54" fmla="*/ 152506 w 2072432"/>
              <a:gd name="connsiteY54" fmla="*/ 1473890 h 2072153"/>
              <a:gd name="connsiteX55" fmla="*/ 176180 w 2072432"/>
              <a:gd name="connsiteY55" fmla="*/ 1488295 h 2072153"/>
              <a:gd name="connsiteX56" fmla="*/ 515134 w 2072432"/>
              <a:gd name="connsiteY56" fmla="*/ 1487982 h 2072153"/>
              <a:gd name="connsiteX57" fmla="*/ 530165 w 2072432"/>
              <a:gd name="connsiteY57" fmla="*/ 1485853 h 2072153"/>
              <a:gd name="connsiteX58" fmla="*/ 488955 w 2072432"/>
              <a:gd name="connsiteY58" fmla="*/ 1062285 h 2072153"/>
              <a:gd name="connsiteX59" fmla="*/ 51859 w 2072432"/>
              <a:gd name="connsiteY59" fmla="*/ 1062285 h 2072153"/>
              <a:gd name="connsiteX60" fmla="*/ 1609032 w 2072432"/>
              <a:gd name="connsiteY60" fmla="*/ 1008861 h 2072153"/>
              <a:gd name="connsiteX61" fmla="*/ 2021639 w 2072432"/>
              <a:gd name="connsiteY61" fmla="*/ 1007922 h 2072153"/>
              <a:gd name="connsiteX62" fmla="*/ 1913540 w 2072432"/>
              <a:gd name="connsiteY62" fmla="*/ 586108 h 2072153"/>
              <a:gd name="connsiteX63" fmla="*/ 1566757 w 2072432"/>
              <a:gd name="connsiteY63" fmla="*/ 586108 h 2072153"/>
              <a:gd name="connsiteX64" fmla="*/ 1609032 w 2072432"/>
              <a:gd name="connsiteY64" fmla="*/ 1008861 h 2072153"/>
              <a:gd name="connsiteX65" fmla="*/ 2021702 w 2072432"/>
              <a:gd name="connsiteY65" fmla="*/ 1064352 h 2072153"/>
              <a:gd name="connsiteX66" fmla="*/ 1608969 w 2072432"/>
              <a:gd name="connsiteY66" fmla="*/ 1064665 h 2072153"/>
              <a:gd name="connsiteX67" fmla="*/ 1567007 w 2072432"/>
              <a:gd name="connsiteY67" fmla="*/ 1485289 h 2072153"/>
              <a:gd name="connsiteX68" fmla="*/ 1575274 w 2072432"/>
              <a:gd name="connsiteY68" fmla="*/ 1487731 h 2072153"/>
              <a:gd name="connsiteX69" fmla="*/ 1901891 w 2072432"/>
              <a:gd name="connsiteY69" fmla="*/ 1488233 h 2072153"/>
              <a:gd name="connsiteX70" fmla="*/ 1918613 w 2072432"/>
              <a:gd name="connsiteY70" fmla="*/ 1476208 h 2072153"/>
              <a:gd name="connsiteX71" fmla="*/ 2019072 w 2072432"/>
              <a:gd name="connsiteY71" fmla="*/ 1116773 h 2072153"/>
              <a:gd name="connsiteX72" fmla="*/ 2021702 w 2072432"/>
              <a:gd name="connsiteY72" fmla="*/ 1064352 h 2072153"/>
              <a:gd name="connsiteX73" fmla="*/ 1023064 w 2072432"/>
              <a:gd name="connsiteY73" fmla="*/ 50558 h 2072153"/>
              <a:gd name="connsiteX74" fmla="*/ 996447 w 2072432"/>
              <a:gd name="connsiteY74" fmla="*/ 52499 h 2072153"/>
              <a:gd name="connsiteX75" fmla="*/ 859099 w 2072432"/>
              <a:gd name="connsiteY75" fmla="*/ 104106 h 2072153"/>
              <a:gd name="connsiteX76" fmla="*/ 716991 w 2072432"/>
              <a:gd name="connsiteY76" fmla="*/ 244523 h 2072153"/>
              <a:gd name="connsiteX77" fmla="*/ 596866 w 2072432"/>
              <a:gd name="connsiteY77" fmla="*/ 519657 h 2072153"/>
              <a:gd name="connsiteX78" fmla="*/ 595050 w 2072432"/>
              <a:gd name="connsiteY78" fmla="*/ 532998 h 2072153"/>
              <a:gd name="connsiteX79" fmla="*/ 1023064 w 2072432"/>
              <a:gd name="connsiteY79" fmla="*/ 531244 h 2072153"/>
              <a:gd name="connsiteX80" fmla="*/ 1023064 w 2072432"/>
              <a:gd name="connsiteY80" fmla="*/ 50558 h 2072153"/>
              <a:gd name="connsiteX81" fmla="*/ 1022814 w 2072432"/>
              <a:gd name="connsiteY81" fmla="*/ 1541280 h 2072153"/>
              <a:gd name="connsiteX82" fmla="*/ 594424 w 2072432"/>
              <a:gd name="connsiteY82" fmla="*/ 1540466 h 2072153"/>
              <a:gd name="connsiteX83" fmla="*/ 598933 w 2072432"/>
              <a:gd name="connsiteY83" fmla="*/ 1560195 h 2072153"/>
              <a:gd name="connsiteX84" fmla="*/ 648724 w 2072432"/>
              <a:gd name="connsiteY84" fmla="*/ 1701425 h 2072153"/>
              <a:gd name="connsiteX85" fmla="*/ 768160 w 2072432"/>
              <a:gd name="connsiteY85" fmla="*/ 1891884 h 2072153"/>
              <a:gd name="connsiteX86" fmla="*/ 1007031 w 2072432"/>
              <a:gd name="connsiteY86" fmla="*/ 2020651 h 2072153"/>
              <a:gd name="connsiteX87" fmla="*/ 1022814 w 2072432"/>
              <a:gd name="connsiteY87" fmla="*/ 2020714 h 2072153"/>
              <a:gd name="connsiteX88" fmla="*/ 1022814 w 2072432"/>
              <a:gd name="connsiteY88" fmla="*/ 1541280 h 2072153"/>
              <a:gd name="connsiteX89" fmla="*/ 1502122 w 2072432"/>
              <a:gd name="connsiteY89" fmla="*/ 533687 h 2072153"/>
              <a:gd name="connsiteX90" fmla="*/ 1498678 w 2072432"/>
              <a:gd name="connsiteY90" fmla="*/ 515900 h 2072153"/>
              <a:gd name="connsiteX91" fmla="*/ 1450390 w 2072432"/>
              <a:gd name="connsiteY91" fmla="*/ 376422 h 2072153"/>
              <a:gd name="connsiteX92" fmla="*/ 1320119 w 2072432"/>
              <a:gd name="connsiteY92" fmla="*/ 171434 h 2072153"/>
              <a:gd name="connsiteX93" fmla="*/ 1128283 w 2072432"/>
              <a:gd name="connsiteY93" fmla="*/ 58324 h 2072153"/>
              <a:gd name="connsiteX94" fmla="*/ 1076488 w 2072432"/>
              <a:gd name="connsiteY94" fmla="*/ 52061 h 2072153"/>
              <a:gd name="connsiteX95" fmla="*/ 1077052 w 2072432"/>
              <a:gd name="connsiteY95" fmla="*/ 533749 h 2072153"/>
              <a:gd name="connsiteX96" fmla="*/ 1502122 w 2072432"/>
              <a:gd name="connsiteY96" fmla="*/ 533687 h 2072153"/>
              <a:gd name="connsiteX97" fmla="*/ 1076300 w 2072432"/>
              <a:gd name="connsiteY97" fmla="*/ 1538838 h 2072153"/>
              <a:gd name="connsiteX98" fmla="*/ 1077427 w 2072432"/>
              <a:gd name="connsiteY98" fmla="*/ 2020651 h 2072153"/>
              <a:gd name="connsiteX99" fmla="*/ 1147573 w 2072432"/>
              <a:gd name="connsiteY99" fmla="*/ 2008564 h 2072153"/>
              <a:gd name="connsiteX100" fmla="*/ 1352311 w 2072432"/>
              <a:gd name="connsiteY100" fmla="*/ 1864264 h 2072153"/>
              <a:gd name="connsiteX101" fmla="*/ 1500494 w 2072432"/>
              <a:gd name="connsiteY101" fmla="*/ 1551364 h 2072153"/>
              <a:gd name="connsiteX102" fmla="*/ 1500619 w 2072432"/>
              <a:gd name="connsiteY102" fmla="*/ 1538900 h 2072153"/>
              <a:gd name="connsiteX103" fmla="*/ 1076300 w 2072432"/>
              <a:gd name="connsiteY103" fmla="*/ 1538838 h 2072153"/>
              <a:gd name="connsiteX104" fmla="*/ 188768 w 2072432"/>
              <a:gd name="connsiteY104" fmla="*/ 1539088 h 2072153"/>
              <a:gd name="connsiteX105" fmla="*/ 451377 w 2072432"/>
              <a:gd name="connsiteY105" fmla="*/ 1829441 h 2072153"/>
              <a:gd name="connsiteX106" fmla="*/ 802794 w 2072432"/>
              <a:gd name="connsiteY106" fmla="*/ 1992530 h 2072153"/>
              <a:gd name="connsiteX107" fmla="*/ 792836 w 2072432"/>
              <a:gd name="connsiteY107" fmla="*/ 1982071 h 2072153"/>
              <a:gd name="connsiteX108" fmla="*/ 711041 w 2072432"/>
              <a:gd name="connsiteY108" fmla="*/ 1901529 h 2072153"/>
              <a:gd name="connsiteX109" fmla="*/ 568307 w 2072432"/>
              <a:gd name="connsiteY109" fmla="*/ 1628336 h 2072153"/>
              <a:gd name="connsiteX110" fmla="*/ 541439 w 2072432"/>
              <a:gd name="connsiteY110" fmla="*/ 1539151 h 2072153"/>
              <a:gd name="connsiteX111" fmla="*/ 188768 w 2072432"/>
              <a:gd name="connsiteY111" fmla="*/ 1539088 h 2072153"/>
              <a:gd name="connsiteX112" fmla="*/ 1885356 w 2072432"/>
              <a:gd name="connsiteY112" fmla="*/ 534188 h 2072153"/>
              <a:gd name="connsiteX113" fmla="*/ 1306090 w 2072432"/>
              <a:gd name="connsiteY113" fmla="*/ 87447 h 2072153"/>
              <a:gd name="connsiteX114" fmla="*/ 1306466 w 2072432"/>
              <a:gd name="connsiteY114" fmla="*/ 91330 h 2072153"/>
              <a:gd name="connsiteX115" fmla="*/ 1313793 w 2072432"/>
              <a:gd name="connsiteY115" fmla="*/ 98407 h 2072153"/>
              <a:gd name="connsiteX116" fmla="*/ 1437300 w 2072432"/>
              <a:gd name="connsiteY116" fmla="*/ 243020 h 2072153"/>
              <a:gd name="connsiteX117" fmla="*/ 1547655 w 2072432"/>
              <a:gd name="connsiteY117" fmla="*/ 507257 h 2072153"/>
              <a:gd name="connsiteX118" fmla="*/ 1555859 w 2072432"/>
              <a:gd name="connsiteY118" fmla="*/ 534250 h 2072153"/>
              <a:gd name="connsiteX119" fmla="*/ 1885356 w 2072432"/>
              <a:gd name="connsiteY119" fmla="*/ 534188 h 2072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072432" h="2072153">
                <a:moveTo>
                  <a:pt x="1" y="1035792"/>
                </a:moveTo>
                <a:cubicBezTo>
                  <a:pt x="1" y="464230"/>
                  <a:pt x="463527" y="-3054"/>
                  <a:pt x="1040914" y="15"/>
                </a:cubicBezTo>
                <a:cubicBezTo>
                  <a:pt x="1608343" y="3021"/>
                  <a:pt x="2073059" y="460221"/>
                  <a:pt x="2072432" y="1037483"/>
                </a:cubicBezTo>
                <a:cubicBezTo>
                  <a:pt x="2071806" y="1604474"/>
                  <a:pt x="1619366" y="2068563"/>
                  <a:pt x="1042292" y="2072133"/>
                </a:cubicBezTo>
                <a:cubicBezTo>
                  <a:pt x="449373" y="2075766"/>
                  <a:pt x="-876" y="1596019"/>
                  <a:pt x="1" y="1035792"/>
                </a:cubicBezTo>
                <a:close/>
                <a:moveTo>
                  <a:pt x="1303585" y="1981132"/>
                </a:moveTo>
                <a:cubicBezTo>
                  <a:pt x="1314796" y="1979065"/>
                  <a:pt x="1326508" y="1978313"/>
                  <a:pt x="1337217" y="1974806"/>
                </a:cubicBezTo>
                <a:cubicBezTo>
                  <a:pt x="1566444" y="1898961"/>
                  <a:pt x="1745566" y="1758857"/>
                  <a:pt x="1874396" y="1554620"/>
                </a:cubicBezTo>
                <a:cubicBezTo>
                  <a:pt x="1877152" y="1550236"/>
                  <a:pt x="1878968" y="1545289"/>
                  <a:pt x="1881974" y="1539088"/>
                </a:cubicBezTo>
                <a:cubicBezTo>
                  <a:pt x="1771933" y="1539088"/>
                  <a:pt x="1664084" y="1539088"/>
                  <a:pt x="1554982" y="1539088"/>
                </a:cubicBezTo>
                <a:cubicBezTo>
                  <a:pt x="1552352" y="1548357"/>
                  <a:pt x="1549909" y="1556813"/>
                  <a:pt x="1547655" y="1565330"/>
                </a:cubicBezTo>
                <a:cubicBezTo>
                  <a:pt x="1527237" y="1640925"/>
                  <a:pt x="1500619" y="1714140"/>
                  <a:pt x="1463730" y="1783346"/>
                </a:cubicBezTo>
                <a:cubicBezTo>
                  <a:pt x="1423020" y="1859629"/>
                  <a:pt x="1372478" y="1928084"/>
                  <a:pt x="1303585" y="1981633"/>
                </a:cubicBezTo>
                <a:lnTo>
                  <a:pt x="1303898" y="1982447"/>
                </a:lnTo>
                <a:cubicBezTo>
                  <a:pt x="1303835" y="1982447"/>
                  <a:pt x="1303585" y="1981132"/>
                  <a:pt x="1303585" y="1981132"/>
                </a:cubicBezTo>
                <a:close/>
                <a:moveTo>
                  <a:pt x="802920" y="79493"/>
                </a:moveTo>
                <a:cubicBezTo>
                  <a:pt x="796218" y="80620"/>
                  <a:pt x="789329" y="81246"/>
                  <a:pt x="782815" y="83063"/>
                </a:cubicBezTo>
                <a:cubicBezTo>
                  <a:pt x="530228" y="153584"/>
                  <a:pt x="334509" y="300327"/>
                  <a:pt x="195157" y="522351"/>
                </a:cubicBezTo>
                <a:cubicBezTo>
                  <a:pt x="193153" y="525545"/>
                  <a:pt x="192150" y="529428"/>
                  <a:pt x="190397" y="533812"/>
                </a:cubicBezTo>
                <a:cubicBezTo>
                  <a:pt x="308204" y="533812"/>
                  <a:pt x="424383" y="533812"/>
                  <a:pt x="541251" y="533812"/>
                </a:cubicBezTo>
                <a:cubicBezTo>
                  <a:pt x="543380" y="526547"/>
                  <a:pt x="545447" y="520158"/>
                  <a:pt x="547138" y="513645"/>
                </a:cubicBezTo>
                <a:cubicBezTo>
                  <a:pt x="563359" y="451954"/>
                  <a:pt x="583902" y="391767"/>
                  <a:pt x="610645" y="333834"/>
                </a:cubicBezTo>
                <a:cubicBezTo>
                  <a:pt x="654799" y="238072"/>
                  <a:pt x="712732" y="152645"/>
                  <a:pt x="796844" y="86946"/>
                </a:cubicBezTo>
                <a:cubicBezTo>
                  <a:pt x="799287" y="85004"/>
                  <a:pt x="800727" y="81810"/>
                  <a:pt x="802606" y="79180"/>
                </a:cubicBezTo>
                <a:cubicBezTo>
                  <a:pt x="803483" y="78616"/>
                  <a:pt x="804297" y="78052"/>
                  <a:pt x="805174" y="77489"/>
                </a:cubicBezTo>
                <a:cubicBezTo>
                  <a:pt x="804423" y="78115"/>
                  <a:pt x="803671" y="78804"/>
                  <a:pt x="802920" y="79493"/>
                </a:cubicBezTo>
                <a:close/>
                <a:moveTo>
                  <a:pt x="1022939" y="586233"/>
                </a:moveTo>
                <a:cubicBezTo>
                  <a:pt x="874318" y="586233"/>
                  <a:pt x="728077" y="586233"/>
                  <a:pt x="582336" y="586233"/>
                </a:cubicBezTo>
                <a:cubicBezTo>
                  <a:pt x="555969" y="669156"/>
                  <a:pt x="529226" y="963141"/>
                  <a:pt x="542817" y="1010114"/>
                </a:cubicBezTo>
                <a:cubicBezTo>
                  <a:pt x="577013" y="1014060"/>
                  <a:pt x="1007720" y="1012431"/>
                  <a:pt x="1022939" y="1008110"/>
                </a:cubicBezTo>
                <a:cubicBezTo>
                  <a:pt x="1022939" y="868131"/>
                  <a:pt x="1022939" y="727965"/>
                  <a:pt x="1022939" y="586233"/>
                </a:cubicBezTo>
                <a:close/>
                <a:moveTo>
                  <a:pt x="582775" y="1486604"/>
                </a:moveTo>
                <a:cubicBezTo>
                  <a:pt x="621605" y="1490675"/>
                  <a:pt x="1007470" y="1488921"/>
                  <a:pt x="1022250" y="1484725"/>
                </a:cubicBezTo>
                <a:cubicBezTo>
                  <a:pt x="1026196" y="1455477"/>
                  <a:pt x="1024756" y="1077066"/>
                  <a:pt x="1020622" y="1062911"/>
                </a:cubicBezTo>
                <a:cubicBezTo>
                  <a:pt x="993754" y="1059028"/>
                  <a:pt x="555906" y="1060343"/>
                  <a:pt x="541063" y="1064352"/>
                </a:cubicBezTo>
                <a:cubicBezTo>
                  <a:pt x="530040" y="1124790"/>
                  <a:pt x="559351" y="1424037"/>
                  <a:pt x="582775" y="1486604"/>
                </a:cubicBezTo>
                <a:close/>
                <a:moveTo>
                  <a:pt x="1074860" y="1010365"/>
                </a:moveTo>
                <a:cubicBezTo>
                  <a:pt x="1236696" y="1010365"/>
                  <a:pt x="1396465" y="1010365"/>
                  <a:pt x="1556109" y="1010365"/>
                </a:cubicBezTo>
                <a:cubicBezTo>
                  <a:pt x="1564377" y="939029"/>
                  <a:pt x="1540264" y="659009"/>
                  <a:pt x="1514085" y="586296"/>
                </a:cubicBezTo>
                <a:cubicBezTo>
                  <a:pt x="1368157" y="586296"/>
                  <a:pt x="1222041" y="586296"/>
                  <a:pt x="1074860" y="586296"/>
                </a:cubicBezTo>
                <a:cubicBezTo>
                  <a:pt x="1074860" y="727903"/>
                  <a:pt x="1074860" y="868006"/>
                  <a:pt x="1074860" y="1010365"/>
                </a:cubicBezTo>
                <a:close/>
                <a:moveTo>
                  <a:pt x="1076300" y="1061972"/>
                </a:moveTo>
                <a:cubicBezTo>
                  <a:pt x="1071979" y="1088464"/>
                  <a:pt x="1073043" y="1470821"/>
                  <a:pt x="1077177" y="1486541"/>
                </a:cubicBezTo>
                <a:cubicBezTo>
                  <a:pt x="1223042" y="1486541"/>
                  <a:pt x="1369096" y="1486541"/>
                  <a:pt x="1514711" y="1486541"/>
                </a:cubicBezTo>
                <a:cubicBezTo>
                  <a:pt x="1542018" y="1397231"/>
                  <a:pt x="1566882" y="1106690"/>
                  <a:pt x="1554982" y="1061972"/>
                </a:cubicBezTo>
                <a:cubicBezTo>
                  <a:pt x="1395839" y="1061972"/>
                  <a:pt x="1236571" y="1061972"/>
                  <a:pt x="1076300" y="1061972"/>
                </a:cubicBezTo>
                <a:close/>
                <a:moveTo>
                  <a:pt x="489142" y="1010427"/>
                </a:moveTo>
                <a:cubicBezTo>
                  <a:pt x="488015" y="867442"/>
                  <a:pt x="502984" y="726901"/>
                  <a:pt x="530228" y="586108"/>
                </a:cubicBezTo>
                <a:cubicBezTo>
                  <a:pt x="405531" y="586108"/>
                  <a:pt x="282526" y="586108"/>
                  <a:pt x="158894" y="586108"/>
                </a:cubicBezTo>
                <a:cubicBezTo>
                  <a:pt x="90690" y="719197"/>
                  <a:pt x="54051" y="859802"/>
                  <a:pt x="50919" y="1010427"/>
                </a:cubicBezTo>
                <a:cubicBezTo>
                  <a:pt x="197912" y="1010427"/>
                  <a:pt x="342087" y="1010427"/>
                  <a:pt x="489142" y="1010427"/>
                </a:cubicBezTo>
                <a:close/>
                <a:moveTo>
                  <a:pt x="51859" y="1062285"/>
                </a:moveTo>
                <a:cubicBezTo>
                  <a:pt x="51546" y="1068423"/>
                  <a:pt x="50982" y="1071805"/>
                  <a:pt x="51233" y="1075124"/>
                </a:cubicBezTo>
                <a:cubicBezTo>
                  <a:pt x="52423" y="1094226"/>
                  <a:pt x="53362" y="1113391"/>
                  <a:pt x="55053" y="1132431"/>
                </a:cubicBezTo>
                <a:cubicBezTo>
                  <a:pt x="65825" y="1252430"/>
                  <a:pt x="99270" y="1365916"/>
                  <a:pt x="152506" y="1473890"/>
                </a:cubicBezTo>
                <a:cubicBezTo>
                  <a:pt x="157892" y="1484788"/>
                  <a:pt x="164405" y="1488295"/>
                  <a:pt x="176180" y="1488295"/>
                </a:cubicBezTo>
                <a:cubicBezTo>
                  <a:pt x="289165" y="1487919"/>
                  <a:pt x="402149" y="1488107"/>
                  <a:pt x="515134" y="1487982"/>
                </a:cubicBezTo>
                <a:cubicBezTo>
                  <a:pt x="519581" y="1487982"/>
                  <a:pt x="524028" y="1486730"/>
                  <a:pt x="530165" y="1485853"/>
                </a:cubicBezTo>
                <a:cubicBezTo>
                  <a:pt x="502796" y="1345373"/>
                  <a:pt x="488266" y="1204894"/>
                  <a:pt x="488955" y="1062285"/>
                </a:cubicBezTo>
                <a:cubicBezTo>
                  <a:pt x="341899" y="1062285"/>
                  <a:pt x="197724" y="1062285"/>
                  <a:pt x="51859" y="1062285"/>
                </a:cubicBezTo>
                <a:close/>
                <a:moveTo>
                  <a:pt x="1609032" y="1008861"/>
                </a:moveTo>
                <a:cubicBezTo>
                  <a:pt x="1634711" y="1013371"/>
                  <a:pt x="2006045" y="1012431"/>
                  <a:pt x="2021639" y="1007922"/>
                </a:cubicBezTo>
                <a:cubicBezTo>
                  <a:pt x="2017819" y="858737"/>
                  <a:pt x="1981994" y="717756"/>
                  <a:pt x="1913540" y="586108"/>
                </a:cubicBezTo>
                <a:cubicBezTo>
                  <a:pt x="1797235" y="586108"/>
                  <a:pt x="1683124" y="586108"/>
                  <a:pt x="1566757" y="586108"/>
                </a:cubicBezTo>
                <a:cubicBezTo>
                  <a:pt x="1594815" y="726963"/>
                  <a:pt x="1607779" y="867630"/>
                  <a:pt x="1609032" y="1008861"/>
                </a:cubicBezTo>
                <a:close/>
                <a:moveTo>
                  <a:pt x="2021702" y="1064352"/>
                </a:moveTo>
                <a:cubicBezTo>
                  <a:pt x="2001723" y="1059717"/>
                  <a:pt x="1627884" y="1059905"/>
                  <a:pt x="1608969" y="1064665"/>
                </a:cubicBezTo>
                <a:cubicBezTo>
                  <a:pt x="1607842" y="1205770"/>
                  <a:pt x="1594564" y="1346375"/>
                  <a:pt x="1567007" y="1485289"/>
                </a:cubicBezTo>
                <a:cubicBezTo>
                  <a:pt x="1571454" y="1486667"/>
                  <a:pt x="1573333" y="1487731"/>
                  <a:pt x="1575274" y="1487731"/>
                </a:cubicBezTo>
                <a:cubicBezTo>
                  <a:pt x="1684125" y="1487919"/>
                  <a:pt x="1793039" y="1487857"/>
                  <a:pt x="1901891" y="1488233"/>
                </a:cubicBezTo>
                <a:cubicBezTo>
                  <a:pt x="1911222" y="1488233"/>
                  <a:pt x="1914980" y="1483473"/>
                  <a:pt x="1918613" y="1476208"/>
                </a:cubicBezTo>
                <a:cubicBezTo>
                  <a:pt x="1975356" y="1362847"/>
                  <a:pt x="2008988" y="1243098"/>
                  <a:pt x="2019072" y="1116773"/>
                </a:cubicBezTo>
                <a:cubicBezTo>
                  <a:pt x="2020512" y="1099237"/>
                  <a:pt x="2020888" y="1081575"/>
                  <a:pt x="2021702" y="1064352"/>
                </a:cubicBezTo>
                <a:close/>
                <a:moveTo>
                  <a:pt x="1023064" y="50558"/>
                </a:moveTo>
                <a:cubicBezTo>
                  <a:pt x="1012668" y="51247"/>
                  <a:pt x="1004463" y="51247"/>
                  <a:pt x="996447" y="52499"/>
                </a:cubicBezTo>
                <a:cubicBezTo>
                  <a:pt x="947157" y="60265"/>
                  <a:pt x="901374" y="77739"/>
                  <a:pt x="859099" y="104106"/>
                </a:cubicBezTo>
                <a:cubicBezTo>
                  <a:pt x="801229" y="140244"/>
                  <a:pt x="755133" y="188469"/>
                  <a:pt x="716991" y="244523"/>
                </a:cubicBezTo>
                <a:cubicBezTo>
                  <a:pt x="659747" y="328698"/>
                  <a:pt x="622545" y="421641"/>
                  <a:pt x="596866" y="519657"/>
                </a:cubicBezTo>
                <a:cubicBezTo>
                  <a:pt x="595739" y="523979"/>
                  <a:pt x="595614" y="528551"/>
                  <a:pt x="595050" y="532998"/>
                </a:cubicBezTo>
                <a:cubicBezTo>
                  <a:pt x="627806" y="537068"/>
                  <a:pt x="1007908" y="535503"/>
                  <a:pt x="1023064" y="531244"/>
                </a:cubicBezTo>
                <a:cubicBezTo>
                  <a:pt x="1023064" y="372226"/>
                  <a:pt x="1023064" y="212958"/>
                  <a:pt x="1023064" y="50558"/>
                </a:cubicBezTo>
                <a:close/>
                <a:moveTo>
                  <a:pt x="1022814" y="1541280"/>
                </a:moveTo>
                <a:cubicBezTo>
                  <a:pt x="1005904" y="1537021"/>
                  <a:pt x="615969" y="1536332"/>
                  <a:pt x="594424" y="1540466"/>
                </a:cubicBezTo>
                <a:cubicBezTo>
                  <a:pt x="595927" y="1547042"/>
                  <a:pt x="596741" y="1553869"/>
                  <a:pt x="598933" y="1560195"/>
                </a:cubicBezTo>
                <a:cubicBezTo>
                  <a:pt x="615217" y="1607355"/>
                  <a:pt x="629935" y="1655267"/>
                  <a:pt x="648724" y="1701425"/>
                </a:cubicBezTo>
                <a:cubicBezTo>
                  <a:pt x="677284" y="1771697"/>
                  <a:pt x="716428" y="1836018"/>
                  <a:pt x="768160" y="1891884"/>
                </a:cubicBezTo>
                <a:cubicBezTo>
                  <a:pt x="833045" y="1961904"/>
                  <a:pt x="910706" y="2008814"/>
                  <a:pt x="1007031" y="2020651"/>
                </a:cubicBezTo>
                <a:cubicBezTo>
                  <a:pt x="1012041" y="2021278"/>
                  <a:pt x="1017240" y="2020714"/>
                  <a:pt x="1022814" y="2020714"/>
                </a:cubicBezTo>
                <a:cubicBezTo>
                  <a:pt x="1022814" y="1859629"/>
                  <a:pt x="1022814" y="1700298"/>
                  <a:pt x="1022814" y="1541280"/>
                </a:cubicBezTo>
                <a:close/>
                <a:moveTo>
                  <a:pt x="1502122" y="533687"/>
                </a:moveTo>
                <a:cubicBezTo>
                  <a:pt x="1500745" y="526296"/>
                  <a:pt x="1500369" y="520847"/>
                  <a:pt x="1498678" y="515900"/>
                </a:cubicBezTo>
                <a:cubicBezTo>
                  <a:pt x="1482832" y="469303"/>
                  <a:pt x="1468866" y="421954"/>
                  <a:pt x="1450390" y="376422"/>
                </a:cubicBezTo>
                <a:cubicBezTo>
                  <a:pt x="1419576" y="300389"/>
                  <a:pt x="1377739" y="230745"/>
                  <a:pt x="1320119" y="171434"/>
                </a:cubicBezTo>
                <a:cubicBezTo>
                  <a:pt x="1266508" y="116194"/>
                  <a:pt x="1203940" y="76048"/>
                  <a:pt x="1128283" y="58324"/>
                </a:cubicBezTo>
                <a:cubicBezTo>
                  <a:pt x="1111248" y="54315"/>
                  <a:pt x="1094087" y="49430"/>
                  <a:pt x="1076488" y="52061"/>
                </a:cubicBezTo>
                <a:cubicBezTo>
                  <a:pt x="1072229" y="74044"/>
                  <a:pt x="1072793" y="516526"/>
                  <a:pt x="1077052" y="533749"/>
                </a:cubicBezTo>
                <a:cubicBezTo>
                  <a:pt x="1217656" y="533687"/>
                  <a:pt x="1358386" y="533687"/>
                  <a:pt x="1502122" y="533687"/>
                </a:cubicBezTo>
                <a:close/>
                <a:moveTo>
                  <a:pt x="1076300" y="1538838"/>
                </a:moveTo>
                <a:cubicBezTo>
                  <a:pt x="1071728" y="1566458"/>
                  <a:pt x="1072918" y="2005620"/>
                  <a:pt x="1077427" y="2020651"/>
                </a:cubicBezTo>
                <a:cubicBezTo>
                  <a:pt x="1101478" y="2020964"/>
                  <a:pt x="1124713" y="2015453"/>
                  <a:pt x="1147573" y="2008564"/>
                </a:cubicBezTo>
                <a:cubicBezTo>
                  <a:pt x="1231748" y="1983136"/>
                  <a:pt x="1298011" y="1932030"/>
                  <a:pt x="1352311" y="1864264"/>
                </a:cubicBezTo>
                <a:cubicBezTo>
                  <a:pt x="1426528" y="1771759"/>
                  <a:pt x="1469555" y="1664348"/>
                  <a:pt x="1500494" y="1551364"/>
                </a:cubicBezTo>
                <a:cubicBezTo>
                  <a:pt x="1501496" y="1547794"/>
                  <a:pt x="1500619" y="1543723"/>
                  <a:pt x="1500619" y="1538900"/>
                </a:cubicBezTo>
                <a:cubicBezTo>
                  <a:pt x="1358762" y="1538838"/>
                  <a:pt x="1218032" y="1538838"/>
                  <a:pt x="1076300" y="1538838"/>
                </a:cubicBezTo>
                <a:close/>
                <a:moveTo>
                  <a:pt x="188768" y="1539088"/>
                </a:moveTo>
                <a:cubicBezTo>
                  <a:pt x="258413" y="1655956"/>
                  <a:pt x="345594" y="1751279"/>
                  <a:pt x="451377" y="1829441"/>
                </a:cubicBezTo>
                <a:cubicBezTo>
                  <a:pt x="557284" y="1907666"/>
                  <a:pt x="674214" y="1962656"/>
                  <a:pt x="802794" y="1992530"/>
                </a:cubicBezTo>
                <a:cubicBezTo>
                  <a:pt x="800039" y="1988084"/>
                  <a:pt x="796531" y="1984952"/>
                  <a:pt x="792836" y="1982071"/>
                </a:cubicBezTo>
                <a:cubicBezTo>
                  <a:pt x="762461" y="1958334"/>
                  <a:pt x="735467" y="1931278"/>
                  <a:pt x="711041" y="1901529"/>
                </a:cubicBezTo>
                <a:cubicBezTo>
                  <a:pt x="644340" y="1820423"/>
                  <a:pt x="600624" y="1727354"/>
                  <a:pt x="568307" y="1628336"/>
                </a:cubicBezTo>
                <a:cubicBezTo>
                  <a:pt x="558787" y="1599150"/>
                  <a:pt x="550583" y="1569589"/>
                  <a:pt x="541439" y="1539151"/>
                </a:cubicBezTo>
                <a:cubicBezTo>
                  <a:pt x="425072" y="1539088"/>
                  <a:pt x="309018" y="1539088"/>
                  <a:pt x="188768" y="1539088"/>
                </a:cubicBezTo>
                <a:close/>
                <a:moveTo>
                  <a:pt x="1885356" y="534188"/>
                </a:moveTo>
                <a:cubicBezTo>
                  <a:pt x="1746818" y="309972"/>
                  <a:pt x="1555358" y="162415"/>
                  <a:pt x="1306090" y="87447"/>
                </a:cubicBezTo>
                <a:cubicBezTo>
                  <a:pt x="1306340" y="90265"/>
                  <a:pt x="1306153" y="91017"/>
                  <a:pt x="1306466" y="91330"/>
                </a:cubicBezTo>
                <a:cubicBezTo>
                  <a:pt x="1308846" y="93772"/>
                  <a:pt x="1311163" y="96215"/>
                  <a:pt x="1313793" y="98407"/>
                </a:cubicBezTo>
                <a:cubicBezTo>
                  <a:pt x="1363334" y="139430"/>
                  <a:pt x="1403417" y="188532"/>
                  <a:pt x="1437300" y="243020"/>
                </a:cubicBezTo>
                <a:cubicBezTo>
                  <a:pt x="1488281" y="325128"/>
                  <a:pt x="1521976" y="414501"/>
                  <a:pt x="1547655" y="507257"/>
                </a:cubicBezTo>
                <a:cubicBezTo>
                  <a:pt x="1550160" y="516275"/>
                  <a:pt x="1553103" y="525231"/>
                  <a:pt x="1555859" y="534250"/>
                </a:cubicBezTo>
                <a:cubicBezTo>
                  <a:pt x="1664898" y="534188"/>
                  <a:pt x="1772309" y="534188"/>
                  <a:pt x="1885356" y="534188"/>
                </a:cubicBezTo>
                <a:close/>
              </a:path>
            </a:pathLst>
          </a:custGeom>
          <a:solidFill>
            <a:schemeClr val="bg1"/>
          </a:solidFill>
          <a:ln w="62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2" name="组合 21"/>
          <p:cNvGrpSpPr/>
          <p:nvPr>
            <p:custDataLst>
              <p:tags r:id="rId4"/>
            </p:custDataLst>
          </p:nvPr>
        </p:nvGrpSpPr>
        <p:grpSpPr>
          <a:xfrm>
            <a:off x="6362065" y="1646555"/>
            <a:ext cx="5594985" cy="2067560"/>
            <a:chOff x="1308520" y="1689813"/>
            <a:chExt cx="2270124" cy="2099763"/>
          </a:xfrm>
        </p:grpSpPr>
        <p:sp>
          <p:nvSpPr>
            <p:cNvPr id="23" name="等腰三角形 22"/>
            <p:cNvSpPr/>
            <p:nvPr>
              <p:custDataLst>
                <p:tags r:id="rId5"/>
              </p:custDataLst>
            </p:nvPr>
          </p:nvSpPr>
          <p:spPr>
            <a:xfrm flipV="1">
              <a:off x="1696758" y="1997673"/>
              <a:ext cx="1455941" cy="1255121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>
              <p:custDataLst>
                <p:tags r:id="rId6"/>
              </p:custDataLst>
            </p:nvPr>
          </p:nvSpPr>
          <p:spPr>
            <a:xfrm>
              <a:off x="1637535" y="1689813"/>
              <a:ext cx="1595090" cy="1297519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>
              <p:custDataLst>
                <p:tags r:id="rId7"/>
              </p:custDataLst>
            </p:nvPr>
          </p:nvSpPr>
          <p:spPr>
            <a:xfrm>
              <a:off x="2226502" y="3355415"/>
              <a:ext cx="434161" cy="43416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dirty="0"/>
                <a:t>√</a:t>
              </a:r>
              <a:endParaRPr lang="zh-CN" altLang="en-US" dirty="0"/>
            </a:p>
          </p:txBody>
        </p:sp>
        <p:sp>
          <p:nvSpPr>
            <p:cNvPr id="31" name="矩形 30"/>
            <p:cNvSpPr/>
            <p:nvPr>
              <p:custDataLst>
                <p:tags r:id="rId8"/>
              </p:custDataLst>
            </p:nvPr>
          </p:nvSpPr>
          <p:spPr>
            <a:xfrm>
              <a:off x="1308520" y="2513820"/>
              <a:ext cx="2270124" cy="3769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ym typeface="+mn-ea"/>
                </a:rPr>
                <a:t>2.Vue Router </a:t>
              </a:r>
              <a:r>
                <a:rPr lang="zh-CN" altLang="en-US" sz="1600">
                  <a:sym typeface="+mn-ea"/>
                </a:rPr>
                <a:t>全局前置守卫 </a:t>
              </a:r>
              <a:endParaRPr lang="zh-CN" altLang="en-US" sz="1600">
                <a:sym typeface="+mn-ea"/>
              </a:endParaRPr>
            </a:p>
            <a:p>
              <a:pPr algn="ctr"/>
              <a:r>
                <a:rPr lang="zh-CN" altLang="en-US" sz="1600">
                  <a:sym typeface="+mn-ea"/>
                </a:rPr>
                <a:t>`</a:t>
              </a:r>
              <a:r>
                <a:rPr lang="en-US" altLang="zh-CN" sz="1600">
                  <a:sym typeface="+mn-ea"/>
                </a:rPr>
                <a:t>beforeEach`</a:t>
              </a:r>
              <a:endPara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32" name="任意多边形: 形状 33"/>
          <p:cNvSpPr/>
          <p:nvPr>
            <p:custDataLst>
              <p:tags r:id="rId9"/>
            </p:custDataLst>
          </p:nvPr>
        </p:nvSpPr>
        <p:spPr>
          <a:xfrm>
            <a:off x="8587740" y="2073910"/>
            <a:ext cx="874395" cy="349885"/>
          </a:xfrm>
          <a:custGeom>
            <a:avLst/>
            <a:gdLst>
              <a:gd name="connsiteX0" fmla="*/ 1 w 2072432"/>
              <a:gd name="connsiteY0" fmla="*/ 1035792 h 2072153"/>
              <a:gd name="connsiteX1" fmla="*/ 1040914 w 2072432"/>
              <a:gd name="connsiteY1" fmla="*/ 15 h 2072153"/>
              <a:gd name="connsiteX2" fmla="*/ 2072432 w 2072432"/>
              <a:gd name="connsiteY2" fmla="*/ 1037483 h 2072153"/>
              <a:gd name="connsiteX3" fmla="*/ 1042292 w 2072432"/>
              <a:gd name="connsiteY3" fmla="*/ 2072133 h 2072153"/>
              <a:gd name="connsiteX4" fmla="*/ 1 w 2072432"/>
              <a:gd name="connsiteY4" fmla="*/ 1035792 h 2072153"/>
              <a:gd name="connsiteX5" fmla="*/ 1303585 w 2072432"/>
              <a:gd name="connsiteY5" fmla="*/ 1981132 h 2072153"/>
              <a:gd name="connsiteX6" fmla="*/ 1337217 w 2072432"/>
              <a:gd name="connsiteY6" fmla="*/ 1974806 h 2072153"/>
              <a:gd name="connsiteX7" fmla="*/ 1874396 w 2072432"/>
              <a:gd name="connsiteY7" fmla="*/ 1554620 h 2072153"/>
              <a:gd name="connsiteX8" fmla="*/ 1881974 w 2072432"/>
              <a:gd name="connsiteY8" fmla="*/ 1539088 h 2072153"/>
              <a:gd name="connsiteX9" fmla="*/ 1554982 w 2072432"/>
              <a:gd name="connsiteY9" fmla="*/ 1539088 h 2072153"/>
              <a:gd name="connsiteX10" fmla="*/ 1547655 w 2072432"/>
              <a:gd name="connsiteY10" fmla="*/ 1565330 h 2072153"/>
              <a:gd name="connsiteX11" fmla="*/ 1463730 w 2072432"/>
              <a:gd name="connsiteY11" fmla="*/ 1783346 h 2072153"/>
              <a:gd name="connsiteX12" fmla="*/ 1303585 w 2072432"/>
              <a:gd name="connsiteY12" fmla="*/ 1981633 h 2072153"/>
              <a:gd name="connsiteX13" fmla="*/ 1303898 w 2072432"/>
              <a:gd name="connsiteY13" fmla="*/ 1982447 h 2072153"/>
              <a:gd name="connsiteX14" fmla="*/ 1303585 w 2072432"/>
              <a:gd name="connsiteY14" fmla="*/ 1981132 h 2072153"/>
              <a:gd name="connsiteX15" fmla="*/ 802920 w 2072432"/>
              <a:gd name="connsiteY15" fmla="*/ 79493 h 2072153"/>
              <a:gd name="connsiteX16" fmla="*/ 782815 w 2072432"/>
              <a:gd name="connsiteY16" fmla="*/ 83063 h 2072153"/>
              <a:gd name="connsiteX17" fmla="*/ 195157 w 2072432"/>
              <a:gd name="connsiteY17" fmla="*/ 522351 h 2072153"/>
              <a:gd name="connsiteX18" fmla="*/ 190397 w 2072432"/>
              <a:gd name="connsiteY18" fmla="*/ 533812 h 2072153"/>
              <a:gd name="connsiteX19" fmla="*/ 541251 w 2072432"/>
              <a:gd name="connsiteY19" fmla="*/ 533812 h 2072153"/>
              <a:gd name="connsiteX20" fmla="*/ 547138 w 2072432"/>
              <a:gd name="connsiteY20" fmla="*/ 513645 h 2072153"/>
              <a:gd name="connsiteX21" fmla="*/ 610645 w 2072432"/>
              <a:gd name="connsiteY21" fmla="*/ 333834 h 2072153"/>
              <a:gd name="connsiteX22" fmla="*/ 796844 w 2072432"/>
              <a:gd name="connsiteY22" fmla="*/ 86946 h 2072153"/>
              <a:gd name="connsiteX23" fmla="*/ 802606 w 2072432"/>
              <a:gd name="connsiteY23" fmla="*/ 79180 h 2072153"/>
              <a:gd name="connsiteX24" fmla="*/ 805174 w 2072432"/>
              <a:gd name="connsiteY24" fmla="*/ 77489 h 2072153"/>
              <a:gd name="connsiteX25" fmla="*/ 802920 w 2072432"/>
              <a:gd name="connsiteY25" fmla="*/ 79493 h 2072153"/>
              <a:gd name="connsiteX26" fmla="*/ 1022939 w 2072432"/>
              <a:gd name="connsiteY26" fmla="*/ 586233 h 2072153"/>
              <a:gd name="connsiteX27" fmla="*/ 582336 w 2072432"/>
              <a:gd name="connsiteY27" fmla="*/ 586233 h 2072153"/>
              <a:gd name="connsiteX28" fmla="*/ 542817 w 2072432"/>
              <a:gd name="connsiteY28" fmla="*/ 1010114 h 2072153"/>
              <a:gd name="connsiteX29" fmla="*/ 1022939 w 2072432"/>
              <a:gd name="connsiteY29" fmla="*/ 1008110 h 2072153"/>
              <a:gd name="connsiteX30" fmla="*/ 1022939 w 2072432"/>
              <a:gd name="connsiteY30" fmla="*/ 586233 h 2072153"/>
              <a:gd name="connsiteX31" fmla="*/ 582775 w 2072432"/>
              <a:gd name="connsiteY31" fmla="*/ 1486604 h 2072153"/>
              <a:gd name="connsiteX32" fmla="*/ 1022250 w 2072432"/>
              <a:gd name="connsiteY32" fmla="*/ 1484725 h 2072153"/>
              <a:gd name="connsiteX33" fmla="*/ 1020622 w 2072432"/>
              <a:gd name="connsiteY33" fmla="*/ 1062911 h 2072153"/>
              <a:gd name="connsiteX34" fmla="*/ 541063 w 2072432"/>
              <a:gd name="connsiteY34" fmla="*/ 1064352 h 2072153"/>
              <a:gd name="connsiteX35" fmla="*/ 582775 w 2072432"/>
              <a:gd name="connsiteY35" fmla="*/ 1486604 h 2072153"/>
              <a:gd name="connsiteX36" fmla="*/ 1074860 w 2072432"/>
              <a:gd name="connsiteY36" fmla="*/ 1010365 h 2072153"/>
              <a:gd name="connsiteX37" fmla="*/ 1556109 w 2072432"/>
              <a:gd name="connsiteY37" fmla="*/ 1010365 h 2072153"/>
              <a:gd name="connsiteX38" fmla="*/ 1514085 w 2072432"/>
              <a:gd name="connsiteY38" fmla="*/ 586296 h 2072153"/>
              <a:gd name="connsiteX39" fmla="*/ 1074860 w 2072432"/>
              <a:gd name="connsiteY39" fmla="*/ 586296 h 2072153"/>
              <a:gd name="connsiteX40" fmla="*/ 1074860 w 2072432"/>
              <a:gd name="connsiteY40" fmla="*/ 1010365 h 2072153"/>
              <a:gd name="connsiteX41" fmla="*/ 1076300 w 2072432"/>
              <a:gd name="connsiteY41" fmla="*/ 1061972 h 2072153"/>
              <a:gd name="connsiteX42" fmla="*/ 1077177 w 2072432"/>
              <a:gd name="connsiteY42" fmla="*/ 1486541 h 2072153"/>
              <a:gd name="connsiteX43" fmla="*/ 1514711 w 2072432"/>
              <a:gd name="connsiteY43" fmla="*/ 1486541 h 2072153"/>
              <a:gd name="connsiteX44" fmla="*/ 1554982 w 2072432"/>
              <a:gd name="connsiteY44" fmla="*/ 1061972 h 2072153"/>
              <a:gd name="connsiteX45" fmla="*/ 1076300 w 2072432"/>
              <a:gd name="connsiteY45" fmla="*/ 1061972 h 2072153"/>
              <a:gd name="connsiteX46" fmla="*/ 489142 w 2072432"/>
              <a:gd name="connsiteY46" fmla="*/ 1010427 h 2072153"/>
              <a:gd name="connsiteX47" fmla="*/ 530228 w 2072432"/>
              <a:gd name="connsiteY47" fmla="*/ 586108 h 2072153"/>
              <a:gd name="connsiteX48" fmla="*/ 158894 w 2072432"/>
              <a:gd name="connsiteY48" fmla="*/ 586108 h 2072153"/>
              <a:gd name="connsiteX49" fmla="*/ 50919 w 2072432"/>
              <a:gd name="connsiteY49" fmla="*/ 1010427 h 2072153"/>
              <a:gd name="connsiteX50" fmla="*/ 489142 w 2072432"/>
              <a:gd name="connsiteY50" fmla="*/ 1010427 h 2072153"/>
              <a:gd name="connsiteX51" fmla="*/ 51859 w 2072432"/>
              <a:gd name="connsiteY51" fmla="*/ 1062285 h 2072153"/>
              <a:gd name="connsiteX52" fmla="*/ 51233 w 2072432"/>
              <a:gd name="connsiteY52" fmla="*/ 1075124 h 2072153"/>
              <a:gd name="connsiteX53" fmla="*/ 55053 w 2072432"/>
              <a:gd name="connsiteY53" fmla="*/ 1132431 h 2072153"/>
              <a:gd name="connsiteX54" fmla="*/ 152506 w 2072432"/>
              <a:gd name="connsiteY54" fmla="*/ 1473890 h 2072153"/>
              <a:gd name="connsiteX55" fmla="*/ 176180 w 2072432"/>
              <a:gd name="connsiteY55" fmla="*/ 1488295 h 2072153"/>
              <a:gd name="connsiteX56" fmla="*/ 515134 w 2072432"/>
              <a:gd name="connsiteY56" fmla="*/ 1487982 h 2072153"/>
              <a:gd name="connsiteX57" fmla="*/ 530165 w 2072432"/>
              <a:gd name="connsiteY57" fmla="*/ 1485853 h 2072153"/>
              <a:gd name="connsiteX58" fmla="*/ 488955 w 2072432"/>
              <a:gd name="connsiteY58" fmla="*/ 1062285 h 2072153"/>
              <a:gd name="connsiteX59" fmla="*/ 51859 w 2072432"/>
              <a:gd name="connsiteY59" fmla="*/ 1062285 h 2072153"/>
              <a:gd name="connsiteX60" fmla="*/ 1609032 w 2072432"/>
              <a:gd name="connsiteY60" fmla="*/ 1008861 h 2072153"/>
              <a:gd name="connsiteX61" fmla="*/ 2021639 w 2072432"/>
              <a:gd name="connsiteY61" fmla="*/ 1007922 h 2072153"/>
              <a:gd name="connsiteX62" fmla="*/ 1913540 w 2072432"/>
              <a:gd name="connsiteY62" fmla="*/ 586108 h 2072153"/>
              <a:gd name="connsiteX63" fmla="*/ 1566757 w 2072432"/>
              <a:gd name="connsiteY63" fmla="*/ 586108 h 2072153"/>
              <a:gd name="connsiteX64" fmla="*/ 1609032 w 2072432"/>
              <a:gd name="connsiteY64" fmla="*/ 1008861 h 2072153"/>
              <a:gd name="connsiteX65" fmla="*/ 2021702 w 2072432"/>
              <a:gd name="connsiteY65" fmla="*/ 1064352 h 2072153"/>
              <a:gd name="connsiteX66" fmla="*/ 1608969 w 2072432"/>
              <a:gd name="connsiteY66" fmla="*/ 1064665 h 2072153"/>
              <a:gd name="connsiteX67" fmla="*/ 1567007 w 2072432"/>
              <a:gd name="connsiteY67" fmla="*/ 1485289 h 2072153"/>
              <a:gd name="connsiteX68" fmla="*/ 1575274 w 2072432"/>
              <a:gd name="connsiteY68" fmla="*/ 1487731 h 2072153"/>
              <a:gd name="connsiteX69" fmla="*/ 1901891 w 2072432"/>
              <a:gd name="connsiteY69" fmla="*/ 1488233 h 2072153"/>
              <a:gd name="connsiteX70" fmla="*/ 1918613 w 2072432"/>
              <a:gd name="connsiteY70" fmla="*/ 1476208 h 2072153"/>
              <a:gd name="connsiteX71" fmla="*/ 2019072 w 2072432"/>
              <a:gd name="connsiteY71" fmla="*/ 1116773 h 2072153"/>
              <a:gd name="connsiteX72" fmla="*/ 2021702 w 2072432"/>
              <a:gd name="connsiteY72" fmla="*/ 1064352 h 2072153"/>
              <a:gd name="connsiteX73" fmla="*/ 1023064 w 2072432"/>
              <a:gd name="connsiteY73" fmla="*/ 50558 h 2072153"/>
              <a:gd name="connsiteX74" fmla="*/ 996447 w 2072432"/>
              <a:gd name="connsiteY74" fmla="*/ 52499 h 2072153"/>
              <a:gd name="connsiteX75" fmla="*/ 859099 w 2072432"/>
              <a:gd name="connsiteY75" fmla="*/ 104106 h 2072153"/>
              <a:gd name="connsiteX76" fmla="*/ 716991 w 2072432"/>
              <a:gd name="connsiteY76" fmla="*/ 244523 h 2072153"/>
              <a:gd name="connsiteX77" fmla="*/ 596866 w 2072432"/>
              <a:gd name="connsiteY77" fmla="*/ 519657 h 2072153"/>
              <a:gd name="connsiteX78" fmla="*/ 595050 w 2072432"/>
              <a:gd name="connsiteY78" fmla="*/ 532998 h 2072153"/>
              <a:gd name="connsiteX79" fmla="*/ 1023064 w 2072432"/>
              <a:gd name="connsiteY79" fmla="*/ 531244 h 2072153"/>
              <a:gd name="connsiteX80" fmla="*/ 1023064 w 2072432"/>
              <a:gd name="connsiteY80" fmla="*/ 50558 h 2072153"/>
              <a:gd name="connsiteX81" fmla="*/ 1022814 w 2072432"/>
              <a:gd name="connsiteY81" fmla="*/ 1541280 h 2072153"/>
              <a:gd name="connsiteX82" fmla="*/ 594424 w 2072432"/>
              <a:gd name="connsiteY82" fmla="*/ 1540466 h 2072153"/>
              <a:gd name="connsiteX83" fmla="*/ 598933 w 2072432"/>
              <a:gd name="connsiteY83" fmla="*/ 1560195 h 2072153"/>
              <a:gd name="connsiteX84" fmla="*/ 648724 w 2072432"/>
              <a:gd name="connsiteY84" fmla="*/ 1701425 h 2072153"/>
              <a:gd name="connsiteX85" fmla="*/ 768160 w 2072432"/>
              <a:gd name="connsiteY85" fmla="*/ 1891884 h 2072153"/>
              <a:gd name="connsiteX86" fmla="*/ 1007031 w 2072432"/>
              <a:gd name="connsiteY86" fmla="*/ 2020651 h 2072153"/>
              <a:gd name="connsiteX87" fmla="*/ 1022814 w 2072432"/>
              <a:gd name="connsiteY87" fmla="*/ 2020714 h 2072153"/>
              <a:gd name="connsiteX88" fmla="*/ 1022814 w 2072432"/>
              <a:gd name="connsiteY88" fmla="*/ 1541280 h 2072153"/>
              <a:gd name="connsiteX89" fmla="*/ 1502122 w 2072432"/>
              <a:gd name="connsiteY89" fmla="*/ 533687 h 2072153"/>
              <a:gd name="connsiteX90" fmla="*/ 1498678 w 2072432"/>
              <a:gd name="connsiteY90" fmla="*/ 515900 h 2072153"/>
              <a:gd name="connsiteX91" fmla="*/ 1450390 w 2072432"/>
              <a:gd name="connsiteY91" fmla="*/ 376422 h 2072153"/>
              <a:gd name="connsiteX92" fmla="*/ 1320119 w 2072432"/>
              <a:gd name="connsiteY92" fmla="*/ 171434 h 2072153"/>
              <a:gd name="connsiteX93" fmla="*/ 1128283 w 2072432"/>
              <a:gd name="connsiteY93" fmla="*/ 58324 h 2072153"/>
              <a:gd name="connsiteX94" fmla="*/ 1076488 w 2072432"/>
              <a:gd name="connsiteY94" fmla="*/ 52061 h 2072153"/>
              <a:gd name="connsiteX95" fmla="*/ 1077052 w 2072432"/>
              <a:gd name="connsiteY95" fmla="*/ 533749 h 2072153"/>
              <a:gd name="connsiteX96" fmla="*/ 1502122 w 2072432"/>
              <a:gd name="connsiteY96" fmla="*/ 533687 h 2072153"/>
              <a:gd name="connsiteX97" fmla="*/ 1076300 w 2072432"/>
              <a:gd name="connsiteY97" fmla="*/ 1538838 h 2072153"/>
              <a:gd name="connsiteX98" fmla="*/ 1077427 w 2072432"/>
              <a:gd name="connsiteY98" fmla="*/ 2020651 h 2072153"/>
              <a:gd name="connsiteX99" fmla="*/ 1147573 w 2072432"/>
              <a:gd name="connsiteY99" fmla="*/ 2008564 h 2072153"/>
              <a:gd name="connsiteX100" fmla="*/ 1352311 w 2072432"/>
              <a:gd name="connsiteY100" fmla="*/ 1864264 h 2072153"/>
              <a:gd name="connsiteX101" fmla="*/ 1500494 w 2072432"/>
              <a:gd name="connsiteY101" fmla="*/ 1551364 h 2072153"/>
              <a:gd name="connsiteX102" fmla="*/ 1500619 w 2072432"/>
              <a:gd name="connsiteY102" fmla="*/ 1538900 h 2072153"/>
              <a:gd name="connsiteX103" fmla="*/ 1076300 w 2072432"/>
              <a:gd name="connsiteY103" fmla="*/ 1538838 h 2072153"/>
              <a:gd name="connsiteX104" fmla="*/ 188768 w 2072432"/>
              <a:gd name="connsiteY104" fmla="*/ 1539088 h 2072153"/>
              <a:gd name="connsiteX105" fmla="*/ 451377 w 2072432"/>
              <a:gd name="connsiteY105" fmla="*/ 1829441 h 2072153"/>
              <a:gd name="connsiteX106" fmla="*/ 802794 w 2072432"/>
              <a:gd name="connsiteY106" fmla="*/ 1992530 h 2072153"/>
              <a:gd name="connsiteX107" fmla="*/ 792836 w 2072432"/>
              <a:gd name="connsiteY107" fmla="*/ 1982071 h 2072153"/>
              <a:gd name="connsiteX108" fmla="*/ 711041 w 2072432"/>
              <a:gd name="connsiteY108" fmla="*/ 1901529 h 2072153"/>
              <a:gd name="connsiteX109" fmla="*/ 568307 w 2072432"/>
              <a:gd name="connsiteY109" fmla="*/ 1628336 h 2072153"/>
              <a:gd name="connsiteX110" fmla="*/ 541439 w 2072432"/>
              <a:gd name="connsiteY110" fmla="*/ 1539151 h 2072153"/>
              <a:gd name="connsiteX111" fmla="*/ 188768 w 2072432"/>
              <a:gd name="connsiteY111" fmla="*/ 1539088 h 2072153"/>
              <a:gd name="connsiteX112" fmla="*/ 1885356 w 2072432"/>
              <a:gd name="connsiteY112" fmla="*/ 534188 h 2072153"/>
              <a:gd name="connsiteX113" fmla="*/ 1306090 w 2072432"/>
              <a:gd name="connsiteY113" fmla="*/ 87447 h 2072153"/>
              <a:gd name="connsiteX114" fmla="*/ 1306466 w 2072432"/>
              <a:gd name="connsiteY114" fmla="*/ 91330 h 2072153"/>
              <a:gd name="connsiteX115" fmla="*/ 1313793 w 2072432"/>
              <a:gd name="connsiteY115" fmla="*/ 98407 h 2072153"/>
              <a:gd name="connsiteX116" fmla="*/ 1437300 w 2072432"/>
              <a:gd name="connsiteY116" fmla="*/ 243020 h 2072153"/>
              <a:gd name="connsiteX117" fmla="*/ 1547655 w 2072432"/>
              <a:gd name="connsiteY117" fmla="*/ 507257 h 2072153"/>
              <a:gd name="connsiteX118" fmla="*/ 1555859 w 2072432"/>
              <a:gd name="connsiteY118" fmla="*/ 534250 h 2072153"/>
              <a:gd name="connsiteX119" fmla="*/ 1885356 w 2072432"/>
              <a:gd name="connsiteY119" fmla="*/ 534188 h 2072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072432" h="2072153">
                <a:moveTo>
                  <a:pt x="1" y="1035792"/>
                </a:moveTo>
                <a:cubicBezTo>
                  <a:pt x="1" y="464230"/>
                  <a:pt x="463527" y="-3054"/>
                  <a:pt x="1040914" y="15"/>
                </a:cubicBezTo>
                <a:cubicBezTo>
                  <a:pt x="1608343" y="3021"/>
                  <a:pt x="2073059" y="460221"/>
                  <a:pt x="2072432" y="1037483"/>
                </a:cubicBezTo>
                <a:cubicBezTo>
                  <a:pt x="2071806" y="1604474"/>
                  <a:pt x="1619366" y="2068563"/>
                  <a:pt x="1042292" y="2072133"/>
                </a:cubicBezTo>
                <a:cubicBezTo>
                  <a:pt x="449373" y="2075766"/>
                  <a:pt x="-876" y="1596019"/>
                  <a:pt x="1" y="1035792"/>
                </a:cubicBezTo>
                <a:close/>
                <a:moveTo>
                  <a:pt x="1303585" y="1981132"/>
                </a:moveTo>
                <a:cubicBezTo>
                  <a:pt x="1314796" y="1979065"/>
                  <a:pt x="1326508" y="1978313"/>
                  <a:pt x="1337217" y="1974806"/>
                </a:cubicBezTo>
                <a:cubicBezTo>
                  <a:pt x="1566444" y="1898961"/>
                  <a:pt x="1745566" y="1758857"/>
                  <a:pt x="1874396" y="1554620"/>
                </a:cubicBezTo>
                <a:cubicBezTo>
                  <a:pt x="1877152" y="1550236"/>
                  <a:pt x="1878968" y="1545289"/>
                  <a:pt x="1881974" y="1539088"/>
                </a:cubicBezTo>
                <a:cubicBezTo>
                  <a:pt x="1771933" y="1539088"/>
                  <a:pt x="1664084" y="1539088"/>
                  <a:pt x="1554982" y="1539088"/>
                </a:cubicBezTo>
                <a:cubicBezTo>
                  <a:pt x="1552352" y="1548357"/>
                  <a:pt x="1549909" y="1556813"/>
                  <a:pt x="1547655" y="1565330"/>
                </a:cubicBezTo>
                <a:cubicBezTo>
                  <a:pt x="1527237" y="1640925"/>
                  <a:pt x="1500619" y="1714140"/>
                  <a:pt x="1463730" y="1783346"/>
                </a:cubicBezTo>
                <a:cubicBezTo>
                  <a:pt x="1423020" y="1859629"/>
                  <a:pt x="1372478" y="1928084"/>
                  <a:pt x="1303585" y="1981633"/>
                </a:cubicBezTo>
                <a:lnTo>
                  <a:pt x="1303898" y="1982447"/>
                </a:lnTo>
                <a:cubicBezTo>
                  <a:pt x="1303835" y="1982447"/>
                  <a:pt x="1303585" y="1981132"/>
                  <a:pt x="1303585" y="1981132"/>
                </a:cubicBezTo>
                <a:close/>
                <a:moveTo>
                  <a:pt x="802920" y="79493"/>
                </a:moveTo>
                <a:cubicBezTo>
                  <a:pt x="796218" y="80620"/>
                  <a:pt x="789329" y="81246"/>
                  <a:pt x="782815" y="83063"/>
                </a:cubicBezTo>
                <a:cubicBezTo>
                  <a:pt x="530228" y="153584"/>
                  <a:pt x="334509" y="300327"/>
                  <a:pt x="195157" y="522351"/>
                </a:cubicBezTo>
                <a:cubicBezTo>
                  <a:pt x="193153" y="525545"/>
                  <a:pt x="192150" y="529428"/>
                  <a:pt x="190397" y="533812"/>
                </a:cubicBezTo>
                <a:cubicBezTo>
                  <a:pt x="308204" y="533812"/>
                  <a:pt x="424383" y="533812"/>
                  <a:pt x="541251" y="533812"/>
                </a:cubicBezTo>
                <a:cubicBezTo>
                  <a:pt x="543380" y="526547"/>
                  <a:pt x="545447" y="520158"/>
                  <a:pt x="547138" y="513645"/>
                </a:cubicBezTo>
                <a:cubicBezTo>
                  <a:pt x="563359" y="451954"/>
                  <a:pt x="583902" y="391767"/>
                  <a:pt x="610645" y="333834"/>
                </a:cubicBezTo>
                <a:cubicBezTo>
                  <a:pt x="654799" y="238072"/>
                  <a:pt x="712732" y="152645"/>
                  <a:pt x="796844" y="86946"/>
                </a:cubicBezTo>
                <a:cubicBezTo>
                  <a:pt x="799287" y="85004"/>
                  <a:pt x="800727" y="81810"/>
                  <a:pt x="802606" y="79180"/>
                </a:cubicBezTo>
                <a:cubicBezTo>
                  <a:pt x="803483" y="78616"/>
                  <a:pt x="804297" y="78052"/>
                  <a:pt x="805174" y="77489"/>
                </a:cubicBezTo>
                <a:cubicBezTo>
                  <a:pt x="804423" y="78115"/>
                  <a:pt x="803671" y="78804"/>
                  <a:pt x="802920" y="79493"/>
                </a:cubicBezTo>
                <a:close/>
                <a:moveTo>
                  <a:pt x="1022939" y="586233"/>
                </a:moveTo>
                <a:cubicBezTo>
                  <a:pt x="874318" y="586233"/>
                  <a:pt x="728077" y="586233"/>
                  <a:pt x="582336" y="586233"/>
                </a:cubicBezTo>
                <a:cubicBezTo>
                  <a:pt x="555969" y="669156"/>
                  <a:pt x="529226" y="963141"/>
                  <a:pt x="542817" y="1010114"/>
                </a:cubicBezTo>
                <a:cubicBezTo>
                  <a:pt x="577013" y="1014060"/>
                  <a:pt x="1007720" y="1012431"/>
                  <a:pt x="1022939" y="1008110"/>
                </a:cubicBezTo>
                <a:cubicBezTo>
                  <a:pt x="1022939" y="868131"/>
                  <a:pt x="1022939" y="727965"/>
                  <a:pt x="1022939" y="586233"/>
                </a:cubicBezTo>
                <a:close/>
                <a:moveTo>
                  <a:pt x="582775" y="1486604"/>
                </a:moveTo>
                <a:cubicBezTo>
                  <a:pt x="621605" y="1490675"/>
                  <a:pt x="1007470" y="1488921"/>
                  <a:pt x="1022250" y="1484725"/>
                </a:cubicBezTo>
                <a:cubicBezTo>
                  <a:pt x="1026196" y="1455477"/>
                  <a:pt x="1024756" y="1077066"/>
                  <a:pt x="1020622" y="1062911"/>
                </a:cubicBezTo>
                <a:cubicBezTo>
                  <a:pt x="993754" y="1059028"/>
                  <a:pt x="555906" y="1060343"/>
                  <a:pt x="541063" y="1064352"/>
                </a:cubicBezTo>
                <a:cubicBezTo>
                  <a:pt x="530040" y="1124790"/>
                  <a:pt x="559351" y="1424037"/>
                  <a:pt x="582775" y="1486604"/>
                </a:cubicBezTo>
                <a:close/>
                <a:moveTo>
                  <a:pt x="1074860" y="1010365"/>
                </a:moveTo>
                <a:cubicBezTo>
                  <a:pt x="1236696" y="1010365"/>
                  <a:pt x="1396465" y="1010365"/>
                  <a:pt x="1556109" y="1010365"/>
                </a:cubicBezTo>
                <a:cubicBezTo>
                  <a:pt x="1564377" y="939029"/>
                  <a:pt x="1540264" y="659009"/>
                  <a:pt x="1514085" y="586296"/>
                </a:cubicBezTo>
                <a:cubicBezTo>
                  <a:pt x="1368157" y="586296"/>
                  <a:pt x="1222041" y="586296"/>
                  <a:pt x="1074860" y="586296"/>
                </a:cubicBezTo>
                <a:cubicBezTo>
                  <a:pt x="1074860" y="727903"/>
                  <a:pt x="1074860" y="868006"/>
                  <a:pt x="1074860" y="1010365"/>
                </a:cubicBezTo>
                <a:close/>
                <a:moveTo>
                  <a:pt x="1076300" y="1061972"/>
                </a:moveTo>
                <a:cubicBezTo>
                  <a:pt x="1071979" y="1088464"/>
                  <a:pt x="1073043" y="1470821"/>
                  <a:pt x="1077177" y="1486541"/>
                </a:cubicBezTo>
                <a:cubicBezTo>
                  <a:pt x="1223042" y="1486541"/>
                  <a:pt x="1369096" y="1486541"/>
                  <a:pt x="1514711" y="1486541"/>
                </a:cubicBezTo>
                <a:cubicBezTo>
                  <a:pt x="1542018" y="1397231"/>
                  <a:pt x="1566882" y="1106690"/>
                  <a:pt x="1554982" y="1061972"/>
                </a:cubicBezTo>
                <a:cubicBezTo>
                  <a:pt x="1395839" y="1061972"/>
                  <a:pt x="1236571" y="1061972"/>
                  <a:pt x="1076300" y="1061972"/>
                </a:cubicBezTo>
                <a:close/>
                <a:moveTo>
                  <a:pt x="489142" y="1010427"/>
                </a:moveTo>
                <a:cubicBezTo>
                  <a:pt x="488015" y="867442"/>
                  <a:pt x="502984" y="726901"/>
                  <a:pt x="530228" y="586108"/>
                </a:cubicBezTo>
                <a:cubicBezTo>
                  <a:pt x="405531" y="586108"/>
                  <a:pt x="282526" y="586108"/>
                  <a:pt x="158894" y="586108"/>
                </a:cubicBezTo>
                <a:cubicBezTo>
                  <a:pt x="90690" y="719197"/>
                  <a:pt x="54051" y="859802"/>
                  <a:pt x="50919" y="1010427"/>
                </a:cubicBezTo>
                <a:cubicBezTo>
                  <a:pt x="197912" y="1010427"/>
                  <a:pt x="342087" y="1010427"/>
                  <a:pt x="489142" y="1010427"/>
                </a:cubicBezTo>
                <a:close/>
                <a:moveTo>
                  <a:pt x="51859" y="1062285"/>
                </a:moveTo>
                <a:cubicBezTo>
                  <a:pt x="51546" y="1068423"/>
                  <a:pt x="50982" y="1071805"/>
                  <a:pt x="51233" y="1075124"/>
                </a:cubicBezTo>
                <a:cubicBezTo>
                  <a:pt x="52423" y="1094226"/>
                  <a:pt x="53362" y="1113391"/>
                  <a:pt x="55053" y="1132431"/>
                </a:cubicBezTo>
                <a:cubicBezTo>
                  <a:pt x="65825" y="1252430"/>
                  <a:pt x="99270" y="1365916"/>
                  <a:pt x="152506" y="1473890"/>
                </a:cubicBezTo>
                <a:cubicBezTo>
                  <a:pt x="157892" y="1484788"/>
                  <a:pt x="164405" y="1488295"/>
                  <a:pt x="176180" y="1488295"/>
                </a:cubicBezTo>
                <a:cubicBezTo>
                  <a:pt x="289165" y="1487919"/>
                  <a:pt x="402149" y="1488107"/>
                  <a:pt x="515134" y="1487982"/>
                </a:cubicBezTo>
                <a:cubicBezTo>
                  <a:pt x="519581" y="1487982"/>
                  <a:pt x="524028" y="1486730"/>
                  <a:pt x="530165" y="1485853"/>
                </a:cubicBezTo>
                <a:cubicBezTo>
                  <a:pt x="502796" y="1345373"/>
                  <a:pt x="488266" y="1204894"/>
                  <a:pt x="488955" y="1062285"/>
                </a:cubicBezTo>
                <a:cubicBezTo>
                  <a:pt x="341899" y="1062285"/>
                  <a:pt x="197724" y="1062285"/>
                  <a:pt x="51859" y="1062285"/>
                </a:cubicBezTo>
                <a:close/>
                <a:moveTo>
                  <a:pt x="1609032" y="1008861"/>
                </a:moveTo>
                <a:cubicBezTo>
                  <a:pt x="1634711" y="1013371"/>
                  <a:pt x="2006045" y="1012431"/>
                  <a:pt x="2021639" y="1007922"/>
                </a:cubicBezTo>
                <a:cubicBezTo>
                  <a:pt x="2017819" y="858737"/>
                  <a:pt x="1981994" y="717756"/>
                  <a:pt x="1913540" y="586108"/>
                </a:cubicBezTo>
                <a:cubicBezTo>
                  <a:pt x="1797235" y="586108"/>
                  <a:pt x="1683124" y="586108"/>
                  <a:pt x="1566757" y="586108"/>
                </a:cubicBezTo>
                <a:cubicBezTo>
                  <a:pt x="1594815" y="726963"/>
                  <a:pt x="1607779" y="867630"/>
                  <a:pt x="1609032" y="1008861"/>
                </a:cubicBezTo>
                <a:close/>
                <a:moveTo>
                  <a:pt x="2021702" y="1064352"/>
                </a:moveTo>
                <a:cubicBezTo>
                  <a:pt x="2001723" y="1059717"/>
                  <a:pt x="1627884" y="1059905"/>
                  <a:pt x="1608969" y="1064665"/>
                </a:cubicBezTo>
                <a:cubicBezTo>
                  <a:pt x="1607842" y="1205770"/>
                  <a:pt x="1594564" y="1346375"/>
                  <a:pt x="1567007" y="1485289"/>
                </a:cubicBezTo>
                <a:cubicBezTo>
                  <a:pt x="1571454" y="1486667"/>
                  <a:pt x="1573333" y="1487731"/>
                  <a:pt x="1575274" y="1487731"/>
                </a:cubicBezTo>
                <a:cubicBezTo>
                  <a:pt x="1684125" y="1487919"/>
                  <a:pt x="1793039" y="1487857"/>
                  <a:pt x="1901891" y="1488233"/>
                </a:cubicBezTo>
                <a:cubicBezTo>
                  <a:pt x="1911222" y="1488233"/>
                  <a:pt x="1914980" y="1483473"/>
                  <a:pt x="1918613" y="1476208"/>
                </a:cubicBezTo>
                <a:cubicBezTo>
                  <a:pt x="1975356" y="1362847"/>
                  <a:pt x="2008988" y="1243098"/>
                  <a:pt x="2019072" y="1116773"/>
                </a:cubicBezTo>
                <a:cubicBezTo>
                  <a:pt x="2020512" y="1099237"/>
                  <a:pt x="2020888" y="1081575"/>
                  <a:pt x="2021702" y="1064352"/>
                </a:cubicBezTo>
                <a:close/>
                <a:moveTo>
                  <a:pt x="1023064" y="50558"/>
                </a:moveTo>
                <a:cubicBezTo>
                  <a:pt x="1012668" y="51247"/>
                  <a:pt x="1004463" y="51247"/>
                  <a:pt x="996447" y="52499"/>
                </a:cubicBezTo>
                <a:cubicBezTo>
                  <a:pt x="947157" y="60265"/>
                  <a:pt x="901374" y="77739"/>
                  <a:pt x="859099" y="104106"/>
                </a:cubicBezTo>
                <a:cubicBezTo>
                  <a:pt x="801229" y="140244"/>
                  <a:pt x="755133" y="188469"/>
                  <a:pt x="716991" y="244523"/>
                </a:cubicBezTo>
                <a:cubicBezTo>
                  <a:pt x="659747" y="328698"/>
                  <a:pt x="622545" y="421641"/>
                  <a:pt x="596866" y="519657"/>
                </a:cubicBezTo>
                <a:cubicBezTo>
                  <a:pt x="595739" y="523979"/>
                  <a:pt x="595614" y="528551"/>
                  <a:pt x="595050" y="532998"/>
                </a:cubicBezTo>
                <a:cubicBezTo>
                  <a:pt x="627806" y="537068"/>
                  <a:pt x="1007908" y="535503"/>
                  <a:pt x="1023064" y="531244"/>
                </a:cubicBezTo>
                <a:cubicBezTo>
                  <a:pt x="1023064" y="372226"/>
                  <a:pt x="1023064" y="212958"/>
                  <a:pt x="1023064" y="50558"/>
                </a:cubicBezTo>
                <a:close/>
                <a:moveTo>
                  <a:pt x="1022814" y="1541280"/>
                </a:moveTo>
                <a:cubicBezTo>
                  <a:pt x="1005904" y="1537021"/>
                  <a:pt x="615969" y="1536332"/>
                  <a:pt x="594424" y="1540466"/>
                </a:cubicBezTo>
                <a:cubicBezTo>
                  <a:pt x="595927" y="1547042"/>
                  <a:pt x="596741" y="1553869"/>
                  <a:pt x="598933" y="1560195"/>
                </a:cubicBezTo>
                <a:cubicBezTo>
                  <a:pt x="615217" y="1607355"/>
                  <a:pt x="629935" y="1655267"/>
                  <a:pt x="648724" y="1701425"/>
                </a:cubicBezTo>
                <a:cubicBezTo>
                  <a:pt x="677284" y="1771697"/>
                  <a:pt x="716428" y="1836018"/>
                  <a:pt x="768160" y="1891884"/>
                </a:cubicBezTo>
                <a:cubicBezTo>
                  <a:pt x="833045" y="1961904"/>
                  <a:pt x="910706" y="2008814"/>
                  <a:pt x="1007031" y="2020651"/>
                </a:cubicBezTo>
                <a:cubicBezTo>
                  <a:pt x="1012041" y="2021278"/>
                  <a:pt x="1017240" y="2020714"/>
                  <a:pt x="1022814" y="2020714"/>
                </a:cubicBezTo>
                <a:cubicBezTo>
                  <a:pt x="1022814" y="1859629"/>
                  <a:pt x="1022814" y="1700298"/>
                  <a:pt x="1022814" y="1541280"/>
                </a:cubicBezTo>
                <a:close/>
                <a:moveTo>
                  <a:pt x="1502122" y="533687"/>
                </a:moveTo>
                <a:cubicBezTo>
                  <a:pt x="1500745" y="526296"/>
                  <a:pt x="1500369" y="520847"/>
                  <a:pt x="1498678" y="515900"/>
                </a:cubicBezTo>
                <a:cubicBezTo>
                  <a:pt x="1482832" y="469303"/>
                  <a:pt x="1468866" y="421954"/>
                  <a:pt x="1450390" y="376422"/>
                </a:cubicBezTo>
                <a:cubicBezTo>
                  <a:pt x="1419576" y="300389"/>
                  <a:pt x="1377739" y="230745"/>
                  <a:pt x="1320119" y="171434"/>
                </a:cubicBezTo>
                <a:cubicBezTo>
                  <a:pt x="1266508" y="116194"/>
                  <a:pt x="1203940" y="76048"/>
                  <a:pt x="1128283" y="58324"/>
                </a:cubicBezTo>
                <a:cubicBezTo>
                  <a:pt x="1111248" y="54315"/>
                  <a:pt x="1094087" y="49430"/>
                  <a:pt x="1076488" y="52061"/>
                </a:cubicBezTo>
                <a:cubicBezTo>
                  <a:pt x="1072229" y="74044"/>
                  <a:pt x="1072793" y="516526"/>
                  <a:pt x="1077052" y="533749"/>
                </a:cubicBezTo>
                <a:cubicBezTo>
                  <a:pt x="1217656" y="533687"/>
                  <a:pt x="1358386" y="533687"/>
                  <a:pt x="1502122" y="533687"/>
                </a:cubicBezTo>
                <a:close/>
                <a:moveTo>
                  <a:pt x="1076300" y="1538838"/>
                </a:moveTo>
                <a:cubicBezTo>
                  <a:pt x="1071728" y="1566458"/>
                  <a:pt x="1072918" y="2005620"/>
                  <a:pt x="1077427" y="2020651"/>
                </a:cubicBezTo>
                <a:cubicBezTo>
                  <a:pt x="1101478" y="2020964"/>
                  <a:pt x="1124713" y="2015453"/>
                  <a:pt x="1147573" y="2008564"/>
                </a:cubicBezTo>
                <a:cubicBezTo>
                  <a:pt x="1231748" y="1983136"/>
                  <a:pt x="1298011" y="1932030"/>
                  <a:pt x="1352311" y="1864264"/>
                </a:cubicBezTo>
                <a:cubicBezTo>
                  <a:pt x="1426528" y="1771759"/>
                  <a:pt x="1469555" y="1664348"/>
                  <a:pt x="1500494" y="1551364"/>
                </a:cubicBezTo>
                <a:cubicBezTo>
                  <a:pt x="1501496" y="1547794"/>
                  <a:pt x="1500619" y="1543723"/>
                  <a:pt x="1500619" y="1538900"/>
                </a:cubicBezTo>
                <a:cubicBezTo>
                  <a:pt x="1358762" y="1538838"/>
                  <a:pt x="1218032" y="1538838"/>
                  <a:pt x="1076300" y="1538838"/>
                </a:cubicBezTo>
                <a:close/>
                <a:moveTo>
                  <a:pt x="188768" y="1539088"/>
                </a:moveTo>
                <a:cubicBezTo>
                  <a:pt x="258413" y="1655956"/>
                  <a:pt x="345594" y="1751279"/>
                  <a:pt x="451377" y="1829441"/>
                </a:cubicBezTo>
                <a:cubicBezTo>
                  <a:pt x="557284" y="1907666"/>
                  <a:pt x="674214" y="1962656"/>
                  <a:pt x="802794" y="1992530"/>
                </a:cubicBezTo>
                <a:cubicBezTo>
                  <a:pt x="800039" y="1988084"/>
                  <a:pt x="796531" y="1984952"/>
                  <a:pt x="792836" y="1982071"/>
                </a:cubicBezTo>
                <a:cubicBezTo>
                  <a:pt x="762461" y="1958334"/>
                  <a:pt x="735467" y="1931278"/>
                  <a:pt x="711041" y="1901529"/>
                </a:cubicBezTo>
                <a:cubicBezTo>
                  <a:pt x="644340" y="1820423"/>
                  <a:pt x="600624" y="1727354"/>
                  <a:pt x="568307" y="1628336"/>
                </a:cubicBezTo>
                <a:cubicBezTo>
                  <a:pt x="558787" y="1599150"/>
                  <a:pt x="550583" y="1569589"/>
                  <a:pt x="541439" y="1539151"/>
                </a:cubicBezTo>
                <a:cubicBezTo>
                  <a:pt x="425072" y="1539088"/>
                  <a:pt x="309018" y="1539088"/>
                  <a:pt x="188768" y="1539088"/>
                </a:cubicBezTo>
                <a:close/>
                <a:moveTo>
                  <a:pt x="1885356" y="534188"/>
                </a:moveTo>
                <a:cubicBezTo>
                  <a:pt x="1746818" y="309972"/>
                  <a:pt x="1555358" y="162415"/>
                  <a:pt x="1306090" y="87447"/>
                </a:cubicBezTo>
                <a:cubicBezTo>
                  <a:pt x="1306340" y="90265"/>
                  <a:pt x="1306153" y="91017"/>
                  <a:pt x="1306466" y="91330"/>
                </a:cubicBezTo>
                <a:cubicBezTo>
                  <a:pt x="1308846" y="93772"/>
                  <a:pt x="1311163" y="96215"/>
                  <a:pt x="1313793" y="98407"/>
                </a:cubicBezTo>
                <a:cubicBezTo>
                  <a:pt x="1363334" y="139430"/>
                  <a:pt x="1403417" y="188532"/>
                  <a:pt x="1437300" y="243020"/>
                </a:cubicBezTo>
                <a:cubicBezTo>
                  <a:pt x="1488281" y="325128"/>
                  <a:pt x="1521976" y="414501"/>
                  <a:pt x="1547655" y="507257"/>
                </a:cubicBezTo>
                <a:cubicBezTo>
                  <a:pt x="1550160" y="516275"/>
                  <a:pt x="1553103" y="525231"/>
                  <a:pt x="1555859" y="534250"/>
                </a:cubicBezTo>
                <a:cubicBezTo>
                  <a:pt x="1664898" y="534188"/>
                  <a:pt x="1772309" y="534188"/>
                  <a:pt x="1885356" y="534188"/>
                </a:cubicBezTo>
                <a:close/>
              </a:path>
            </a:pathLst>
          </a:custGeom>
          <a:solidFill>
            <a:schemeClr val="bg1"/>
          </a:solidFill>
          <a:ln w="62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590" y="1774190"/>
            <a:ext cx="5607050" cy="4845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1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50598" y="1539417"/>
            <a:ext cx="9422379" cy="3348931"/>
            <a:chOff x="927838" y="1279630"/>
            <a:chExt cx="9422379" cy="3348931"/>
          </a:xfrm>
        </p:grpSpPr>
        <p:sp>
          <p:nvSpPr>
            <p:cNvPr id="57" name="矩形: 圆角 56"/>
            <p:cNvSpPr/>
            <p:nvPr/>
          </p:nvSpPr>
          <p:spPr>
            <a:xfrm>
              <a:off x="1501243" y="1279630"/>
              <a:ext cx="4432935" cy="2652395"/>
            </a:xfrm>
            <a:prstGeom prst="roundRect">
              <a:avLst>
                <a:gd name="adj" fmla="val 3383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椭圆 1"/>
            <p:cNvSpPr/>
            <p:nvPr/>
          </p:nvSpPr>
          <p:spPr>
            <a:xfrm>
              <a:off x="1125001" y="2752627"/>
              <a:ext cx="1875934" cy="1875934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907847" y="3217572"/>
              <a:ext cx="442370" cy="418822"/>
            </a:xfrm>
            <a:custGeom>
              <a:avLst/>
              <a:gdLst>
                <a:gd name="connsiteX0" fmla="*/ 1218506 w 1996685"/>
                <a:gd name="connsiteY0" fmla="*/ 1842516 h 1890401"/>
                <a:gd name="connsiteX1" fmla="*/ 1364246 w 1996685"/>
                <a:gd name="connsiteY1" fmla="*/ 1842516 h 1890401"/>
                <a:gd name="connsiteX2" fmla="*/ 1365499 w 1996685"/>
                <a:gd name="connsiteY2" fmla="*/ 1813456 h 1890401"/>
                <a:gd name="connsiteX3" fmla="*/ 1365562 w 1996685"/>
                <a:gd name="connsiteY3" fmla="*/ 689245 h 1890401"/>
                <a:gd name="connsiteX4" fmla="*/ 1366438 w 1996685"/>
                <a:gd name="connsiteY4" fmla="*/ 662564 h 1890401"/>
                <a:gd name="connsiteX5" fmla="*/ 1387795 w 1996685"/>
                <a:gd name="connsiteY5" fmla="*/ 641333 h 1890401"/>
                <a:gd name="connsiteX6" fmla="*/ 1406271 w 1996685"/>
                <a:gd name="connsiteY6" fmla="*/ 640581 h 1890401"/>
                <a:gd name="connsiteX7" fmla="*/ 1675518 w 1996685"/>
                <a:gd name="connsiteY7" fmla="*/ 640581 h 1890401"/>
                <a:gd name="connsiteX8" fmla="*/ 1687856 w 1996685"/>
                <a:gd name="connsiteY8" fmla="*/ 640706 h 1890401"/>
                <a:gd name="connsiteX9" fmla="*/ 1715539 w 1996685"/>
                <a:gd name="connsiteY9" fmla="*/ 668702 h 1890401"/>
                <a:gd name="connsiteX10" fmla="*/ 1715601 w 1996685"/>
                <a:gd name="connsiteY10" fmla="*/ 689245 h 1890401"/>
                <a:gd name="connsiteX11" fmla="*/ 1715601 w 1996685"/>
                <a:gd name="connsiteY11" fmla="*/ 1815460 h 1890401"/>
                <a:gd name="connsiteX12" fmla="*/ 1715601 w 1996685"/>
                <a:gd name="connsiteY12" fmla="*/ 1843581 h 1890401"/>
                <a:gd name="connsiteX13" fmla="*/ 1996685 w 1996685"/>
                <a:gd name="connsiteY13" fmla="*/ 1843581 h 1890401"/>
                <a:gd name="connsiteX14" fmla="*/ 1996685 w 1996685"/>
                <a:gd name="connsiteY14" fmla="*/ 1890178 h 1890401"/>
                <a:gd name="connsiteX15" fmla="*/ 1967938 w 1996685"/>
                <a:gd name="connsiteY15" fmla="*/ 1890178 h 1890401"/>
                <a:gd name="connsiteX16" fmla="*/ 358719 w 1996685"/>
                <a:gd name="connsiteY16" fmla="*/ 1890178 h 1890401"/>
                <a:gd name="connsiteX17" fmla="*/ 181977 w 1996685"/>
                <a:gd name="connsiteY17" fmla="*/ 1889676 h 1890401"/>
                <a:gd name="connsiteX18" fmla="*/ 128178 w 1996685"/>
                <a:gd name="connsiteY18" fmla="*/ 1879280 h 1890401"/>
                <a:gd name="connsiteX19" fmla="*/ 61790 w 1996685"/>
                <a:gd name="connsiteY19" fmla="*/ 1776817 h 1890401"/>
                <a:gd name="connsiteX20" fmla="*/ 61539 w 1996685"/>
                <a:gd name="connsiteY20" fmla="*/ 1676108 h 1890401"/>
                <a:gd name="connsiteX21" fmla="*/ 61539 w 1996685"/>
                <a:gd name="connsiteY21" fmla="*/ 1651745 h 1890401"/>
                <a:gd name="connsiteX22" fmla="*/ 35986 w 1996685"/>
                <a:gd name="connsiteY22" fmla="*/ 1650680 h 1890401"/>
                <a:gd name="connsiteX23" fmla="*/ 19640 w 1996685"/>
                <a:gd name="connsiteY23" fmla="*/ 1649615 h 1890401"/>
                <a:gd name="connsiteX24" fmla="*/ 37 w 1996685"/>
                <a:gd name="connsiteY24" fmla="*/ 1626505 h 1890401"/>
                <a:gd name="connsiteX25" fmla="*/ 22646 w 1996685"/>
                <a:gd name="connsiteY25" fmla="*/ 1604459 h 1890401"/>
                <a:gd name="connsiteX26" fmla="*/ 60287 w 1996685"/>
                <a:gd name="connsiteY26" fmla="*/ 1604271 h 1890401"/>
                <a:gd name="connsiteX27" fmla="*/ 60287 w 1996685"/>
                <a:gd name="connsiteY27" fmla="*/ 1363771 h 1890401"/>
                <a:gd name="connsiteX28" fmla="*/ 38492 w 1996685"/>
                <a:gd name="connsiteY28" fmla="*/ 1362393 h 1890401"/>
                <a:gd name="connsiteX29" fmla="*/ 24149 w 1996685"/>
                <a:gd name="connsiteY29" fmla="*/ 1361955 h 1890401"/>
                <a:gd name="connsiteX30" fmla="*/ 37 w 1996685"/>
                <a:gd name="connsiteY30" fmla="*/ 1338782 h 1890401"/>
                <a:gd name="connsiteX31" fmla="*/ 24212 w 1996685"/>
                <a:gd name="connsiteY31" fmla="*/ 1315984 h 1890401"/>
                <a:gd name="connsiteX32" fmla="*/ 60099 w 1996685"/>
                <a:gd name="connsiteY32" fmla="*/ 1315797 h 1890401"/>
                <a:gd name="connsiteX33" fmla="*/ 60099 w 1996685"/>
                <a:gd name="connsiteY33" fmla="*/ 1087322 h 1890401"/>
                <a:gd name="connsiteX34" fmla="*/ 22959 w 1996685"/>
                <a:gd name="connsiteY34" fmla="*/ 1087197 h 1890401"/>
                <a:gd name="connsiteX35" fmla="*/ 1352 w 1996685"/>
                <a:gd name="connsiteY35" fmla="*/ 1071101 h 1890401"/>
                <a:gd name="connsiteX36" fmla="*/ 7114 w 1996685"/>
                <a:gd name="connsiteY36" fmla="*/ 1048679 h 1890401"/>
                <a:gd name="connsiteX37" fmla="*/ 25527 w 1996685"/>
                <a:gd name="connsiteY37" fmla="*/ 1041727 h 1890401"/>
                <a:gd name="connsiteX38" fmla="*/ 57531 w 1996685"/>
                <a:gd name="connsiteY38" fmla="*/ 1041414 h 1890401"/>
                <a:gd name="connsiteX39" fmla="*/ 58345 w 1996685"/>
                <a:gd name="connsiteY39" fmla="*/ 825528 h 1890401"/>
                <a:gd name="connsiteX40" fmla="*/ 26529 w 1996685"/>
                <a:gd name="connsiteY40" fmla="*/ 825465 h 1890401"/>
                <a:gd name="connsiteX41" fmla="*/ 37 w 1996685"/>
                <a:gd name="connsiteY41" fmla="*/ 803044 h 1890401"/>
                <a:gd name="connsiteX42" fmla="*/ 25778 w 1996685"/>
                <a:gd name="connsiteY42" fmla="*/ 779495 h 1890401"/>
                <a:gd name="connsiteX43" fmla="*/ 57907 w 1996685"/>
                <a:gd name="connsiteY43" fmla="*/ 779369 h 1890401"/>
                <a:gd name="connsiteX44" fmla="*/ 58972 w 1996685"/>
                <a:gd name="connsiteY44" fmla="*/ 557283 h 1890401"/>
                <a:gd name="connsiteX45" fmla="*/ 19201 w 1996685"/>
                <a:gd name="connsiteY45" fmla="*/ 554653 h 1890401"/>
                <a:gd name="connsiteX46" fmla="*/ 99 w 1996685"/>
                <a:gd name="connsiteY46" fmla="*/ 533609 h 1890401"/>
                <a:gd name="connsiteX47" fmla="*/ 17197 w 1996685"/>
                <a:gd name="connsiteY47" fmla="*/ 510811 h 1890401"/>
                <a:gd name="connsiteX48" fmla="*/ 33418 w 1996685"/>
                <a:gd name="connsiteY48" fmla="*/ 508995 h 1890401"/>
                <a:gd name="connsiteX49" fmla="*/ 57406 w 1996685"/>
                <a:gd name="connsiteY49" fmla="*/ 508933 h 1890401"/>
                <a:gd name="connsiteX50" fmla="*/ 59222 w 1996685"/>
                <a:gd name="connsiteY50" fmla="*/ 287034 h 1890401"/>
                <a:gd name="connsiteX51" fmla="*/ 37803 w 1996685"/>
                <a:gd name="connsiteY51" fmla="*/ 286032 h 1890401"/>
                <a:gd name="connsiteX52" fmla="*/ 19389 w 1996685"/>
                <a:gd name="connsiteY52" fmla="*/ 285155 h 1890401"/>
                <a:gd name="connsiteX53" fmla="*/ 162 w 1996685"/>
                <a:gd name="connsiteY53" fmla="*/ 261857 h 1890401"/>
                <a:gd name="connsiteX54" fmla="*/ 21080 w 1996685"/>
                <a:gd name="connsiteY54" fmla="*/ 240374 h 1890401"/>
                <a:gd name="connsiteX55" fmla="*/ 59974 w 1996685"/>
                <a:gd name="connsiteY55" fmla="*/ 240187 h 1890401"/>
                <a:gd name="connsiteX56" fmla="*/ 61477 w 1996685"/>
                <a:gd name="connsiteY56" fmla="*/ 180062 h 1890401"/>
                <a:gd name="connsiteX57" fmla="*/ 61539 w 1996685"/>
                <a:gd name="connsiteY57" fmla="*/ 120438 h 1890401"/>
                <a:gd name="connsiteX58" fmla="*/ 61539 w 1996685"/>
                <a:gd name="connsiteY58" fmla="*/ 60814 h 1890401"/>
                <a:gd name="connsiteX59" fmla="*/ 61539 w 1996685"/>
                <a:gd name="connsiteY59" fmla="*/ 0 h 1890401"/>
                <a:gd name="connsiteX60" fmla="*/ 107573 w 1996685"/>
                <a:gd name="connsiteY60" fmla="*/ 0 h 1890401"/>
                <a:gd name="connsiteX61" fmla="*/ 107573 w 1996685"/>
                <a:gd name="connsiteY61" fmla="*/ 237556 h 1890401"/>
                <a:gd name="connsiteX62" fmla="*/ 125234 w 1996685"/>
                <a:gd name="connsiteY62" fmla="*/ 239686 h 1890401"/>
                <a:gd name="connsiteX63" fmla="*/ 145777 w 1996685"/>
                <a:gd name="connsiteY63" fmla="*/ 239936 h 1890401"/>
                <a:gd name="connsiteX64" fmla="*/ 171393 w 1996685"/>
                <a:gd name="connsiteY64" fmla="*/ 263234 h 1890401"/>
                <a:gd name="connsiteX65" fmla="*/ 144838 w 1996685"/>
                <a:gd name="connsiteY65" fmla="*/ 285907 h 1890401"/>
                <a:gd name="connsiteX66" fmla="*/ 124295 w 1996685"/>
                <a:gd name="connsiteY66" fmla="*/ 286094 h 1890401"/>
                <a:gd name="connsiteX67" fmla="*/ 109264 w 1996685"/>
                <a:gd name="connsiteY67" fmla="*/ 287660 h 1890401"/>
                <a:gd name="connsiteX68" fmla="*/ 109264 w 1996685"/>
                <a:gd name="connsiteY68" fmla="*/ 507492 h 1890401"/>
                <a:gd name="connsiteX69" fmla="*/ 131435 w 1996685"/>
                <a:gd name="connsiteY69" fmla="*/ 508933 h 1890401"/>
                <a:gd name="connsiteX70" fmla="*/ 151852 w 1996685"/>
                <a:gd name="connsiteY70" fmla="*/ 510185 h 1890401"/>
                <a:gd name="connsiteX71" fmla="*/ 171330 w 1996685"/>
                <a:gd name="connsiteY71" fmla="*/ 533108 h 1890401"/>
                <a:gd name="connsiteX72" fmla="*/ 150725 w 1996685"/>
                <a:gd name="connsiteY72" fmla="*/ 554966 h 1890401"/>
                <a:gd name="connsiteX73" fmla="*/ 124044 w 1996685"/>
                <a:gd name="connsiteY73" fmla="*/ 556030 h 1890401"/>
                <a:gd name="connsiteX74" fmla="*/ 109201 w 1996685"/>
                <a:gd name="connsiteY74" fmla="*/ 558285 h 1890401"/>
                <a:gd name="connsiteX75" fmla="*/ 109201 w 1996685"/>
                <a:gd name="connsiteY75" fmla="*/ 778305 h 1890401"/>
                <a:gd name="connsiteX76" fmla="*/ 135380 w 1996685"/>
                <a:gd name="connsiteY76" fmla="*/ 779369 h 1890401"/>
                <a:gd name="connsiteX77" fmla="*/ 155673 w 1996685"/>
                <a:gd name="connsiteY77" fmla="*/ 781374 h 1890401"/>
                <a:gd name="connsiteX78" fmla="*/ 171267 w 1996685"/>
                <a:gd name="connsiteY78" fmla="*/ 805110 h 1890401"/>
                <a:gd name="connsiteX79" fmla="*/ 151163 w 1996685"/>
                <a:gd name="connsiteY79" fmla="*/ 825215 h 1890401"/>
                <a:gd name="connsiteX80" fmla="*/ 132687 w 1996685"/>
                <a:gd name="connsiteY80" fmla="*/ 825591 h 1890401"/>
                <a:gd name="connsiteX81" fmla="*/ 114211 w 1996685"/>
                <a:gd name="connsiteY81" fmla="*/ 826217 h 1890401"/>
                <a:gd name="connsiteX82" fmla="*/ 109326 w 1996685"/>
                <a:gd name="connsiteY82" fmla="*/ 828597 h 1890401"/>
                <a:gd name="connsiteX83" fmla="*/ 109326 w 1996685"/>
                <a:gd name="connsiteY83" fmla="*/ 1041414 h 1890401"/>
                <a:gd name="connsiteX84" fmla="*/ 144462 w 1996685"/>
                <a:gd name="connsiteY84" fmla="*/ 1041289 h 1890401"/>
                <a:gd name="connsiteX85" fmla="*/ 171205 w 1996685"/>
                <a:gd name="connsiteY85" fmla="*/ 1063648 h 1890401"/>
                <a:gd name="connsiteX86" fmla="*/ 143898 w 1996685"/>
                <a:gd name="connsiteY86" fmla="*/ 1087510 h 1890401"/>
                <a:gd name="connsiteX87" fmla="*/ 127489 w 1996685"/>
                <a:gd name="connsiteY87" fmla="*/ 1087635 h 1890401"/>
                <a:gd name="connsiteX88" fmla="*/ 111456 w 1996685"/>
                <a:gd name="connsiteY88" fmla="*/ 1088512 h 1890401"/>
                <a:gd name="connsiteX89" fmla="*/ 110516 w 1996685"/>
                <a:gd name="connsiteY89" fmla="*/ 1313667 h 1890401"/>
                <a:gd name="connsiteX90" fmla="*/ 127739 w 1996685"/>
                <a:gd name="connsiteY90" fmla="*/ 1315358 h 1890401"/>
                <a:gd name="connsiteX91" fmla="*/ 148282 w 1996685"/>
                <a:gd name="connsiteY91" fmla="*/ 1315984 h 1890401"/>
                <a:gd name="connsiteX92" fmla="*/ 171455 w 1996685"/>
                <a:gd name="connsiteY92" fmla="*/ 1337717 h 1890401"/>
                <a:gd name="connsiteX93" fmla="*/ 148470 w 1996685"/>
                <a:gd name="connsiteY93" fmla="*/ 1361830 h 1890401"/>
                <a:gd name="connsiteX94" fmla="*/ 129994 w 1996685"/>
                <a:gd name="connsiteY94" fmla="*/ 1362456 h 1890401"/>
                <a:gd name="connsiteX95" fmla="*/ 113648 w 1996685"/>
                <a:gd name="connsiteY95" fmla="*/ 1363521 h 1890401"/>
                <a:gd name="connsiteX96" fmla="*/ 109138 w 1996685"/>
                <a:gd name="connsiteY96" fmla="*/ 1366214 h 1890401"/>
                <a:gd name="connsiteX97" fmla="*/ 109138 w 1996685"/>
                <a:gd name="connsiteY97" fmla="*/ 1603081 h 1890401"/>
                <a:gd name="connsiteX98" fmla="*/ 144274 w 1996685"/>
                <a:gd name="connsiteY98" fmla="*/ 1604208 h 1890401"/>
                <a:gd name="connsiteX99" fmla="*/ 171393 w 1996685"/>
                <a:gd name="connsiteY99" fmla="*/ 1626066 h 1890401"/>
                <a:gd name="connsiteX100" fmla="*/ 144274 w 1996685"/>
                <a:gd name="connsiteY100" fmla="*/ 1650555 h 1890401"/>
                <a:gd name="connsiteX101" fmla="*/ 110516 w 1996685"/>
                <a:gd name="connsiteY101" fmla="*/ 1650680 h 1890401"/>
                <a:gd name="connsiteX102" fmla="*/ 108199 w 1996685"/>
                <a:gd name="connsiteY102" fmla="*/ 1665586 h 1890401"/>
                <a:gd name="connsiteX103" fmla="*/ 108199 w 1996685"/>
                <a:gd name="connsiteY103" fmla="*/ 1772433 h 1890401"/>
                <a:gd name="connsiteX104" fmla="*/ 178846 w 1996685"/>
                <a:gd name="connsiteY104" fmla="*/ 1843456 h 1890401"/>
                <a:gd name="connsiteX105" fmla="*/ 370181 w 1996685"/>
                <a:gd name="connsiteY105" fmla="*/ 1843581 h 1890401"/>
                <a:gd name="connsiteX106" fmla="*/ 371934 w 1996685"/>
                <a:gd name="connsiteY106" fmla="*/ 1815021 h 1890401"/>
                <a:gd name="connsiteX107" fmla="*/ 371997 w 1996685"/>
                <a:gd name="connsiteY107" fmla="*/ 1017614 h 1890401"/>
                <a:gd name="connsiteX108" fmla="*/ 372122 w 1996685"/>
                <a:gd name="connsiteY108" fmla="*/ 997072 h 1890401"/>
                <a:gd name="connsiteX109" fmla="*/ 398803 w 1996685"/>
                <a:gd name="connsiteY109" fmla="*/ 970454 h 1890401"/>
                <a:gd name="connsiteX110" fmla="*/ 417279 w 1996685"/>
                <a:gd name="connsiteY110" fmla="*/ 970204 h 1890401"/>
                <a:gd name="connsiteX111" fmla="*/ 676254 w 1996685"/>
                <a:gd name="connsiteY111" fmla="*/ 970204 h 1890401"/>
                <a:gd name="connsiteX112" fmla="*/ 692663 w 1996685"/>
                <a:gd name="connsiteY112" fmla="*/ 970391 h 1890401"/>
                <a:gd name="connsiteX113" fmla="*/ 721724 w 1996685"/>
                <a:gd name="connsiteY113" fmla="*/ 999139 h 1890401"/>
                <a:gd name="connsiteX114" fmla="*/ 721912 w 1996685"/>
                <a:gd name="connsiteY114" fmla="*/ 1021748 h 1890401"/>
                <a:gd name="connsiteX115" fmla="*/ 721912 w 1996685"/>
                <a:gd name="connsiteY115" fmla="*/ 1813017 h 1890401"/>
                <a:gd name="connsiteX116" fmla="*/ 721912 w 1996685"/>
                <a:gd name="connsiteY116" fmla="*/ 1842328 h 1890401"/>
                <a:gd name="connsiteX117" fmla="*/ 867401 w 1996685"/>
                <a:gd name="connsiteY117" fmla="*/ 1842328 h 1890401"/>
                <a:gd name="connsiteX118" fmla="*/ 868654 w 1996685"/>
                <a:gd name="connsiteY118" fmla="*/ 1811201 h 1890401"/>
                <a:gd name="connsiteX119" fmla="*/ 868717 w 1996685"/>
                <a:gd name="connsiteY119" fmla="*/ 428077 h 1890401"/>
                <a:gd name="connsiteX120" fmla="*/ 869092 w 1996685"/>
                <a:gd name="connsiteY120" fmla="*/ 403401 h 1890401"/>
                <a:gd name="connsiteX121" fmla="*/ 895021 w 1996685"/>
                <a:gd name="connsiteY121" fmla="*/ 377660 h 1890401"/>
                <a:gd name="connsiteX122" fmla="*/ 909426 w 1996685"/>
                <a:gd name="connsiteY122" fmla="*/ 377409 h 1890401"/>
                <a:gd name="connsiteX123" fmla="*/ 1178673 w 1996685"/>
                <a:gd name="connsiteY123" fmla="*/ 377409 h 1890401"/>
                <a:gd name="connsiteX124" fmla="*/ 1193078 w 1996685"/>
                <a:gd name="connsiteY124" fmla="*/ 377660 h 1890401"/>
                <a:gd name="connsiteX125" fmla="*/ 1218569 w 1996685"/>
                <a:gd name="connsiteY125" fmla="*/ 403651 h 1890401"/>
                <a:gd name="connsiteX126" fmla="*/ 1218756 w 1996685"/>
                <a:gd name="connsiteY126" fmla="*/ 426261 h 1890401"/>
                <a:gd name="connsiteX127" fmla="*/ 1218756 w 1996685"/>
                <a:gd name="connsiteY127" fmla="*/ 1813518 h 1890401"/>
                <a:gd name="connsiteX128" fmla="*/ 1218506 w 1996685"/>
                <a:gd name="connsiteY128" fmla="*/ 1842516 h 1890401"/>
                <a:gd name="connsiteX129" fmla="*/ 1168464 w 1996685"/>
                <a:gd name="connsiteY129" fmla="*/ 1842516 h 1890401"/>
                <a:gd name="connsiteX130" fmla="*/ 1171095 w 1996685"/>
                <a:gd name="connsiteY130" fmla="*/ 1837944 h 1890401"/>
                <a:gd name="connsiteX131" fmla="*/ 1172034 w 1996685"/>
                <a:gd name="connsiteY131" fmla="*/ 1829802 h 1890401"/>
                <a:gd name="connsiteX132" fmla="*/ 1171972 w 1996685"/>
                <a:gd name="connsiteY132" fmla="*/ 436407 h 1890401"/>
                <a:gd name="connsiteX133" fmla="*/ 1170657 w 1996685"/>
                <a:gd name="connsiteY133" fmla="*/ 428390 h 1890401"/>
                <a:gd name="connsiteX134" fmla="*/ 1169780 w 1996685"/>
                <a:gd name="connsiteY134" fmla="*/ 426574 h 1890401"/>
                <a:gd name="connsiteX135" fmla="*/ 1167275 w 1996685"/>
                <a:gd name="connsiteY135" fmla="*/ 424820 h 1890401"/>
                <a:gd name="connsiteX136" fmla="*/ 919009 w 1996685"/>
                <a:gd name="connsiteY136" fmla="*/ 424820 h 1890401"/>
                <a:gd name="connsiteX137" fmla="*/ 916253 w 1996685"/>
                <a:gd name="connsiteY137" fmla="*/ 429518 h 1890401"/>
                <a:gd name="connsiteX138" fmla="*/ 915251 w 1996685"/>
                <a:gd name="connsiteY138" fmla="*/ 437597 h 1890401"/>
                <a:gd name="connsiteX139" fmla="*/ 915251 w 1996685"/>
                <a:gd name="connsiteY139" fmla="*/ 1828925 h 1890401"/>
                <a:gd name="connsiteX140" fmla="*/ 916629 w 1996685"/>
                <a:gd name="connsiteY140" fmla="*/ 1839009 h 1890401"/>
                <a:gd name="connsiteX141" fmla="*/ 917568 w 1996685"/>
                <a:gd name="connsiteY141" fmla="*/ 1840700 h 1890401"/>
                <a:gd name="connsiteX142" fmla="*/ 919698 w 1996685"/>
                <a:gd name="connsiteY142" fmla="*/ 1842453 h 1890401"/>
                <a:gd name="connsiteX143" fmla="*/ 1168464 w 1996685"/>
                <a:gd name="connsiteY143" fmla="*/ 1842516 h 1890401"/>
                <a:gd name="connsiteX144" fmla="*/ 1415039 w 1996685"/>
                <a:gd name="connsiteY144" fmla="*/ 688869 h 1890401"/>
                <a:gd name="connsiteX145" fmla="*/ 1415666 w 1996685"/>
                <a:gd name="connsiteY145" fmla="*/ 1842328 h 1890401"/>
                <a:gd name="connsiteX146" fmla="*/ 1666499 w 1996685"/>
                <a:gd name="connsiteY146" fmla="*/ 1842328 h 1890401"/>
                <a:gd name="connsiteX147" fmla="*/ 1665435 w 1996685"/>
                <a:gd name="connsiteY147" fmla="*/ 688869 h 1890401"/>
                <a:gd name="connsiteX148" fmla="*/ 1415039 w 1996685"/>
                <a:gd name="connsiteY148" fmla="*/ 688869 h 1890401"/>
                <a:gd name="connsiteX149" fmla="*/ 420285 w 1996685"/>
                <a:gd name="connsiteY149" fmla="*/ 1018366 h 1890401"/>
                <a:gd name="connsiteX150" fmla="*/ 418469 w 1996685"/>
                <a:gd name="connsiteY150" fmla="*/ 1028512 h 1890401"/>
                <a:gd name="connsiteX151" fmla="*/ 418343 w 1996685"/>
                <a:gd name="connsiteY151" fmla="*/ 1829364 h 1890401"/>
                <a:gd name="connsiteX152" fmla="*/ 419784 w 1996685"/>
                <a:gd name="connsiteY152" fmla="*/ 1839447 h 1890401"/>
                <a:gd name="connsiteX153" fmla="*/ 420911 w 1996685"/>
                <a:gd name="connsiteY153" fmla="*/ 1841013 h 1890401"/>
                <a:gd name="connsiteX154" fmla="*/ 422540 w 1996685"/>
                <a:gd name="connsiteY154" fmla="*/ 1842391 h 1890401"/>
                <a:gd name="connsiteX155" fmla="*/ 671870 w 1996685"/>
                <a:gd name="connsiteY155" fmla="*/ 1842391 h 1890401"/>
                <a:gd name="connsiteX156" fmla="*/ 671181 w 1996685"/>
                <a:gd name="connsiteY156" fmla="*/ 1018366 h 1890401"/>
                <a:gd name="connsiteX157" fmla="*/ 420285 w 1996685"/>
                <a:gd name="connsiteY157" fmla="*/ 1018366 h 189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1996685" h="1890401">
                  <a:moveTo>
                    <a:pt x="1218506" y="1842516"/>
                  </a:moveTo>
                  <a:cubicBezTo>
                    <a:pt x="1268485" y="1842516"/>
                    <a:pt x="1315395" y="1842516"/>
                    <a:pt x="1364246" y="1842516"/>
                  </a:cubicBezTo>
                  <a:cubicBezTo>
                    <a:pt x="1364685" y="1832182"/>
                    <a:pt x="1365499" y="1822788"/>
                    <a:pt x="1365499" y="1813456"/>
                  </a:cubicBezTo>
                  <a:cubicBezTo>
                    <a:pt x="1365562" y="1438740"/>
                    <a:pt x="1365562" y="1064023"/>
                    <a:pt x="1365562" y="689245"/>
                  </a:cubicBezTo>
                  <a:cubicBezTo>
                    <a:pt x="1365562" y="680351"/>
                    <a:pt x="1365248" y="671332"/>
                    <a:pt x="1366438" y="662564"/>
                  </a:cubicBezTo>
                  <a:cubicBezTo>
                    <a:pt x="1368129" y="649537"/>
                    <a:pt x="1374768" y="643274"/>
                    <a:pt x="1387795" y="641333"/>
                  </a:cubicBezTo>
                  <a:cubicBezTo>
                    <a:pt x="1393870" y="640393"/>
                    <a:pt x="1400071" y="640581"/>
                    <a:pt x="1406271" y="640581"/>
                  </a:cubicBezTo>
                  <a:cubicBezTo>
                    <a:pt x="1496020" y="640518"/>
                    <a:pt x="1585769" y="640581"/>
                    <a:pt x="1675518" y="640581"/>
                  </a:cubicBezTo>
                  <a:cubicBezTo>
                    <a:pt x="1679652" y="640581"/>
                    <a:pt x="1683723" y="640456"/>
                    <a:pt x="1687856" y="640706"/>
                  </a:cubicBezTo>
                  <a:cubicBezTo>
                    <a:pt x="1707835" y="642022"/>
                    <a:pt x="1714725" y="648974"/>
                    <a:pt x="1715539" y="668702"/>
                  </a:cubicBezTo>
                  <a:cubicBezTo>
                    <a:pt x="1715852" y="675529"/>
                    <a:pt x="1715601" y="682418"/>
                    <a:pt x="1715601" y="689245"/>
                  </a:cubicBezTo>
                  <a:cubicBezTo>
                    <a:pt x="1715601" y="1064650"/>
                    <a:pt x="1715601" y="1440055"/>
                    <a:pt x="1715601" y="1815460"/>
                  </a:cubicBezTo>
                  <a:cubicBezTo>
                    <a:pt x="1715601" y="1824165"/>
                    <a:pt x="1715601" y="1832871"/>
                    <a:pt x="1715601" y="1843581"/>
                  </a:cubicBezTo>
                  <a:cubicBezTo>
                    <a:pt x="1810674" y="1843581"/>
                    <a:pt x="1902866" y="1843581"/>
                    <a:pt x="1996685" y="1843581"/>
                  </a:cubicBezTo>
                  <a:cubicBezTo>
                    <a:pt x="1996685" y="1859489"/>
                    <a:pt x="1996685" y="1873330"/>
                    <a:pt x="1996685" y="1890178"/>
                  </a:cubicBezTo>
                  <a:cubicBezTo>
                    <a:pt x="1986665" y="1890178"/>
                    <a:pt x="1977333" y="1890178"/>
                    <a:pt x="1967938" y="1890178"/>
                  </a:cubicBezTo>
                  <a:cubicBezTo>
                    <a:pt x="1431511" y="1890178"/>
                    <a:pt x="895147" y="1890178"/>
                    <a:pt x="358719" y="1890178"/>
                  </a:cubicBezTo>
                  <a:cubicBezTo>
                    <a:pt x="299784" y="1890178"/>
                    <a:pt x="240850" y="1890929"/>
                    <a:pt x="181977" y="1889676"/>
                  </a:cubicBezTo>
                  <a:cubicBezTo>
                    <a:pt x="163877" y="1889301"/>
                    <a:pt x="144524" y="1886482"/>
                    <a:pt x="128178" y="1879280"/>
                  </a:cubicBezTo>
                  <a:cubicBezTo>
                    <a:pt x="84650" y="1859990"/>
                    <a:pt x="63168" y="1824040"/>
                    <a:pt x="61790" y="1776817"/>
                  </a:cubicBezTo>
                  <a:cubicBezTo>
                    <a:pt x="60850" y="1743247"/>
                    <a:pt x="61539" y="1709678"/>
                    <a:pt x="61539" y="1676108"/>
                  </a:cubicBezTo>
                  <a:cubicBezTo>
                    <a:pt x="61539" y="1668717"/>
                    <a:pt x="61539" y="1661265"/>
                    <a:pt x="61539" y="1651745"/>
                  </a:cubicBezTo>
                  <a:cubicBezTo>
                    <a:pt x="51894" y="1651369"/>
                    <a:pt x="43940" y="1651056"/>
                    <a:pt x="35986" y="1650680"/>
                  </a:cubicBezTo>
                  <a:cubicBezTo>
                    <a:pt x="30538" y="1650429"/>
                    <a:pt x="24901" y="1650743"/>
                    <a:pt x="19640" y="1649615"/>
                  </a:cubicBezTo>
                  <a:cubicBezTo>
                    <a:pt x="7740" y="1647110"/>
                    <a:pt x="-214" y="1637402"/>
                    <a:pt x="37" y="1626505"/>
                  </a:cubicBezTo>
                  <a:cubicBezTo>
                    <a:pt x="287" y="1614856"/>
                    <a:pt x="9494" y="1605273"/>
                    <a:pt x="22646" y="1604459"/>
                  </a:cubicBezTo>
                  <a:cubicBezTo>
                    <a:pt x="34734" y="1603707"/>
                    <a:pt x="46947" y="1604271"/>
                    <a:pt x="60287" y="1604271"/>
                  </a:cubicBezTo>
                  <a:cubicBezTo>
                    <a:pt x="60287" y="1523040"/>
                    <a:pt x="60287" y="1444564"/>
                    <a:pt x="60287" y="1363771"/>
                  </a:cubicBezTo>
                  <a:cubicBezTo>
                    <a:pt x="52896" y="1363270"/>
                    <a:pt x="45694" y="1362769"/>
                    <a:pt x="38492" y="1362393"/>
                  </a:cubicBezTo>
                  <a:cubicBezTo>
                    <a:pt x="33732" y="1362143"/>
                    <a:pt x="28846" y="1362519"/>
                    <a:pt x="24149" y="1361955"/>
                  </a:cubicBezTo>
                  <a:cubicBezTo>
                    <a:pt x="9306" y="1360201"/>
                    <a:pt x="-26" y="1351057"/>
                    <a:pt x="37" y="1338782"/>
                  </a:cubicBezTo>
                  <a:cubicBezTo>
                    <a:pt x="99" y="1326381"/>
                    <a:pt x="9494" y="1316987"/>
                    <a:pt x="24212" y="1315984"/>
                  </a:cubicBezTo>
                  <a:cubicBezTo>
                    <a:pt x="35673" y="1315170"/>
                    <a:pt x="47197" y="1315797"/>
                    <a:pt x="60099" y="1315797"/>
                  </a:cubicBezTo>
                  <a:cubicBezTo>
                    <a:pt x="60099" y="1238699"/>
                    <a:pt x="60099" y="1164420"/>
                    <a:pt x="60099" y="1087322"/>
                  </a:cubicBezTo>
                  <a:cubicBezTo>
                    <a:pt x="47197" y="1087322"/>
                    <a:pt x="35047" y="1087760"/>
                    <a:pt x="22959" y="1087197"/>
                  </a:cubicBezTo>
                  <a:cubicBezTo>
                    <a:pt x="12437" y="1086758"/>
                    <a:pt x="4922" y="1081309"/>
                    <a:pt x="1352" y="1071101"/>
                  </a:cubicBezTo>
                  <a:cubicBezTo>
                    <a:pt x="-1717" y="1062395"/>
                    <a:pt x="538" y="1054065"/>
                    <a:pt x="7114" y="1048679"/>
                  </a:cubicBezTo>
                  <a:cubicBezTo>
                    <a:pt x="11936" y="1044671"/>
                    <a:pt x="19139" y="1042416"/>
                    <a:pt x="25527" y="1041727"/>
                  </a:cubicBezTo>
                  <a:cubicBezTo>
                    <a:pt x="36299" y="1040600"/>
                    <a:pt x="47197" y="1041414"/>
                    <a:pt x="57531" y="1041414"/>
                  </a:cubicBezTo>
                  <a:cubicBezTo>
                    <a:pt x="62542" y="1024504"/>
                    <a:pt x="63168" y="848325"/>
                    <a:pt x="58345" y="825528"/>
                  </a:cubicBezTo>
                  <a:cubicBezTo>
                    <a:pt x="48137" y="825528"/>
                    <a:pt x="37302" y="825778"/>
                    <a:pt x="26529" y="825465"/>
                  </a:cubicBezTo>
                  <a:cubicBezTo>
                    <a:pt x="10433" y="824964"/>
                    <a:pt x="350" y="816321"/>
                    <a:pt x="37" y="803044"/>
                  </a:cubicBezTo>
                  <a:cubicBezTo>
                    <a:pt x="-277" y="789954"/>
                    <a:pt x="9744" y="780372"/>
                    <a:pt x="25778" y="779495"/>
                  </a:cubicBezTo>
                  <a:cubicBezTo>
                    <a:pt x="36613" y="778868"/>
                    <a:pt x="47510" y="779369"/>
                    <a:pt x="57907" y="779369"/>
                  </a:cubicBezTo>
                  <a:cubicBezTo>
                    <a:pt x="62416" y="762522"/>
                    <a:pt x="63168" y="581897"/>
                    <a:pt x="58972" y="557283"/>
                  </a:cubicBezTo>
                  <a:cubicBezTo>
                    <a:pt x="46070" y="556469"/>
                    <a:pt x="32542" y="556344"/>
                    <a:pt x="19201" y="554653"/>
                  </a:cubicBezTo>
                  <a:cubicBezTo>
                    <a:pt x="8304" y="553275"/>
                    <a:pt x="663" y="543818"/>
                    <a:pt x="99" y="533609"/>
                  </a:cubicBezTo>
                  <a:cubicBezTo>
                    <a:pt x="-464" y="523651"/>
                    <a:pt x="6613" y="513692"/>
                    <a:pt x="17197" y="510811"/>
                  </a:cubicBezTo>
                  <a:cubicBezTo>
                    <a:pt x="22396" y="509434"/>
                    <a:pt x="27970" y="509183"/>
                    <a:pt x="33418" y="508995"/>
                  </a:cubicBezTo>
                  <a:cubicBezTo>
                    <a:pt x="41560" y="508682"/>
                    <a:pt x="49765" y="508933"/>
                    <a:pt x="57406" y="508933"/>
                  </a:cubicBezTo>
                  <a:cubicBezTo>
                    <a:pt x="62291" y="493212"/>
                    <a:pt x="63606" y="316157"/>
                    <a:pt x="59222" y="287034"/>
                  </a:cubicBezTo>
                  <a:cubicBezTo>
                    <a:pt x="52395" y="286721"/>
                    <a:pt x="45068" y="286345"/>
                    <a:pt x="37803" y="286032"/>
                  </a:cubicBezTo>
                  <a:cubicBezTo>
                    <a:pt x="31665" y="285781"/>
                    <a:pt x="25339" y="286282"/>
                    <a:pt x="19389" y="285155"/>
                  </a:cubicBezTo>
                  <a:cubicBezTo>
                    <a:pt x="7991" y="283026"/>
                    <a:pt x="-277" y="272441"/>
                    <a:pt x="162" y="261857"/>
                  </a:cubicBezTo>
                  <a:cubicBezTo>
                    <a:pt x="663" y="250646"/>
                    <a:pt x="8930" y="241314"/>
                    <a:pt x="21080" y="240374"/>
                  </a:cubicBezTo>
                  <a:cubicBezTo>
                    <a:pt x="33231" y="239435"/>
                    <a:pt x="45569" y="240187"/>
                    <a:pt x="59974" y="240187"/>
                  </a:cubicBezTo>
                  <a:cubicBezTo>
                    <a:pt x="62980" y="219205"/>
                    <a:pt x="61164" y="199540"/>
                    <a:pt x="61477" y="180062"/>
                  </a:cubicBezTo>
                  <a:cubicBezTo>
                    <a:pt x="61790" y="160208"/>
                    <a:pt x="61539" y="140354"/>
                    <a:pt x="61539" y="120438"/>
                  </a:cubicBezTo>
                  <a:cubicBezTo>
                    <a:pt x="61539" y="100584"/>
                    <a:pt x="61539" y="80730"/>
                    <a:pt x="61539" y="60814"/>
                  </a:cubicBezTo>
                  <a:cubicBezTo>
                    <a:pt x="61539" y="41085"/>
                    <a:pt x="61539" y="21357"/>
                    <a:pt x="61539" y="0"/>
                  </a:cubicBezTo>
                  <a:cubicBezTo>
                    <a:pt x="77573" y="0"/>
                    <a:pt x="91414" y="0"/>
                    <a:pt x="107573" y="0"/>
                  </a:cubicBezTo>
                  <a:cubicBezTo>
                    <a:pt x="107573" y="79352"/>
                    <a:pt x="107573" y="157828"/>
                    <a:pt x="107573" y="237556"/>
                  </a:cubicBezTo>
                  <a:cubicBezTo>
                    <a:pt x="114838" y="238496"/>
                    <a:pt x="120036" y="239435"/>
                    <a:pt x="125234" y="239686"/>
                  </a:cubicBezTo>
                  <a:cubicBezTo>
                    <a:pt x="132061" y="240061"/>
                    <a:pt x="138950" y="239560"/>
                    <a:pt x="145777" y="239936"/>
                  </a:cubicBezTo>
                  <a:cubicBezTo>
                    <a:pt x="161936" y="240813"/>
                    <a:pt x="171768" y="249894"/>
                    <a:pt x="171393" y="263234"/>
                  </a:cubicBezTo>
                  <a:cubicBezTo>
                    <a:pt x="170954" y="276512"/>
                    <a:pt x="160996" y="285155"/>
                    <a:pt x="144838" y="285907"/>
                  </a:cubicBezTo>
                  <a:cubicBezTo>
                    <a:pt x="138011" y="286220"/>
                    <a:pt x="131122" y="285844"/>
                    <a:pt x="124295" y="286094"/>
                  </a:cubicBezTo>
                  <a:cubicBezTo>
                    <a:pt x="119660" y="286282"/>
                    <a:pt x="115026" y="287034"/>
                    <a:pt x="109264" y="287660"/>
                  </a:cubicBezTo>
                  <a:cubicBezTo>
                    <a:pt x="109264" y="360750"/>
                    <a:pt x="109264" y="433025"/>
                    <a:pt x="109264" y="507492"/>
                  </a:cubicBezTo>
                  <a:cubicBezTo>
                    <a:pt x="116967" y="507993"/>
                    <a:pt x="124170" y="508494"/>
                    <a:pt x="131435" y="508933"/>
                  </a:cubicBezTo>
                  <a:cubicBezTo>
                    <a:pt x="138261" y="509308"/>
                    <a:pt x="145213" y="508933"/>
                    <a:pt x="151852" y="510185"/>
                  </a:cubicBezTo>
                  <a:cubicBezTo>
                    <a:pt x="164002" y="512502"/>
                    <a:pt x="171706" y="522147"/>
                    <a:pt x="171330" y="533108"/>
                  </a:cubicBezTo>
                  <a:cubicBezTo>
                    <a:pt x="170954" y="544319"/>
                    <a:pt x="163000" y="553400"/>
                    <a:pt x="150725" y="554966"/>
                  </a:cubicBezTo>
                  <a:cubicBezTo>
                    <a:pt x="141957" y="556093"/>
                    <a:pt x="132938" y="555529"/>
                    <a:pt x="124044" y="556030"/>
                  </a:cubicBezTo>
                  <a:cubicBezTo>
                    <a:pt x="119410" y="556344"/>
                    <a:pt x="114838" y="557408"/>
                    <a:pt x="109201" y="558285"/>
                  </a:cubicBezTo>
                  <a:cubicBezTo>
                    <a:pt x="109201" y="631437"/>
                    <a:pt x="109201" y="703712"/>
                    <a:pt x="109201" y="778305"/>
                  </a:cubicBezTo>
                  <a:cubicBezTo>
                    <a:pt x="118157" y="778618"/>
                    <a:pt x="126800" y="778868"/>
                    <a:pt x="135380" y="779369"/>
                  </a:cubicBezTo>
                  <a:cubicBezTo>
                    <a:pt x="142144" y="779745"/>
                    <a:pt x="149222" y="779557"/>
                    <a:pt x="155673" y="781374"/>
                  </a:cubicBezTo>
                  <a:cubicBezTo>
                    <a:pt x="166257" y="784380"/>
                    <a:pt x="172457" y="794839"/>
                    <a:pt x="171267" y="805110"/>
                  </a:cubicBezTo>
                  <a:cubicBezTo>
                    <a:pt x="170015" y="815632"/>
                    <a:pt x="162061" y="823962"/>
                    <a:pt x="151163" y="825215"/>
                  </a:cubicBezTo>
                  <a:cubicBezTo>
                    <a:pt x="145088" y="825904"/>
                    <a:pt x="138825" y="825465"/>
                    <a:pt x="132687" y="825591"/>
                  </a:cubicBezTo>
                  <a:cubicBezTo>
                    <a:pt x="126550" y="825716"/>
                    <a:pt x="120349" y="825904"/>
                    <a:pt x="114211" y="826217"/>
                  </a:cubicBezTo>
                  <a:cubicBezTo>
                    <a:pt x="113021" y="826279"/>
                    <a:pt x="111831" y="827344"/>
                    <a:pt x="109326" y="828597"/>
                  </a:cubicBezTo>
                  <a:cubicBezTo>
                    <a:pt x="109326" y="898054"/>
                    <a:pt x="109326" y="968199"/>
                    <a:pt x="109326" y="1041414"/>
                  </a:cubicBezTo>
                  <a:cubicBezTo>
                    <a:pt x="121664" y="1041414"/>
                    <a:pt x="133063" y="1041852"/>
                    <a:pt x="144462" y="1041289"/>
                  </a:cubicBezTo>
                  <a:cubicBezTo>
                    <a:pt x="162938" y="1040412"/>
                    <a:pt x="170704" y="1053564"/>
                    <a:pt x="171205" y="1063648"/>
                  </a:cubicBezTo>
                  <a:cubicBezTo>
                    <a:pt x="171894" y="1077489"/>
                    <a:pt x="161184" y="1086758"/>
                    <a:pt x="143898" y="1087510"/>
                  </a:cubicBezTo>
                  <a:cubicBezTo>
                    <a:pt x="138449" y="1087760"/>
                    <a:pt x="132938" y="1087447"/>
                    <a:pt x="127489" y="1087635"/>
                  </a:cubicBezTo>
                  <a:cubicBezTo>
                    <a:pt x="122040" y="1087823"/>
                    <a:pt x="116654" y="1088199"/>
                    <a:pt x="111456" y="1088512"/>
                  </a:cubicBezTo>
                  <a:cubicBezTo>
                    <a:pt x="107197" y="1103919"/>
                    <a:pt x="106320" y="1289179"/>
                    <a:pt x="110516" y="1313667"/>
                  </a:cubicBezTo>
                  <a:cubicBezTo>
                    <a:pt x="115902" y="1314231"/>
                    <a:pt x="121790" y="1315045"/>
                    <a:pt x="127739" y="1315358"/>
                  </a:cubicBezTo>
                  <a:cubicBezTo>
                    <a:pt x="134566" y="1315734"/>
                    <a:pt x="141455" y="1315296"/>
                    <a:pt x="148282" y="1315984"/>
                  </a:cubicBezTo>
                  <a:cubicBezTo>
                    <a:pt x="162061" y="1317425"/>
                    <a:pt x="170704" y="1325817"/>
                    <a:pt x="171455" y="1337717"/>
                  </a:cubicBezTo>
                  <a:cubicBezTo>
                    <a:pt x="172207" y="1350118"/>
                    <a:pt x="163126" y="1359888"/>
                    <a:pt x="148470" y="1361830"/>
                  </a:cubicBezTo>
                  <a:cubicBezTo>
                    <a:pt x="142395" y="1362644"/>
                    <a:pt x="136132" y="1362206"/>
                    <a:pt x="129994" y="1362456"/>
                  </a:cubicBezTo>
                  <a:cubicBezTo>
                    <a:pt x="124545" y="1362707"/>
                    <a:pt x="119097" y="1363020"/>
                    <a:pt x="113648" y="1363521"/>
                  </a:cubicBezTo>
                  <a:cubicBezTo>
                    <a:pt x="112458" y="1363646"/>
                    <a:pt x="111393" y="1364836"/>
                    <a:pt x="109138" y="1366214"/>
                  </a:cubicBezTo>
                  <a:cubicBezTo>
                    <a:pt x="109138" y="1443938"/>
                    <a:pt x="109138" y="1522413"/>
                    <a:pt x="109138" y="1603081"/>
                  </a:cubicBezTo>
                  <a:cubicBezTo>
                    <a:pt x="121476" y="1603457"/>
                    <a:pt x="132875" y="1603707"/>
                    <a:pt x="144274" y="1604208"/>
                  </a:cubicBezTo>
                  <a:cubicBezTo>
                    <a:pt x="160871" y="1604897"/>
                    <a:pt x="170766" y="1612914"/>
                    <a:pt x="171393" y="1626066"/>
                  </a:cubicBezTo>
                  <a:cubicBezTo>
                    <a:pt x="172019" y="1639657"/>
                    <a:pt x="161309" y="1649678"/>
                    <a:pt x="144274" y="1650555"/>
                  </a:cubicBezTo>
                  <a:cubicBezTo>
                    <a:pt x="133376" y="1651118"/>
                    <a:pt x="122479" y="1650680"/>
                    <a:pt x="110516" y="1650680"/>
                  </a:cubicBezTo>
                  <a:cubicBezTo>
                    <a:pt x="109577" y="1656630"/>
                    <a:pt x="108199" y="1661076"/>
                    <a:pt x="108199" y="1665586"/>
                  </a:cubicBezTo>
                  <a:cubicBezTo>
                    <a:pt x="108011" y="1701222"/>
                    <a:pt x="107698" y="1736859"/>
                    <a:pt x="108199" y="1772433"/>
                  </a:cubicBezTo>
                  <a:cubicBezTo>
                    <a:pt x="108825" y="1816399"/>
                    <a:pt x="135130" y="1843080"/>
                    <a:pt x="178846" y="1843456"/>
                  </a:cubicBezTo>
                  <a:cubicBezTo>
                    <a:pt x="241852" y="1843957"/>
                    <a:pt x="304795" y="1843581"/>
                    <a:pt x="370181" y="1843581"/>
                  </a:cubicBezTo>
                  <a:cubicBezTo>
                    <a:pt x="370807" y="1833435"/>
                    <a:pt x="371934" y="1824228"/>
                    <a:pt x="371934" y="1815021"/>
                  </a:cubicBezTo>
                  <a:cubicBezTo>
                    <a:pt x="371997" y="1549219"/>
                    <a:pt x="371997" y="1283417"/>
                    <a:pt x="371997" y="1017614"/>
                  </a:cubicBezTo>
                  <a:cubicBezTo>
                    <a:pt x="371997" y="1010788"/>
                    <a:pt x="371747" y="1003898"/>
                    <a:pt x="372122" y="997072"/>
                  </a:cubicBezTo>
                  <a:cubicBezTo>
                    <a:pt x="373187" y="978220"/>
                    <a:pt x="379701" y="971769"/>
                    <a:pt x="398803" y="970454"/>
                  </a:cubicBezTo>
                  <a:cubicBezTo>
                    <a:pt x="404940" y="970016"/>
                    <a:pt x="411141" y="970204"/>
                    <a:pt x="417279" y="970204"/>
                  </a:cubicBezTo>
                  <a:cubicBezTo>
                    <a:pt x="503583" y="970204"/>
                    <a:pt x="589887" y="970204"/>
                    <a:pt x="676254" y="970204"/>
                  </a:cubicBezTo>
                  <a:cubicBezTo>
                    <a:pt x="681766" y="970204"/>
                    <a:pt x="687215" y="970078"/>
                    <a:pt x="692663" y="970391"/>
                  </a:cubicBezTo>
                  <a:cubicBezTo>
                    <a:pt x="714208" y="971456"/>
                    <a:pt x="720596" y="977782"/>
                    <a:pt x="721724" y="999139"/>
                  </a:cubicBezTo>
                  <a:cubicBezTo>
                    <a:pt x="722100" y="1006654"/>
                    <a:pt x="721912" y="1014232"/>
                    <a:pt x="721912" y="1021748"/>
                  </a:cubicBezTo>
                  <a:cubicBezTo>
                    <a:pt x="721912" y="1285484"/>
                    <a:pt x="721912" y="1549219"/>
                    <a:pt x="721912" y="1813017"/>
                  </a:cubicBezTo>
                  <a:cubicBezTo>
                    <a:pt x="721912" y="1822349"/>
                    <a:pt x="721912" y="1831744"/>
                    <a:pt x="721912" y="1842328"/>
                  </a:cubicBezTo>
                  <a:cubicBezTo>
                    <a:pt x="771765" y="1842328"/>
                    <a:pt x="818613" y="1842328"/>
                    <a:pt x="867401" y="1842328"/>
                  </a:cubicBezTo>
                  <a:cubicBezTo>
                    <a:pt x="867840" y="1831305"/>
                    <a:pt x="868654" y="1821222"/>
                    <a:pt x="868654" y="1811201"/>
                  </a:cubicBezTo>
                  <a:cubicBezTo>
                    <a:pt x="868717" y="1350181"/>
                    <a:pt x="868717" y="889160"/>
                    <a:pt x="868717" y="428077"/>
                  </a:cubicBezTo>
                  <a:cubicBezTo>
                    <a:pt x="868717" y="419872"/>
                    <a:pt x="868403" y="411605"/>
                    <a:pt x="869092" y="403401"/>
                  </a:cubicBezTo>
                  <a:cubicBezTo>
                    <a:pt x="870470" y="385990"/>
                    <a:pt x="877422" y="379226"/>
                    <a:pt x="895021" y="377660"/>
                  </a:cubicBezTo>
                  <a:cubicBezTo>
                    <a:pt x="899781" y="377221"/>
                    <a:pt x="904604" y="377409"/>
                    <a:pt x="909426" y="377409"/>
                  </a:cubicBezTo>
                  <a:cubicBezTo>
                    <a:pt x="999175" y="377409"/>
                    <a:pt x="1088924" y="377409"/>
                    <a:pt x="1178673" y="377409"/>
                  </a:cubicBezTo>
                  <a:cubicBezTo>
                    <a:pt x="1183496" y="377409"/>
                    <a:pt x="1188318" y="377221"/>
                    <a:pt x="1193078" y="377660"/>
                  </a:cubicBezTo>
                  <a:cubicBezTo>
                    <a:pt x="1210552" y="379288"/>
                    <a:pt x="1217441" y="386240"/>
                    <a:pt x="1218569" y="403651"/>
                  </a:cubicBezTo>
                  <a:cubicBezTo>
                    <a:pt x="1219070" y="411167"/>
                    <a:pt x="1218756" y="418745"/>
                    <a:pt x="1218756" y="426261"/>
                  </a:cubicBezTo>
                  <a:cubicBezTo>
                    <a:pt x="1218756" y="888659"/>
                    <a:pt x="1218756" y="1351120"/>
                    <a:pt x="1218756" y="1813518"/>
                  </a:cubicBezTo>
                  <a:cubicBezTo>
                    <a:pt x="1218506" y="1822975"/>
                    <a:pt x="1218506" y="1832370"/>
                    <a:pt x="1218506" y="1842516"/>
                  </a:cubicBezTo>
                  <a:close/>
                  <a:moveTo>
                    <a:pt x="1168464" y="1842516"/>
                  </a:moveTo>
                  <a:cubicBezTo>
                    <a:pt x="1169842" y="1840199"/>
                    <a:pt x="1170844" y="1839134"/>
                    <a:pt x="1171095" y="1837944"/>
                  </a:cubicBezTo>
                  <a:cubicBezTo>
                    <a:pt x="1171659" y="1835251"/>
                    <a:pt x="1172034" y="1832558"/>
                    <a:pt x="1172034" y="1829802"/>
                  </a:cubicBezTo>
                  <a:cubicBezTo>
                    <a:pt x="1172034" y="1365337"/>
                    <a:pt x="1172034" y="900872"/>
                    <a:pt x="1171972" y="436407"/>
                  </a:cubicBezTo>
                  <a:cubicBezTo>
                    <a:pt x="1171972" y="433714"/>
                    <a:pt x="1171158" y="431021"/>
                    <a:pt x="1170657" y="428390"/>
                  </a:cubicBezTo>
                  <a:cubicBezTo>
                    <a:pt x="1170531" y="427764"/>
                    <a:pt x="1170218" y="427075"/>
                    <a:pt x="1169780" y="426574"/>
                  </a:cubicBezTo>
                  <a:cubicBezTo>
                    <a:pt x="1169341" y="426073"/>
                    <a:pt x="1168652" y="425760"/>
                    <a:pt x="1167275" y="424820"/>
                  </a:cubicBezTo>
                  <a:cubicBezTo>
                    <a:pt x="1084853" y="424820"/>
                    <a:pt x="1001555" y="424820"/>
                    <a:pt x="919009" y="424820"/>
                  </a:cubicBezTo>
                  <a:cubicBezTo>
                    <a:pt x="917568" y="427200"/>
                    <a:pt x="916566" y="428328"/>
                    <a:pt x="916253" y="429518"/>
                  </a:cubicBezTo>
                  <a:cubicBezTo>
                    <a:pt x="915689" y="432148"/>
                    <a:pt x="915251" y="434904"/>
                    <a:pt x="915251" y="437597"/>
                  </a:cubicBezTo>
                  <a:cubicBezTo>
                    <a:pt x="915188" y="901373"/>
                    <a:pt x="915188" y="1365149"/>
                    <a:pt x="915251" y="1828925"/>
                  </a:cubicBezTo>
                  <a:cubicBezTo>
                    <a:pt x="915251" y="1832307"/>
                    <a:pt x="916128" y="1835689"/>
                    <a:pt x="916629" y="1839009"/>
                  </a:cubicBezTo>
                  <a:cubicBezTo>
                    <a:pt x="916754" y="1839635"/>
                    <a:pt x="917192" y="1840261"/>
                    <a:pt x="917568" y="1840700"/>
                  </a:cubicBezTo>
                  <a:cubicBezTo>
                    <a:pt x="918007" y="1841201"/>
                    <a:pt x="918633" y="1841577"/>
                    <a:pt x="919698" y="1842453"/>
                  </a:cubicBezTo>
                  <a:cubicBezTo>
                    <a:pt x="1002620" y="1842516"/>
                    <a:pt x="1085918" y="1842516"/>
                    <a:pt x="1168464" y="1842516"/>
                  </a:cubicBezTo>
                  <a:close/>
                  <a:moveTo>
                    <a:pt x="1415039" y="688869"/>
                  </a:moveTo>
                  <a:cubicBezTo>
                    <a:pt x="1410718" y="713608"/>
                    <a:pt x="1411469" y="1825293"/>
                    <a:pt x="1415666" y="1842328"/>
                  </a:cubicBezTo>
                  <a:cubicBezTo>
                    <a:pt x="1499152" y="1842328"/>
                    <a:pt x="1582951" y="1842328"/>
                    <a:pt x="1666499" y="1842328"/>
                  </a:cubicBezTo>
                  <a:cubicBezTo>
                    <a:pt x="1671134" y="1818717"/>
                    <a:pt x="1670195" y="704902"/>
                    <a:pt x="1665435" y="688869"/>
                  </a:cubicBezTo>
                  <a:cubicBezTo>
                    <a:pt x="1582512" y="688869"/>
                    <a:pt x="1499214" y="688869"/>
                    <a:pt x="1415039" y="688869"/>
                  </a:cubicBezTo>
                  <a:close/>
                  <a:moveTo>
                    <a:pt x="420285" y="1018366"/>
                  </a:moveTo>
                  <a:cubicBezTo>
                    <a:pt x="419408" y="1023251"/>
                    <a:pt x="418469" y="1025882"/>
                    <a:pt x="418469" y="1028512"/>
                  </a:cubicBezTo>
                  <a:cubicBezTo>
                    <a:pt x="418343" y="1295442"/>
                    <a:pt x="418343" y="1562434"/>
                    <a:pt x="418343" y="1829364"/>
                  </a:cubicBezTo>
                  <a:cubicBezTo>
                    <a:pt x="418343" y="1832746"/>
                    <a:pt x="419220" y="1836128"/>
                    <a:pt x="419784" y="1839447"/>
                  </a:cubicBezTo>
                  <a:cubicBezTo>
                    <a:pt x="419909" y="1840011"/>
                    <a:pt x="420473" y="1840574"/>
                    <a:pt x="420911" y="1841013"/>
                  </a:cubicBezTo>
                  <a:cubicBezTo>
                    <a:pt x="421350" y="1841514"/>
                    <a:pt x="421913" y="1841890"/>
                    <a:pt x="422540" y="1842391"/>
                  </a:cubicBezTo>
                  <a:cubicBezTo>
                    <a:pt x="505712" y="1842391"/>
                    <a:pt x="588948" y="1842391"/>
                    <a:pt x="671870" y="1842391"/>
                  </a:cubicBezTo>
                  <a:cubicBezTo>
                    <a:pt x="676818" y="1821284"/>
                    <a:pt x="676254" y="1035402"/>
                    <a:pt x="671181" y="1018366"/>
                  </a:cubicBezTo>
                  <a:cubicBezTo>
                    <a:pt x="588322" y="1018366"/>
                    <a:pt x="505086" y="1018366"/>
                    <a:pt x="420285" y="1018366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9" name="图形 4"/>
            <p:cNvGrpSpPr/>
            <p:nvPr/>
          </p:nvGrpSpPr>
          <p:grpSpPr>
            <a:xfrm>
              <a:off x="1846125" y="3196496"/>
              <a:ext cx="433686" cy="460974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50" name="任意多边形: 形状 49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2" name="矩形 51"/>
            <p:cNvSpPr/>
            <p:nvPr>
              <p:custDataLst>
                <p:tags r:id="rId3"/>
              </p:custDataLst>
            </p:nvPr>
          </p:nvSpPr>
          <p:spPr>
            <a:xfrm>
              <a:off x="927838" y="3833638"/>
              <a:ext cx="2270124" cy="3769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3.redirect </a:t>
              </a:r>
              <a:r>
                <a:rPr lang="zh-CN" altLang="en-US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页面</a:t>
              </a:r>
              <a:endPara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  <a:p>
              <a:pPr algn="ctr"/>
              <a:r>
                <a:rPr lang="zh-CN" altLang="en-US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回跳机制</a:t>
              </a:r>
              <a:endPara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899920" y="1760220"/>
            <a:ext cx="29654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当未登录用户访问受保护资源被重定向至登录页时，通过`</a:t>
            </a:r>
            <a:r>
              <a:rPr lang="en-US" altLang="zh-CN"/>
              <a:t>redirect`</a:t>
            </a:r>
            <a:r>
              <a:rPr lang="zh-CN" altLang="en-US"/>
              <a:t>查询参数保存用户原始访问路径。用户完成登录之后，读取该参数，路由跳转回被拦截前的目标页面，提升用户交互体验。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80" y="4961890"/>
            <a:ext cx="4874895" cy="12293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045" y="1446530"/>
            <a:ext cx="6788150" cy="52832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026160" y="821055"/>
            <a:ext cx="26092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游客与登录顾客权限区分</a:t>
            </a:r>
            <a:endParaRPr lang="zh-CN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1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846125" y="1513382"/>
            <a:ext cx="9417969" cy="4755680"/>
            <a:chOff x="1846125" y="1279630"/>
            <a:chExt cx="9417969" cy="4755680"/>
          </a:xfrm>
        </p:grpSpPr>
        <p:sp>
          <p:nvSpPr>
            <p:cNvPr id="58" name="矩形: 圆角 57"/>
            <p:cNvSpPr/>
            <p:nvPr/>
          </p:nvSpPr>
          <p:spPr>
            <a:xfrm>
              <a:off x="6257710" y="1279630"/>
              <a:ext cx="4433010" cy="4755680"/>
            </a:xfrm>
            <a:prstGeom prst="roundRect">
              <a:avLst>
                <a:gd name="adj" fmla="val 3383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9191065" y="2752627"/>
              <a:ext cx="1875934" cy="1875934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907847" y="3217572"/>
              <a:ext cx="442370" cy="418822"/>
            </a:xfrm>
            <a:custGeom>
              <a:avLst/>
              <a:gdLst>
                <a:gd name="connsiteX0" fmla="*/ 1218506 w 1996685"/>
                <a:gd name="connsiteY0" fmla="*/ 1842516 h 1890401"/>
                <a:gd name="connsiteX1" fmla="*/ 1364246 w 1996685"/>
                <a:gd name="connsiteY1" fmla="*/ 1842516 h 1890401"/>
                <a:gd name="connsiteX2" fmla="*/ 1365499 w 1996685"/>
                <a:gd name="connsiteY2" fmla="*/ 1813456 h 1890401"/>
                <a:gd name="connsiteX3" fmla="*/ 1365562 w 1996685"/>
                <a:gd name="connsiteY3" fmla="*/ 689245 h 1890401"/>
                <a:gd name="connsiteX4" fmla="*/ 1366438 w 1996685"/>
                <a:gd name="connsiteY4" fmla="*/ 662564 h 1890401"/>
                <a:gd name="connsiteX5" fmla="*/ 1387795 w 1996685"/>
                <a:gd name="connsiteY5" fmla="*/ 641333 h 1890401"/>
                <a:gd name="connsiteX6" fmla="*/ 1406271 w 1996685"/>
                <a:gd name="connsiteY6" fmla="*/ 640581 h 1890401"/>
                <a:gd name="connsiteX7" fmla="*/ 1675518 w 1996685"/>
                <a:gd name="connsiteY7" fmla="*/ 640581 h 1890401"/>
                <a:gd name="connsiteX8" fmla="*/ 1687856 w 1996685"/>
                <a:gd name="connsiteY8" fmla="*/ 640706 h 1890401"/>
                <a:gd name="connsiteX9" fmla="*/ 1715539 w 1996685"/>
                <a:gd name="connsiteY9" fmla="*/ 668702 h 1890401"/>
                <a:gd name="connsiteX10" fmla="*/ 1715601 w 1996685"/>
                <a:gd name="connsiteY10" fmla="*/ 689245 h 1890401"/>
                <a:gd name="connsiteX11" fmla="*/ 1715601 w 1996685"/>
                <a:gd name="connsiteY11" fmla="*/ 1815460 h 1890401"/>
                <a:gd name="connsiteX12" fmla="*/ 1715601 w 1996685"/>
                <a:gd name="connsiteY12" fmla="*/ 1843581 h 1890401"/>
                <a:gd name="connsiteX13" fmla="*/ 1996685 w 1996685"/>
                <a:gd name="connsiteY13" fmla="*/ 1843581 h 1890401"/>
                <a:gd name="connsiteX14" fmla="*/ 1996685 w 1996685"/>
                <a:gd name="connsiteY14" fmla="*/ 1890178 h 1890401"/>
                <a:gd name="connsiteX15" fmla="*/ 1967938 w 1996685"/>
                <a:gd name="connsiteY15" fmla="*/ 1890178 h 1890401"/>
                <a:gd name="connsiteX16" fmla="*/ 358719 w 1996685"/>
                <a:gd name="connsiteY16" fmla="*/ 1890178 h 1890401"/>
                <a:gd name="connsiteX17" fmla="*/ 181977 w 1996685"/>
                <a:gd name="connsiteY17" fmla="*/ 1889676 h 1890401"/>
                <a:gd name="connsiteX18" fmla="*/ 128178 w 1996685"/>
                <a:gd name="connsiteY18" fmla="*/ 1879280 h 1890401"/>
                <a:gd name="connsiteX19" fmla="*/ 61790 w 1996685"/>
                <a:gd name="connsiteY19" fmla="*/ 1776817 h 1890401"/>
                <a:gd name="connsiteX20" fmla="*/ 61539 w 1996685"/>
                <a:gd name="connsiteY20" fmla="*/ 1676108 h 1890401"/>
                <a:gd name="connsiteX21" fmla="*/ 61539 w 1996685"/>
                <a:gd name="connsiteY21" fmla="*/ 1651745 h 1890401"/>
                <a:gd name="connsiteX22" fmla="*/ 35986 w 1996685"/>
                <a:gd name="connsiteY22" fmla="*/ 1650680 h 1890401"/>
                <a:gd name="connsiteX23" fmla="*/ 19640 w 1996685"/>
                <a:gd name="connsiteY23" fmla="*/ 1649615 h 1890401"/>
                <a:gd name="connsiteX24" fmla="*/ 37 w 1996685"/>
                <a:gd name="connsiteY24" fmla="*/ 1626505 h 1890401"/>
                <a:gd name="connsiteX25" fmla="*/ 22646 w 1996685"/>
                <a:gd name="connsiteY25" fmla="*/ 1604459 h 1890401"/>
                <a:gd name="connsiteX26" fmla="*/ 60287 w 1996685"/>
                <a:gd name="connsiteY26" fmla="*/ 1604271 h 1890401"/>
                <a:gd name="connsiteX27" fmla="*/ 60287 w 1996685"/>
                <a:gd name="connsiteY27" fmla="*/ 1363771 h 1890401"/>
                <a:gd name="connsiteX28" fmla="*/ 38492 w 1996685"/>
                <a:gd name="connsiteY28" fmla="*/ 1362393 h 1890401"/>
                <a:gd name="connsiteX29" fmla="*/ 24149 w 1996685"/>
                <a:gd name="connsiteY29" fmla="*/ 1361955 h 1890401"/>
                <a:gd name="connsiteX30" fmla="*/ 37 w 1996685"/>
                <a:gd name="connsiteY30" fmla="*/ 1338782 h 1890401"/>
                <a:gd name="connsiteX31" fmla="*/ 24212 w 1996685"/>
                <a:gd name="connsiteY31" fmla="*/ 1315984 h 1890401"/>
                <a:gd name="connsiteX32" fmla="*/ 60099 w 1996685"/>
                <a:gd name="connsiteY32" fmla="*/ 1315797 h 1890401"/>
                <a:gd name="connsiteX33" fmla="*/ 60099 w 1996685"/>
                <a:gd name="connsiteY33" fmla="*/ 1087322 h 1890401"/>
                <a:gd name="connsiteX34" fmla="*/ 22959 w 1996685"/>
                <a:gd name="connsiteY34" fmla="*/ 1087197 h 1890401"/>
                <a:gd name="connsiteX35" fmla="*/ 1352 w 1996685"/>
                <a:gd name="connsiteY35" fmla="*/ 1071101 h 1890401"/>
                <a:gd name="connsiteX36" fmla="*/ 7114 w 1996685"/>
                <a:gd name="connsiteY36" fmla="*/ 1048679 h 1890401"/>
                <a:gd name="connsiteX37" fmla="*/ 25527 w 1996685"/>
                <a:gd name="connsiteY37" fmla="*/ 1041727 h 1890401"/>
                <a:gd name="connsiteX38" fmla="*/ 57531 w 1996685"/>
                <a:gd name="connsiteY38" fmla="*/ 1041414 h 1890401"/>
                <a:gd name="connsiteX39" fmla="*/ 58345 w 1996685"/>
                <a:gd name="connsiteY39" fmla="*/ 825528 h 1890401"/>
                <a:gd name="connsiteX40" fmla="*/ 26529 w 1996685"/>
                <a:gd name="connsiteY40" fmla="*/ 825465 h 1890401"/>
                <a:gd name="connsiteX41" fmla="*/ 37 w 1996685"/>
                <a:gd name="connsiteY41" fmla="*/ 803044 h 1890401"/>
                <a:gd name="connsiteX42" fmla="*/ 25778 w 1996685"/>
                <a:gd name="connsiteY42" fmla="*/ 779495 h 1890401"/>
                <a:gd name="connsiteX43" fmla="*/ 57907 w 1996685"/>
                <a:gd name="connsiteY43" fmla="*/ 779369 h 1890401"/>
                <a:gd name="connsiteX44" fmla="*/ 58972 w 1996685"/>
                <a:gd name="connsiteY44" fmla="*/ 557283 h 1890401"/>
                <a:gd name="connsiteX45" fmla="*/ 19201 w 1996685"/>
                <a:gd name="connsiteY45" fmla="*/ 554653 h 1890401"/>
                <a:gd name="connsiteX46" fmla="*/ 99 w 1996685"/>
                <a:gd name="connsiteY46" fmla="*/ 533609 h 1890401"/>
                <a:gd name="connsiteX47" fmla="*/ 17197 w 1996685"/>
                <a:gd name="connsiteY47" fmla="*/ 510811 h 1890401"/>
                <a:gd name="connsiteX48" fmla="*/ 33418 w 1996685"/>
                <a:gd name="connsiteY48" fmla="*/ 508995 h 1890401"/>
                <a:gd name="connsiteX49" fmla="*/ 57406 w 1996685"/>
                <a:gd name="connsiteY49" fmla="*/ 508933 h 1890401"/>
                <a:gd name="connsiteX50" fmla="*/ 59222 w 1996685"/>
                <a:gd name="connsiteY50" fmla="*/ 287034 h 1890401"/>
                <a:gd name="connsiteX51" fmla="*/ 37803 w 1996685"/>
                <a:gd name="connsiteY51" fmla="*/ 286032 h 1890401"/>
                <a:gd name="connsiteX52" fmla="*/ 19389 w 1996685"/>
                <a:gd name="connsiteY52" fmla="*/ 285155 h 1890401"/>
                <a:gd name="connsiteX53" fmla="*/ 162 w 1996685"/>
                <a:gd name="connsiteY53" fmla="*/ 261857 h 1890401"/>
                <a:gd name="connsiteX54" fmla="*/ 21080 w 1996685"/>
                <a:gd name="connsiteY54" fmla="*/ 240374 h 1890401"/>
                <a:gd name="connsiteX55" fmla="*/ 59974 w 1996685"/>
                <a:gd name="connsiteY55" fmla="*/ 240187 h 1890401"/>
                <a:gd name="connsiteX56" fmla="*/ 61477 w 1996685"/>
                <a:gd name="connsiteY56" fmla="*/ 180062 h 1890401"/>
                <a:gd name="connsiteX57" fmla="*/ 61539 w 1996685"/>
                <a:gd name="connsiteY57" fmla="*/ 120438 h 1890401"/>
                <a:gd name="connsiteX58" fmla="*/ 61539 w 1996685"/>
                <a:gd name="connsiteY58" fmla="*/ 60814 h 1890401"/>
                <a:gd name="connsiteX59" fmla="*/ 61539 w 1996685"/>
                <a:gd name="connsiteY59" fmla="*/ 0 h 1890401"/>
                <a:gd name="connsiteX60" fmla="*/ 107573 w 1996685"/>
                <a:gd name="connsiteY60" fmla="*/ 0 h 1890401"/>
                <a:gd name="connsiteX61" fmla="*/ 107573 w 1996685"/>
                <a:gd name="connsiteY61" fmla="*/ 237556 h 1890401"/>
                <a:gd name="connsiteX62" fmla="*/ 125234 w 1996685"/>
                <a:gd name="connsiteY62" fmla="*/ 239686 h 1890401"/>
                <a:gd name="connsiteX63" fmla="*/ 145777 w 1996685"/>
                <a:gd name="connsiteY63" fmla="*/ 239936 h 1890401"/>
                <a:gd name="connsiteX64" fmla="*/ 171393 w 1996685"/>
                <a:gd name="connsiteY64" fmla="*/ 263234 h 1890401"/>
                <a:gd name="connsiteX65" fmla="*/ 144838 w 1996685"/>
                <a:gd name="connsiteY65" fmla="*/ 285907 h 1890401"/>
                <a:gd name="connsiteX66" fmla="*/ 124295 w 1996685"/>
                <a:gd name="connsiteY66" fmla="*/ 286094 h 1890401"/>
                <a:gd name="connsiteX67" fmla="*/ 109264 w 1996685"/>
                <a:gd name="connsiteY67" fmla="*/ 287660 h 1890401"/>
                <a:gd name="connsiteX68" fmla="*/ 109264 w 1996685"/>
                <a:gd name="connsiteY68" fmla="*/ 507492 h 1890401"/>
                <a:gd name="connsiteX69" fmla="*/ 131435 w 1996685"/>
                <a:gd name="connsiteY69" fmla="*/ 508933 h 1890401"/>
                <a:gd name="connsiteX70" fmla="*/ 151852 w 1996685"/>
                <a:gd name="connsiteY70" fmla="*/ 510185 h 1890401"/>
                <a:gd name="connsiteX71" fmla="*/ 171330 w 1996685"/>
                <a:gd name="connsiteY71" fmla="*/ 533108 h 1890401"/>
                <a:gd name="connsiteX72" fmla="*/ 150725 w 1996685"/>
                <a:gd name="connsiteY72" fmla="*/ 554966 h 1890401"/>
                <a:gd name="connsiteX73" fmla="*/ 124044 w 1996685"/>
                <a:gd name="connsiteY73" fmla="*/ 556030 h 1890401"/>
                <a:gd name="connsiteX74" fmla="*/ 109201 w 1996685"/>
                <a:gd name="connsiteY74" fmla="*/ 558285 h 1890401"/>
                <a:gd name="connsiteX75" fmla="*/ 109201 w 1996685"/>
                <a:gd name="connsiteY75" fmla="*/ 778305 h 1890401"/>
                <a:gd name="connsiteX76" fmla="*/ 135380 w 1996685"/>
                <a:gd name="connsiteY76" fmla="*/ 779369 h 1890401"/>
                <a:gd name="connsiteX77" fmla="*/ 155673 w 1996685"/>
                <a:gd name="connsiteY77" fmla="*/ 781374 h 1890401"/>
                <a:gd name="connsiteX78" fmla="*/ 171267 w 1996685"/>
                <a:gd name="connsiteY78" fmla="*/ 805110 h 1890401"/>
                <a:gd name="connsiteX79" fmla="*/ 151163 w 1996685"/>
                <a:gd name="connsiteY79" fmla="*/ 825215 h 1890401"/>
                <a:gd name="connsiteX80" fmla="*/ 132687 w 1996685"/>
                <a:gd name="connsiteY80" fmla="*/ 825591 h 1890401"/>
                <a:gd name="connsiteX81" fmla="*/ 114211 w 1996685"/>
                <a:gd name="connsiteY81" fmla="*/ 826217 h 1890401"/>
                <a:gd name="connsiteX82" fmla="*/ 109326 w 1996685"/>
                <a:gd name="connsiteY82" fmla="*/ 828597 h 1890401"/>
                <a:gd name="connsiteX83" fmla="*/ 109326 w 1996685"/>
                <a:gd name="connsiteY83" fmla="*/ 1041414 h 1890401"/>
                <a:gd name="connsiteX84" fmla="*/ 144462 w 1996685"/>
                <a:gd name="connsiteY84" fmla="*/ 1041289 h 1890401"/>
                <a:gd name="connsiteX85" fmla="*/ 171205 w 1996685"/>
                <a:gd name="connsiteY85" fmla="*/ 1063648 h 1890401"/>
                <a:gd name="connsiteX86" fmla="*/ 143898 w 1996685"/>
                <a:gd name="connsiteY86" fmla="*/ 1087510 h 1890401"/>
                <a:gd name="connsiteX87" fmla="*/ 127489 w 1996685"/>
                <a:gd name="connsiteY87" fmla="*/ 1087635 h 1890401"/>
                <a:gd name="connsiteX88" fmla="*/ 111456 w 1996685"/>
                <a:gd name="connsiteY88" fmla="*/ 1088512 h 1890401"/>
                <a:gd name="connsiteX89" fmla="*/ 110516 w 1996685"/>
                <a:gd name="connsiteY89" fmla="*/ 1313667 h 1890401"/>
                <a:gd name="connsiteX90" fmla="*/ 127739 w 1996685"/>
                <a:gd name="connsiteY90" fmla="*/ 1315358 h 1890401"/>
                <a:gd name="connsiteX91" fmla="*/ 148282 w 1996685"/>
                <a:gd name="connsiteY91" fmla="*/ 1315984 h 1890401"/>
                <a:gd name="connsiteX92" fmla="*/ 171455 w 1996685"/>
                <a:gd name="connsiteY92" fmla="*/ 1337717 h 1890401"/>
                <a:gd name="connsiteX93" fmla="*/ 148470 w 1996685"/>
                <a:gd name="connsiteY93" fmla="*/ 1361830 h 1890401"/>
                <a:gd name="connsiteX94" fmla="*/ 129994 w 1996685"/>
                <a:gd name="connsiteY94" fmla="*/ 1362456 h 1890401"/>
                <a:gd name="connsiteX95" fmla="*/ 113648 w 1996685"/>
                <a:gd name="connsiteY95" fmla="*/ 1363521 h 1890401"/>
                <a:gd name="connsiteX96" fmla="*/ 109138 w 1996685"/>
                <a:gd name="connsiteY96" fmla="*/ 1366214 h 1890401"/>
                <a:gd name="connsiteX97" fmla="*/ 109138 w 1996685"/>
                <a:gd name="connsiteY97" fmla="*/ 1603081 h 1890401"/>
                <a:gd name="connsiteX98" fmla="*/ 144274 w 1996685"/>
                <a:gd name="connsiteY98" fmla="*/ 1604208 h 1890401"/>
                <a:gd name="connsiteX99" fmla="*/ 171393 w 1996685"/>
                <a:gd name="connsiteY99" fmla="*/ 1626066 h 1890401"/>
                <a:gd name="connsiteX100" fmla="*/ 144274 w 1996685"/>
                <a:gd name="connsiteY100" fmla="*/ 1650555 h 1890401"/>
                <a:gd name="connsiteX101" fmla="*/ 110516 w 1996685"/>
                <a:gd name="connsiteY101" fmla="*/ 1650680 h 1890401"/>
                <a:gd name="connsiteX102" fmla="*/ 108199 w 1996685"/>
                <a:gd name="connsiteY102" fmla="*/ 1665586 h 1890401"/>
                <a:gd name="connsiteX103" fmla="*/ 108199 w 1996685"/>
                <a:gd name="connsiteY103" fmla="*/ 1772433 h 1890401"/>
                <a:gd name="connsiteX104" fmla="*/ 178846 w 1996685"/>
                <a:gd name="connsiteY104" fmla="*/ 1843456 h 1890401"/>
                <a:gd name="connsiteX105" fmla="*/ 370181 w 1996685"/>
                <a:gd name="connsiteY105" fmla="*/ 1843581 h 1890401"/>
                <a:gd name="connsiteX106" fmla="*/ 371934 w 1996685"/>
                <a:gd name="connsiteY106" fmla="*/ 1815021 h 1890401"/>
                <a:gd name="connsiteX107" fmla="*/ 371997 w 1996685"/>
                <a:gd name="connsiteY107" fmla="*/ 1017614 h 1890401"/>
                <a:gd name="connsiteX108" fmla="*/ 372122 w 1996685"/>
                <a:gd name="connsiteY108" fmla="*/ 997072 h 1890401"/>
                <a:gd name="connsiteX109" fmla="*/ 398803 w 1996685"/>
                <a:gd name="connsiteY109" fmla="*/ 970454 h 1890401"/>
                <a:gd name="connsiteX110" fmla="*/ 417279 w 1996685"/>
                <a:gd name="connsiteY110" fmla="*/ 970204 h 1890401"/>
                <a:gd name="connsiteX111" fmla="*/ 676254 w 1996685"/>
                <a:gd name="connsiteY111" fmla="*/ 970204 h 1890401"/>
                <a:gd name="connsiteX112" fmla="*/ 692663 w 1996685"/>
                <a:gd name="connsiteY112" fmla="*/ 970391 h 1890401"/>
                <a:gd name="connsiteX113" fmla="*/ 721724 w 1996685"/>
                <a:gd name="connsiteY113" fmla="*/ 999139 h 1890401"/>
                <a:gd name="connsiteX114" fmla="*/ 721912 w 1996685"/>
                <a:gd name="connsiteY114" fmla="*/ 1021748 h 1890401"/>
                <a:gd name="connsiteX115" fmla="*/ 721912 w 1996685"/>
                <a:gd name="connsiteY115" fmla="*/ 1813017 h 1890401"/>
                <a:gd name="connsiteX116" fmla="*/ 721912 w 1996685"/>
                <a:gd name="connsiteY116" fmla="*/ 1842328 h 1890401"/>
                <a:gd name="connsiteX117" fmla="*/ 867401 w 1996685"/>
                <a:gd name="connsiteY117" fmla="*/ 1842328 h 1890401"/>
                <a:gd name="connsiteX118" fmla="*/ 868654 w 1996685"/>
                <a:gd name="connsiteY118" fmla="*/ 1811201 h 1890401"/>
                <a:gd name="connsiteX119" fmla="*/ 868717 w 1996685"/>
                <a:gd name="connsiteY119" fmla="*/ 428077 h 1890401"/>
                <a:gd name="connsiteX120" fmla="*/ 869092 w 1996685"/>
                <a:gd name="connsiteY120" fmla="*/ 403401 h 1890401"/>
                <a:gd name="connsiteX121" fmla="*/ 895021 w 1996685"/>
                <a:gd name="connsiteY121" fmla="*/ 377660 h 1890401"/>
                <a:gd name="connsiteX122" fmla="*/ 909426 w 1996685"/>
                <a:gd name="connsiteY122" fmla="*/ 377409 h 1890401"/>
                <a:gd name="connsiteX123" fmla="*/ 1178673 w 1996685"/>
                <a:gd name="connsiteY123" fmla="*/ 377409 h 1890401"/>
                <a:gd name="connsiteX124" fmla="*/ 1193078 w 1996685"/>
                <a:gd name="connsiteY124" fmla="*/ 377660 h 1890401"/>
                <a:gd name="connsiteX125" fmla="*/ 1218569 w 1996685"/>
                <a:gd name="connsiteY125" fmla="*/ 403651 h 1890401"/>
                <a:gd name="connsiteX126" fmla="*/ 1218756 w 1996685"/>
                <a:gd name="connsiteY126" fmla="*/ 426261 h 1890401"/>
                <a:gd name="connsiteX127" fmla="*/ 1218756 w 1996685"/>
                <a:gd name="connsiteY127" fmla="*/ 1813518 h 1890401"/>
                <a:gd name="connsiteX128" fmla="*/ 1218506 w 1996685"/>
                <a:gd name="connsiteY128" fmla="*/ 1842516 h 1890401"/>
                <a:gd name="connsiteX129" fmla="*/ 1168464 w 1996685"/>
                <a:gd name="connsiteY129" fmla="*/ 1842516 h 1890401"/>
                <a:gd name="connsiteX130" fmla="*/ 1171095 w 1996685"/>
                <a:gd name="connsiteY130" fmla="*/ 1837944 h 1890401"/>
                <a:gd name="connsiteX131" fmla="*/ 1172034 w 1996685"/>
                <a:gd name="connsiteY131" fmla="*/ 1829802 h 1890401"/>
                <a:gd name="connsiteX132" fmla="*/ 1171972 w 1996685"/>
                <a:gd name="connsiteY132" fmla="*/ 436407 h 1890401"/>
                <a:gd name="connsiteX133" fmla="*/ 1170657 w 1996685"/>
                <a:gd name="connsiteY133" fmla="*/ 428390 h 1890401"/>
                <a:gd name="connsiteX134" fmla="*/ 1169780 w 1996685"/>
                <a:gd name="connsiteY134" fmla="*/ 426574 h 1890401"/>
                <a:gd name="connsiteX135" fmla="*/ 1167275 w 1996685"/>
                <a:gd name="connsiteY135" fmla="*/ 424820 h 1890401"/>
                <a:gd name="connsiteX136" fmla="*/ 919009 w 1996685"/>
                <a:gd name="connsiteY136" fmla="*/ 424820 h 1890401"/>
                <a:gd name="connsiteX137" fmla="*/ 916253 w 1996685"/>
                <a:gd name="connsiteY137" fmla="*/ 429518 h 1890401"/>
                <a:gd name="connsiteX138" fmla="*/ 915251 w 1996685"/>
                <a:gd name="connsiteY138" fmla="*/ 437597 h 1890401"/>
                <a:gd name="connsiteX139" fmla="*/ 915251 w 1996685"/>
                <a:gd name="connsiteY139" fmla="*/ 1828925 h 1890401"/>
                <a:gd name="connsiteX140" fmla="*/ 916629 w 1996685"/>
                <a:gd name="connsiteY140" fmla="*/ 1839009 h 1890401"/>
                <a:gd name="connsiteX141" fmla="*/ 917568 w 1996685"/>
                <a:gd name="connsiteY141" fmla="*/ 1840700 h 1890401"/>
                <a:gd name="connsiteX142" fmla="*/ 919698 w 1996685"/>
                <a:gd name="connsiteY142" fmla="*/ 1842453 h 1890401"/>
                <a:gd name="connsiteX143" fmla="*/ 1168464 w 1996685"/>
                <a:gd name="connsiteY143" fmla="*/ 1842516 h 1890401"/>
                <a:gd name="connsiteX144" fmla="*/ 1415039 w 1996685"/>
                <a:gd name="connsiteY144" fmla="*/ 688869 h 1890401"/>
                <a:gd name="connsiteX145" fmla="*/ 1415666 w 1996685"/>
                <a:gd name="connsiteY145" fmla="*/ 1842328 h 1890401"/>
                <a:gd name="connsiteX146" fmla="*/ 1666499 w 1996685"/>
                <a:gd name="connsiteY146" fmla="*/ 1842328 h 1890401"/>
                <a:gd name="connsiteX147" fmla="*/ 1665435 w 1996685"/>
                <a:gd name="connsiteY147" fmla="*/ 688869 h 1890401"/>
                <a:gd name="connsiteX148" fmla="*/ 1415039 w 1996685"/>
                <a:gd name="connsiteY148" fmla="*/ 688869 h 1890401"/>
                <a:gd name="connsiteX149" fmla="*/ 420285 w 1996685"/>
                <a:gd name="connsiteY149" fmla="*/ 1018366 h 1890401"/>
                <a:gd name="connsiteX150" fmla="*/ 418469 w 1996685"/>
                <a:gd name="connsiteY150" fmla="*/ 1028512 h 1890401"/>
                <a:gd name="connsiteX151" fmla="*/ 418343 w 1996685"/>
                <a:gd name="connsiteY151" fmla="*/ 1829364 h 1890401"/>
                <a:gd name="connsiteX152" fmla="*/ 419784 w 1996685"/>
                <a:gd name="connsiteY152" fmla="*/ 1839447 h 1890401"/>
                <a:gd name="connsiteX153" fmla="*/ 420911 w 1996685"/>
                <a:gd name="connsiteY153" fmla="*/ 1841013 h 1890401"/>
                <a:gd name="connsiteX154" fmla="*/ 422540 w 1996685"/>
                <a:gd name="connsiteY154" fmla="*/ 1842391 h 1890401"/>
                <a:gd name="connsiteX155" fmla="*/ 671870 w 1996685"/>
                <a:gd name="connsiteY155" fmla="*/ 1842391 h 1890401"/>
                <a:gd name="connsiteX156" fmla="*/ 671181 w 1996685"/>
                <a:gd name="connsiteY156" fmla="*/ 1018366 h 1890401"/>
                <a:gd name="connsiteX157" fmla="*/ 420285 w 1996685"/>
                <a:gd name="connsiteY157" fmla="*/ 1018366 h 189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1996685" h="1890401">
                  <a:moveTo>
                    <a:pt x="1218506" y="1842516"/>
                  </a:moveTo>
                  <a:cubicBezTo>
                    <a:pt x="1268485" y="1842516"/>
                    <a:pt x="1315395" y="1842516"/>
                    <a:pt x="1364246" y="1842516"/>
                  </a:cubicBezTo>
                  <a:cubicBezTo>
                    <a:pt x="1364685" y="1832182"/>
                    <a:pt x="1365499" y="1822788"/>
                    <a:pt x="1365499" y="1813456"/>
                  </a:cubicBezTo>
                  <a:cubicBezTo>
                    <a:pt x="1365562" y="1438740"/>
                    <a:pt x="1365562" y="1064023"/>
                    <a:pt x="1365562" y="689245"/>
                  </a:cubicBezTo>
                  <a:cubicBezTo>
                    <a:pt x="1365562" y="680351"/>
                    <a:pt x="1365248" y="671332"/>
                    <a:pt x="1366438" y="662564"/>
                  </a:cubicBezTo>
                  <a:cubicBezTo>
                    <a:pt x="1368129" y="649537"/>
                    <a:pt x="1374768" y="643274"/>
                    <a:pt x="1387795" y="641333"/>
                  </a:cubicBezTo>
                  <a:cubicBezTo>
                    <a:pt x="1393870" y="640393"/>
                    <a:pt x="1400071" y="640581"/>
                    <a:pt x="1406271" y="640581"/>
                  </a:cubicBezTo>
                  <a:cubicBezTo>
                    <a:pt x="1496020" y="640518"/>
                    <a:pt x="1585769" y="640581"/>
                    <a:pt x="1675518" y="640581"/>
                  </a:cubicBezTo>
                  <a:cubicBezTo>
                    <a:pt x="1679652" y="640581"/>
                    <a:pt x="1683723" y="640456"/>
                    <a:pt x="1687856" y="640706"/>
                  </a:cubicBezTo>
                  <a:cubicBezTo>
                    <a:pt x="1707835" y="642022"/>
                    <a:pt x="1714725" y="648974"/>
                    <a:pt x="1715539" y="668702"/>
                  </a:cubicBezTo>
                  <a:cubicBezTo>
                    <a:pt x="1715852" y="675529"/>
                    <a:pt x="1715601" y="682418"/>
                    <a:pt x="1715601" y="689245"/>
                  </a:cubicBezTo>
                  <a:cubicBezTo>
                    <a:pt x="1715601" y="1064650"/>
                    <a:pt x="1715601" y="1440055"/>
                    <a:pt x="1715601" y="1815460"/>
                  </a:cubicBezTo>
                  <a:cubicBezTo>
                    <a:pt x="1715601" y="1824165"/>
                    <a:pt x="1715601" y="1832871"/>
                    <a:pt x="1715601" y="1843581"/>
                  </a:cubicBezTo>
                  <a:cubicBezTo>
                    <a:pt x="1810674" y="1843581"/>
                    <a:pt x="1902866" y="1843581"/>
                    <a:pt x="1996685" y="1843581"/>
                  </a:cubicBezTo>
                  <a:cubicBezTo>
                    <a:pt x="1996685" y="1859489"/>
                    <a:pt x="1996685" y="1873330"/>
                    <a:pt x="1996685" y="1890178"/>
                  </a:cubicBezTo>
                  <a:cubicBezTo>
                    <a:pt x="1986665" y="1890178"/>
                    <a:pt x="1977333" y="1890178"/>
                    <a:pt x="1967938" y="1890178"/>
                  </a:cubicBezTo>
                  <a:cubicBezTo>
                    <a:pt x="1431511" y="1890178"/>
                    <a:pt x="895147" y="1890178"/>
                    <a:pt x="358719" y="1890178"/>
                  </a:cubicBezTo>
                  <a:cubicBezTo>
                    <a:pt x="299784" y="1890178"/>
                    <a:pt x="240850" y="1890929"/>
                    <a:pt x="181977" y="1889676"/>
                  </a:cubicBezTo>
                  <a:cubicBezTo>
                    <a:pt x="163877" y="1889301"/>
                    <a:pt x="144524" y="1886482"/>
                    <a:pt x="128178" y="1879280"/>
                  </a:cubicBezTo>
                  <a:cubicBezTo>
                    <a:pt x="84650" y="1859990"/>
                    <a:pt x="63168" y="1824040"/>
                    <a:pt x="61790" y="1776817"/>
                  </a:cubicBezTo>
                  <a:cubicBezTo>
                    <a:pt x="60850" y="1743247"/>
                    <a:pt x="61539" y="1709678"/>
                    <a:pt x="61539" y="1676108"/>
                  </a:cubicBezTo>
                  <a:cubicBezTo>
                    <a:pt x="61539" y="1668717"/>
                    <a:pt x="61539" y="1661265"/>
                    <a:pt x="61539" y="1651745"/>
                  </a:cubicBezTo>
                  <a:cubicBezTo>
                    <a:pt x="51894" y="1651369"/>
                    <a:pt x="43940" y="1651056"/>
                    <a:pt x="35986" y="1650680"/>
                  </a:cubicBezTo>
                  <a:cubicBezTo>
                    <a:pt x="30538" y="1650429"/>
                    <a:pt x="24901" y="1650743"/>
                    <a:pt x="19640" y="1649615"/>
                  </a:cubicBezTo>
                  <a:cubicBezTo>
                    <a:pt x="7740" y="1647110"/>
                    <a:pt x="-214" y="1637402"/>
                    <a:pt x="37" y="1626505"/>
                  </a:cubicBezTo>
                  <a:cubicBezTo>
                    <a:pt x="287" y="1614856"/>
                    <a:pt x="9494" y="1605273"/>
                    <a:pt x="22646" y="1604459"/>
                  </a:cubicBezTo>
                  <a:cubicBezTo>
                    <a:pt x="34734" y="1603707"/>
                    <a:pt x="46947" y="1604271"/>
                    <a:pt x="60287" y="1604271"/>
                  </a:cubicBezTo>
                  <a:cubicBezTo>
                    <a:pt x="60287" y="1523040"/>
                    <a:pt x="60287" y="1444564"/>
                    <a:pt x="60287" y="1363771"/>
                  </a:cubicBezTo>
                  <a:cubicBezTo>
                    <a:pt x="52896" y="1363270"/>
                    <a:pt x="45694" y="1362769"/>
                    <a:pt x="38492" y="1362393"/>
                  </a:cubicBezTo>
                  <a:cubicBezTo>
                    <a:pt x="33732" y="1362143"/>
                    <a:pt x="28846" y="1362519"/>
                    <a:pt x="24149" y="1361955"/>
                  </a:cubicBezTo>
                  <a:cubicBezTo>
                    <a:pt x="9306" y="1360201"/>
                    <a:pt x="-26" y="1351057"/>
                    <a:pt x="37" y="1338782"/>
                  </a:cubicBezTo>
                  <a:cubicBezTo>
                    <a:pt x="99" y="1326381"/>
                    <a:pt x="9494" y="1316987"/>
                    <a:pt x="24212" y="1315984"/>
                  </a:cubicBezTo>
                  <a:cubicBezTo>
                    <a:pt x="35673" y="1315170"/>
                    <a:pt x="47197" y="1315797"/>
                    <a:pt x="60099" y="1315797"/>
                  </a:cubicBezTo>
                  <a:cubicBezTo>
                    <a:pt x="60099" y="1238699"/>
                    <a:pt x="60099" y="1164420"/>
                    <a:pt x="60099" y="1087322"/>
                  </a:cubicBezTo>
                  <a:cubicBezTo>
                    <a:pt x="47197" y="1087322"/>
                    <a:pt x="35047" y="1087760"/>
                    <a:pt x="22959" y="1087197"/>
                  </a:cubicBezTo>
                  <a:cubicBezTo>
                    <a:pt x="12437" y="1086758"/>
                    <a:pt x="4922" y="1081309"/>
                    <a:pt x="1352" y="1071101"/>
                  </a:cubicBezTo>
                  <a:cubicBezTo>
                    <a:pt x="-1717" y="1062395"/>
                    <a:pt x="538" y="1054065"/>
                    <a:pt x="7114" y="1048679"/>
                  </a:cubicBezTo>
                  <a:cubicBezTo>
                    <a:pt x="11936" y="1044671"/>
                    <a:pt x="19139" y="1042416"/>
                    <a:pt x="25527" y="1041727"/>
                  </a:cubicBezTo>
                  <a:cubicBezTo>
                    <a:pt x="36299" y="1040600"/>
                    <a:pt x="47197" y="1041414"/>
                    <a:pt x="57531" y="1041414"/>
                  </a:cubicBezTo>
                  <a:cubicBezTo>
                    <a:pt x="62542" y="1024504"/>
                    <a:pt x="63168" y="848325"/>
                    <a:pt x="58345" y="825528"/>
                  </a:cubicBezTo>
                  <a:cubicBezTo>
                    <a:pt x="48137" y="825528"/>
                    <a:pt x="37302" y="825778"/>
                    <a:pt x="26529" y="825465"/>
                  </a:cubicBezTo>
                  <a:cubicBezTo>
                    <a:pt x="10433" y="824964"/>
                    <a:pt x="350" y="816321"/>
                    <a:pt x="37" y="803044"/>
                  </a:cubicBezTo>
                  <a:cubicBezTo>
                    <a:pt x="-277" y="789954"/>
                    <a:pt x="9744" y="780372"/>
                    <a:pt x="25778" y="779495"/>
                  </a:cubicBezTo>
                  <a:cubicBezTo>
                    <a:pt x="36613" y="778868"/>
                    <a:pt x="47510" y="779369"/>
                    <a:pt x="57907" y="779369"/>
                  </a:cubicBezTo>
                  <a:cubicBezTo>
                    <a:pt x="62416" y="762522"/>
                    <a:pt x="63168" y="581897"/>
                    <a:pt x="58972" y="557283"/>
                  </a:cubicBezTo>
                  <a:cubicBezTo>
                    <a:pt x="46070" y="556469"/>
                    <a:pt x="32542" y="556344"/>
                    <a:pt x="19201" y="554653"/>
                  </a:cubicBezTo>
                  <a:cubicBezTo>
                    <a:pt x="8304" y="553275"/>
                    <a:pt x="663" y="543818"/>
                    <a:pt x="99" y="533609"/>
                  </a:cubicBezTo>
                  <a:cubicBezTo>
                    <a:pt x="-464" y="523651"/>
                    <a:pt x="6613" y="513692"/>
                    <a:pt x="17197" y="510811"/>
                  </a:cubicBezTo>
                  <a:cubicBezTo>
                    <a:pt x="22396" y="509434"/>
                    <a:pt x="27970" y="509183"/>
                    <a:pt x="33418" y="508995"/>
                  </a:cubicBezTo>
                  <a:cubicBezTo>
                    <a:pt x="41560" y="508682"/>
                    <a:pt x="49765" y="508933"/>
                    <a:pt x="57406" y="508933"/>
                  </a:cubicBezTo>
                  <a:cubicBezTo>
                    <a:pt x="62291" y="493212"/>
                    <a:pt x="63606" y="316157"/>
                    <a:pt x="59222" y="287034"/>
                  </a:cubicBezTo>
                  <a:cubicBezTo>
                    <a:pt x="52395" y="286721"/>
                    <a:pt x="45068" y="286345"/>
                    <a:pt x="37803" y="286032"/>
                  </a:cubicBezTo>
                  <a:cubicBezTo>
                    <a:pt x="31665" y="285781"/>
                    <a:pt x="25339" y="286282"/>
                    <a:pt x="19389" y="285155"/>
                  </a:cubicBezTo>
                  <a:cubicBezTo>
                    <a:pt x="7991" y="283026"/>
                    <a:pt x="-277" y="272441"/>
                    <a:pt x="162" y="261857"/>
                  </a:cubicBezTo>
                  <a:cubicBezTo>
                    <a:pt x="663" y="250646"/>
                    <a:pt x="8930" y="241314"/>
                    <a:pt x="21080" y="240374"/>
                  </a:cubicBezTo>
                  <a:cubicBezTo>
                    <a:pt x="33231" y="239435"/>
                    <a:pt x="45569" y="240187"/>
                    <a:pt x="59974" y="240187"/>
                  </a:cubicBezTo>
                  <a:cubicBezTo>
                    <a:pt x="62980" y="219205"/>
                    <a:pt x="61164" y="199540"/>
                    <a:pt x="61477" y="180062"/>
                  </a:cubicBezTo>
                  <a:cubicBezTo>
                    <a:pt x="61790" y="160208"/>
                    <a:pt x="61539" y="140354"/>
                    <a:pt x="61539" y="120438"/>
                  </a:cubicBezTo>
                  <a:cubicBezTo>
                    <a:pt x="61539" y="100584"/>
                    <a:pt x="61539" y="80730"/>
                    <a:pt x="61539" y="60814"/>
                  </a:cubicBezTo>
                  <a:cubicBezTo>
                    <a:pt x="61539" y="41085"/>
                    <a:pt x="61539" y="21357"/>
                    <a:pt x="61539" y="0"/>
                  </a:cubicBezTo>
                  <a:cubicBezTo>
                    <a:pt x="77573" y="0"/>
                    <a:pt x="91414" y="0"/>
                    <a:pt x="107573" y="0"/>
                  </a:cubicBezTo>
                  <a:cubicBezTo>
                    <a:pt x="107573" y="79352"/>
                    <a:pt x="107573" y="157828"/>
                    <a:pt x="107573" y="237556"/>
                  </a:cubicBezTo>
                  <a:cubicBezTo>
                    <a:pt x="114838" y="238496"/>
                    <a:pt x="120036" y="239435"/>
                    <a:pt x="125234" y="239686"/>
                  </a:cubicBezTo>
                  <a:cubicBezTo>
                    <a:pt x="132061" y="240061"/>
                    <a:pt x="138950" y="239560"/>
                    <a:pt x="145777" y="239936"/>
                  </a:cubicBezTo>
                  <a:cubicBezTo>
                    <a:pt x="161936" y="240813"/>
                    <a:pt x="171768" y="249894"/>
                    <a:pt x="171393" y="263234"/>
                  </a:cubicBezTo>
                  <a:cubicBezTo>
                    <a:pt x="170954" y="276512"/>
                    <a:pt x="160996" y="285155"/>
                    <a:pt x="144838" y="285907"/>
                  </a:cubicBezTo>
                  <a:cubicBezTo>
                    <a:pt x="138011" y="286220"/>
                    <a:pt x="131122" y="285844"/>
                    <a:pt x="124295" y="286094"/>
                  </a:cubicBezTo>
                  <a:cubicBezTo>
                    <a:pt x="119660" y="286282"/>
                    <a:pt x="115026" y="287034"/>
                    <a:pt x="109264" y="287660"/>
                  </a:cubicBezTo>
                  <a:cubicBezTo>
                    <a:pt x="109264" y="360750"/>
                    <a:pt x="109264" y="433025"/>
                    <a:pt x="109264" y="507492"/>
                  </a:cubicBezTo>
                  <a:cubicBezTo>
                    <a:pt x="116967" y="507993"/>
                    <a:pt x="124170" y="508494"/>
                    <a:pt x="131435" y="508933"/>
                  </a:cubicBezTo>
                  <a:cubicBezTo>
                    <a:pt x="138261" y="509308"/>
                    <a:pt x="145213" y="508933"/>
                    <a:pt x="151852" y="510185"/>
                  </a:cubicBezTo>
                  <a:cubicBezTo>
                    <a:pt x="164002" y="512502"/>
                    <a:pt x="171706" y="522147"/>
                    <a:pt x="171330" y="533108"/>
                  </a:cubicBezTo>
                  <a:cubicBezTo>
                    <a:pt x="170954" y="544319"/>
                    <a:pt x="163000" y="553400"/>
                    <a:pt x="150725" y="554966"/>
                  </a:cubicBezTo>
                  <a:cubicBezTo>
                    <a:pt x="141957" y="556093"/>
                    <a:pt x="132938" y="555529"/>
                    <a:pt x="124044" y="556030"/>
                  </a:cubicBezTo>
                  <a:cubicBezTo>
                    <a:pt x="119410" y="556344"/>
                    <a:pt x="114838" y="557408"/>
                    <a:pt x="109201" y="558285"/>
                  </a:cubicBezTo>
                  <a:cubicBezTo>
                    <a:pt x="109201" y="631437"/>
                    <a:pt x="109201" y="703712"/>
                    <a:pt x="109201" y="778305"/>
                  </a:cubicBezTo>
                  <a:cubicBezTo>
                    <a:pt x="118157" y="778618"/>
                    <a:pt x="126800" y="778868"/>
                    <a:pt x="135380" y="779369"/>
                  </a:cubicBezTo>
                  <a:cubicBezTo>
                    <a:pt x="142144" y="779745"/>
                    <a:pt x="149222" y="779557"/>
                    <a:pt x="155673" y="781374"/>
                  </a:cubicBezTo>
                  <a:cubicBezTo>
                    <a:pt x="166257" y="784380"/>
                    <a:pt x="172457" y="794839"/>
                    <a:pt x="171267" y="805110"/>
                  </a:cubicBezTo>
                  <a:cubicBezTo>
                    <a:pt x="170015" y="815632"/>
                    <a:pt x="162061" y="823962"/>
                    <a:pt x="151163" y="825215"/>
                  </a:cubicBezTo>
                  <a:cubicBezTo>
                    <a:pt x="145088" y="825904"/>
                    <a:pt x="138825" y="825465"/>
                    <a:pt x="132687" y="825591"/>
                  </a:cubicBezTo>
                  <a:cubicBezTo>
                    <a:pt x="126550" y="825716"/>
                    <a:pt x="120349" y="825904"/>
                    <a:pt x="114211" y="826217"/>
                  </a:cubicBezTo>
                  <a:cubicBezTo>
                    <a:pt x="113021" y="826279"/>
                    <a:pt x="111831" y="827344"/>
                    <a:pt x="109326" y="828597"/>
                  </a:cubicBezTo>
                  <a:cubicBezTo>
                    <a:pt x="109326" y="898054"/>
                    <a:pt x="109326" y="968199"/>
                    <a:pt x="109326" y="1041414"/>
                  </a:cubicBezTo>
                  <a:cubicBezTo>
                    <a:pt x="121664" y="1041414"/>
                    <a:pt x="133063" y="1041852"/>
                    <a:pt x="144462" y="1041289"/>
                  </a:cubicBezTo>
                  <a:cubicBezTo>
                    <a:pt x="162938" y="1040412"/>
                    <a:pt x="170704" y="1053564"/>
                    <a:pt x="171205" y="1063648"/>
                  </a:cubicBezTo>
                  <a:cubicBezTo>
                    <a:pt x="171894" y="1077489"/>
                    <a:pt x="161184" y="1086758"/>
                    <a:pt x="143898" y="1087510"/>
                  </a:cubicBezTo>
                  <a:cubicBezTo>
                    <a:pt x="138449" y="1087760"/>
                    <a:pt x="132938" y="1087447"/>
                    <a:pt x="127489" y="1087635"/>
                  </a:cubicBezTo>
                  <a:cubicBezTo>
                    <a:pt x="122040" y="1087823"/>
                    <a:pt x="116654" y="1088199"/>
                    <a:pt x="111456" y="1088512"/>
                  </a:cubicBezTo>
                  <a:cubicBezTo>
                    <a:pt x="107197" y="1103919"/>
                    <a:pt x="106320" y="1289179"/>
                    <a:pt x="110516" y="1313667"/>
                  </a:cubicBezTo>
                  <a:cubicBezTo>
                    <a:pt x="115902" y="1314231"/>
                    <a:pt x="121790" y="1315045"/>
                    <a:pt x="127739" y="1315358"/>
                  </a:cubicBezTo>
                  <a:cubicBezTo>
                    <a:pt x="134566" y="1315734"/>
                    <a:pt x="141455" y="1315296"/>
                    <a:pt x="148282" y="1315984"/>
                  </a:cubicBezTo>
                  <a:cubicBezTo>
                    <a:pt x="162061" y="1317425"/>
                    <a:pt x="170704" y="1325817"/>
                    <a:pt x="171455" y="1337717"/>
                  </a:cubicBezTo>
                  <a:cubicBezTo>
                    <a:pt x="172207" y="1350118"/>
                    <a:pt x="163126" y="1359888"/>
                    <a:pt x="148470" y="1361830"/>
                  </a:cubicBezTo>
                  <a:cubicBezTo>
                    <a:pt x="142395" y="1362644"/>
                    <a:pt x="136132" y="1362206"/>
                    <a:pt x="129994" y="1362456"/>
                  </a:cubicBezTo>
                  <a:cubicBezTo>
                    <a:pt x="124545" y="1362707"/>
                    <a:pt x="119097" y="1363020"/>
                    <a:pt x="113648" y="1363521"/>
                  </a:cubicBezTo>
                  <a:cubicBezTo>
                    <a:pt x="112458" y="1363646"/>
                    <a:pt x="111393" y="1364836"/>
                    <a:pt x="109138" y="1366214"/>
                  </a:cubicBezTo>
                  <a:cubicBezTo>
                    <a:pt x="109138" y="1443938"/>
                    <a:pt x="109138" y="1522413"/>
                    <a:pt x="109138" y="1603081"/>
                  </a:cubicBezTo>
                  <a:cubicBezTo>
                    <a:pt x="121476" y="1603457"/>
                    <a:pt x="132875" y="1603707"/>
                    <a:pt x="144274" y="1604208"/>
                  </a:cubicBezTo>
                  <a:cubicBezTo>
                    <a:pt x="160871" y="1604897"/>
                    <a:pt x="170766" y="1612914"/>
                    <a:pt x="171393" y="1626066"/>
                  </a:cubicBezTo>
                  <a:cubicBezTo>
                    <a:pt x="172019" y="1639657"/>
                    <a:pt x="161309" y="1649678"/>
                    <a:pt x="144274" y="1650555"/>
                  </a:cubicBezTo>
                  <a:cubicBezTo>
                    <a:pt x="133376" y="1651118"/>
                    <a:pt x="122479" y="1650680"/>
                    <a:pt x="110516" y="1650680"/>
                  </a:cubicBezTo>
                  <a:cubicBezTo>
                    <a:pt x="109577" y="1656630"/>
                    <a:pt x="108199" y="1661076"/>
                    <a:pt x="108199" y="1665586"/>
                  </a:cubicBezTo>
                  <a:cubicBezTo>
                    <a:pt x="108011" y="1701222"/>
                    <a:pt x="107698" y="1736859"/>
                    <a:pt x="108199" y="1772433"/>
                  </a:cubicBezTo>
                  <a:cubicBezTo>
                    <a:pt x="108825" y="1816399"/>
                    <a:pt x="135130" y="1843080"/>
                    <a:pt x="178846" y="1843456"/>
                  </a:cubicBezTo>
                  <a:cubicBezTo>
                    <a:pt x="241852" y="1843957"/>
                    <a:pt x="304795" y="1843581"/>
                    <a:pt x="370181" y="1843581"/>
                  </a:cubicBezTo>
                  <a:cubicBezTo>
                    <a:pt x="370807" y="1833435"/>
                    <a:pt x="371934" y="1824228"/>
                    <a:pt x="371934" y="1815021"/>
                  </a:cubicBezTo>
                  <a:cubicBezTo>
                    <a:pt x="371997" y="1549219"/>
                    <a:pt x="371997" y="1283417"/>
                    <a:pt x="371997" y="1017614"/>
                  </a:cubicBezTo>
                  <a:cubicBezTo>
                    <a:pt x="371997" y="1010788"/>
                    <a:pt x="371747" y="1003898"/>
                    <a:pt x="372122" y="997072"/>
                  </a:cubicBezTo>
                  <a:cubicBezTo>
                    <a:pt x="373187" y="978220"/>
                    <a:pt x="379701" y="971769"/>
                    <a:pt x="398803" y="970454"/>
                  </a:cubicBezTo>
                  <a:cubicBezTo>
                    <a:pt x="404940" y="970016"/>
                    <a:pt x="411141" y="970204"/>
                    <a:pt x="417279" y="970204"/>
                  </a:cubicBezTo>
                  <a:cubicBezTo>
                    <a:pt x="503583" y="970204"/>
                    <a:pt x="589887" y="970204"/>
                    <a:pt x="676254" y="970204"/>
                  </a:cubicBezTo>
                  <a:cubicBezTo>
                    <a:pt x="681766" y="970204"/>
                    <a:pt x="687215" y="970078"/>
                    <a:pt x="692663" y="970391"/>
                  </a:cubicBezTo>
                  <a:cubicBezTo>
                    <a:pt x="714208" y="971456"/>
                    <a:pt x="720596" y="977782"/>
                    <a:pt x="721724" y="999139"/>
                  </a:cubicBezTo>
                  <a:cubicBezTo>
                    <a:pt x="722100" y="1006654"/>
                    <a:pt x="721912" y="1014232"/>
                    <a:pt x="721912" y="1021748"/>
                  </a:cubicBezTo>
                  <a:cubicBezTo>
                    <a:pt x="721912" y="1285484"/>
                    <a:pt x="721912" y="1549219"/>
                    <a:pt x="721912" y="1813017"/>
                  </a:cubicBezTo>
                  <a:cubicBezTo>
                    <a:pt x="721912" y="1822349"/>
                    <a:pt x="721912" y="1831744"/>
                    <a:pt x="721912" y="1842328"/>
                  </a:cubicBezTo>
                  <a:cubicBezTo>
                    <a:pt x="771765" y="1842328"/>
                    <a:pt x="818613" y="1842328"/>
                    <a:pt x="867401" y="1842328"/>
                  </a:cubicBezTo>
                  <a:cubicBezTo>
                    <a:pt x="867840" y="1831305"/>
                    <a:pt x="868654" y="1821222"/>
                    <a:pt x="868654" y="1811201"/>
                  </a:cubicBezTo>
                  <a:cubicBezTo>
                    <a:pt x="868717" y="1350181"/>
                    <a:pt x="868717" y="889160"/>
                    <a:pt x="868717" y="428077"/>
                  </a:cubicBezTo>
                  <a:cubicBezTo>
                    <a:pt x="868717" y="419872"/>
                    <a:pt x="868403" y="411605"/>
                    <a:pt x="869092" y="403401"/>
                  </a:cubicBezTo>
                  <a:cubicBezTo>
                    <a:pt x="870470" y="385990"/>
                    <a:pt x="877422" y="379226"/>
                    <a:pt x="895021" y="377660"/>
                  </a:cubicBezTo>
                  <a:cubicBezTo>
                    <a:pt x="899781" y="377221"/>
                    <a:pt x="904604" y="377409"/>
                    <a:pt x="909426" y="377409"/>
                  </a:cubicBezTo>
                  <a:cubicBezTo>
                    <a:pt x="999175" y="377409"/>
                    <a:pt x="1088924" y="377409"/>
                    <a:pt x="1178673" y="377409"/>
                  </a:cubicBezTo>
                  <a:cubicBezTo>
                    <a:pt x="1183496" y="377409"/>
                    <a:pt x="1188318" y="377221"/>
                    <a:pt x="1193078" y="377660"/>
                  </a:cubicBezTo>
                  <a:cubicBezTo>
                    <a:pt x="1210552" y="379288"/>
                    <a:pt x="1217441" y="386240"/>
                    <a:pt x="1218569" y="403651"/>
                  </a:cubicBezTo>
                  <a:cubicBezTo>
                    <a:pt x="1219070" y="411167"/>
                    <a:pt x="1218756" y="418745"/>
                    <a:pt x="1218756" y="426261"/>
                  </a:cubicBezTo>
                  <a:cubicBezTo>
                    <a:pt x="1218756" y="888659"/>
                    <a:pt x="1218756" y="1351120"/>
                    <a:pt x="1218756" y="1813518"/>
                  </a:cubicBezTo>
                  <a:cubicBezTo>
                    <a:pt x="1218506" y="1822975"/>
                    <a:pt x="1218506" y="1832370"/>
                    <a:pt x="1218506" y="1842516"/>
                  </a:cubicBezTo>
                  <a:close/>
                  <a:moveTo>
                    <a:pt x="1168464" y="1842516"/>
                  </a:moveTo>
                  <a:cubicBezTo>
                    <a:pt x="1169842" y="1840199"/>
                    <a:pt x="1170844" y="1839134"/>
                    <a:pt x="1171095" y="1837944"/>
                  </a:cubicBezTo>
                  <a:cubicBezTo>
                    <a:pt x="1171659" y="1835251"/>
                    <a:pt x="1172034" y="1832558"/>
                    <a:pt x="1172034" y="1829802"/>
                  </a:cubicBezTo>
                  <a:cubicBezTo>
                    <a:pt x="1172034" y="1365337"/>
                    <a:pt x="1172034" y="900872"/>
                    <a:pt x="1171972" y="436407"/>
                  </a:cubicBezTo>
                  <a:cubicBezTo>
                    <a:pt x="1171972" y="433714"/>
                    <a:pt x="1171158" y="431021"/>
                    <a:pt x="1170657" y="428390"/>
                  </a:cubicBezTo>
                  <a:cubicBezTo>
                    <a:pt x="1170531" y="427764"/>
                    <a:pt x="1170218" y="427075"/>
                    <a:pt x="1169780" y="426574"/>
                  </a:cubicBezTo>
                  <a:cubicBezTo>
                    <a:pt x="1169341" y="426073"/>
                    <a:pt x="1168652" y="425760"/>
                    <a:pt x="1167275" y="424820"/>
                  </a:cubicBezTo>
                  <a:cubicBezTo>
                    <a:pt x="1084853" y="424820"/>
                    <a:pt x="1001555" y="424820"/>
                    <a:pt x="919009" y="424820"/>
                  </a:cubicBezTo>
                  <a:cubicBezTo>
                    <a:pt x="917568" y="427200"/>
                    <a:pt x="916566" y="428328"/>
                    <a:pt x="916253" y="429518"/>
                  </a:cubicBezTo>
                  <a:cubicBezTo>
                    <a:pt x="915689" y="432148"/>
                    <a:pt x="915251" y="434904"/>
                    <a:pt x="915251" y="437597"/>
                  </a:cubicBezTo>
                  <a:cubicBezTo>
                    <a:pt x="915188" y="901373"/>
                    <a:pt x="915188" y="1365149"/>
                    <a:pt x="915251" y="1828925"/>
                  </a:cubicBezTo>
                  <a:cubicBezTo>
                    <a:pt x="915251" y="1832307"/>
                    <a:pt x="916128" y="1835689"/>
                    <a:pt x="916629" y="1839009"/>
                  </a:cubicBezTo>
                  <a:cubicBezTo>
                    <a:pt x="916754" y="1839635"/>
                    <a:pt x="917192" y="1840261"/>
                    <a:pt x="917568" y="1840700"/>
                  </a:cubicBezTo>
                  <a:cubicBezTo>
                    <a:pt x="918007" y="1841201"/>
                    <a:pt x="918633" y="1841577"/>
                    <a:pt x="919698" y="1842453"/>
                  </a:cubicBezTo>
                  <a:cubicBezTo>
                    <a:pt x="1002620" y="1842516"/>
                    <a:pt x="1085918" y="1842516"/>
                    <a:pt x="1168464" y="1842516"/>
                  </a:cubicBezTo>
                  <a:close/>
                  <a:moveTo>
                    <a:pt x="1415039" y="688869"/>
                  </a:moveTo>
                  <a:cubicBezTo>
                    <a:pt x="1410718" y="713608"/>
                    <a:pt x="1411469" y="1825293"/>
                    <a:pt x="1415666" y="1842328"/>
                  </a:cubicBezTo>
                  <a:cubicBezTo>
                    <a:pt x="1499152" y="1842328"/>
                    <a:pt x="1582951" y="1842328"/>
                    <a:pt x="1666499" y="1842328"/>
                  </a:cubicBezTo>
                  <a:cubicBezTo>
                    <a:pt x="1671134" y="1818717"/>
                    <a:pt x="1670195" y="704902"/>
                    <a:pt x="1665435" y="688869"/>
                  </a:cubicBezTo>
                  <a:cubicBezTo>
                    <a:pt x="1582512" y="688869"/>
                    <a:pt x="1499214" y="688869"/>
                    <a:pt x="1415039" y="688869"/>
                  </a:cubicBezTo>
                  <a:close/>
                  <a:moveTo>
                    <a:pt x="420285" y="1018366"/>
                  </a:moveTo>
                  <a:cubicBezTo>
                    <a:pt x="419408" y="1023251"/>
                    <a:pt x="418469" y="1025882"/>
                    <a:pt x="418469" y="1028512"/>
                  </a:cubicBezTo>
                  <a:cubicBezTo>
                    <a:pt x="418343" y="1295442"/>
                    <a:pt x="418343" y="1562434"/>
                    <a:pt x="418343" y="1829364"/>
                  </a:cubicBezTo>
                  <a:cubicBezTo>
                    <a:pt x="418343" y="1832746"/>
                    <a:pt x="419220" y="1836128"/>
                    <a:pt x="419784" y="1839447"/>
                  </a:cubicBezTo>
                  <a:cubicBezTo>
                    <a:pt x="419909" y="1840011"/>
                    <a:pt x="420473" y="1840574"/>
                    <a:pt x="420911" y="1841013"/>
                  </a:cubicBezTo>
                  <a:cubicBezTo>
                    <a:pt x="421350" y="1841514"/>
                    <a:pt x="421913" y="1841890"/>
                    <a:pt x="422540" y="1842391"/>
                  </a:cubicBezTo>
                  <a:cubicBezTo>
                    <a:pt x="505712" y="1842391"/>
                    <a:pt x="588948" y="1842391"/>
                    <a:pt x="671870" y="1842391"/>
                  </a:cubicBezTo>
                  <a:cubicBezTo>
                    <a:pt x="676818" y="1821284"/>
                    <a:pt x="676254" y="1035402"/>
                    <a:pt x="671181" y="1018366"/>
                  </a:cubicBezTo>
                  <a:cubicBezTo>
                    <a:pt x="588322" y="1018366"/>
                    <a:pt x="505086" y="1018366"/>
                    <a:pt x="420285" y="1018366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9" name="图形 4"/>
            <p:cNvGrpSpPr/>
            <p:nvPr/>
          </p:nvGrpSpPr>
          <p:grpSpPr>
            <a:xfrm>
              <a:off x="1846125" y="3196496"/>
              <a:ext cx="433686" cy="460974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50" name="任意多边形: 形状 49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4" name="矩形 53"/>
            <p:cNvSpPr/>
            <p:nvPr>
              <p:custDataLst>
                <p:tags r:id="rId1"/>
              </p:custDataLst>
            </p:nvPr>
          </p:nvSpPr>
          <p:spPr>
            <a:xfrm>
              <a:off x="8993970" y="3724418"/>
              <a:ext cx="2270124" cy="3769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4.Axios </a:t>
              </a:r>
              <a:r>
                <a:rPr lang="zh-CN" altLang="en-US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请求封装</a:t>
              </a:r>
              <a:endPara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457315" y="2091690"/>
            <a:ext cx="292481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 </a:t>
            </a:r>
            <a:r>
              <a:rPr lang="en-US" altLang="zh-CN"/>
              <a:t>Axios </a:t>
            </a:r>
            <a:r>
              <a:rPr lang="zh-CN" altLang="en-US"/>
              <a:t>进行二次封装，实现请求拦截器与响应拦截器：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请求拦截器根据接口角色自动在请求头携带客户登录 </a:t>
            </a:r>
            <a:r>
              <a:rPr lang="en-US" altLang="zh-CN"/>
              <a:t>Token，</a:t>
            </a:r>
            <a:r>
              <a:rPr lang="zh-CN" altLang="en-US"/>
              <a:t>向后端传递身份凭证；</a:t>
            </a:r>
            <a:endParaRPr lang="zh-CN" altLang="en-US"/>
          </a:p>
          <a:p>
            <a:r>
              <a:rPr lang="zh-CN" altLang="en-US"/>
              <a:t>- 响应拦截器捕获后端返回的`401未授权`状态码，代表身份凭证无效，清除本地登录凭证，并携带回跳地址重定向至登录页面，作为前端权限的兜底防护。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6160" y="821055"/>
            <a:ext cx="26092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游客与登录顾客权限区分</a:t>
            </a:r>
            <a:endParaRPr lang="zh-CN" altLang="en-US" sz="2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" y="1960880"/>
            <a:ext cx="5515610" cy="2115185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 flipH="1">
            <a:off x="189865" y="3752850"/>
            <a:ext cx="6267450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2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7" name="矩形: 圆角 16"/>
          <p:cNvSpPr/>
          <p:nvPr/>
        </p:nvSpPr>
        <p:spPr>
          <a:xfrm>
            <a:off x="274955" y="1011555"/>
            <a:ext cx="7095490" cy="552513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20" name="组合 19"/>
          <p:cNvGrpSpPr/>
          <p:nvPr>
            <p:custDataLst>
              <p:tags r:id="rId3"/>
            </p:custDataLst>
          </p:nvPr>
        </p:nvGrpSpPr>
        <p:grpSpPr>
          <a:xfrm>
            <a:off x="7383145" y="1500515"/>
            <a:ext cx="426509" cy="355174"/>
            <a:chOff x="1404936" y="295275"/>
            <a:chExt cx="533401" cy="533400"/>
          </a:xfrm>
          <a:solidFill>
            <a:srgbClr val="2D508F"/>
          </a:solidFill>
        </p:grpSpPr>
        <p:sp>
          <p:nvSpPr>
            <p:cNvPr id="21" name="流程图: 延期 20"/>
            <p:cNvSpPr/>
            <p:nvPr>
              <p:custDataLst>
                <p:tags r:id="rId4"/>
              </p:custDataLst>
            </p:nvPr>
          </p:nvSpPr>
          <p:spPr>
            <a:xfrm>
              <a:off x="1404937" y="295275"/>
              <a:ext cx="533400" cy="533400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>
              <p:custDataLst>
                <p:tags r:id="rId5"/>
              </p:custDataLst>
            </p:nvPr>
          </p:nvSpPr>
          <p:spPr>
            <a:xfrm>
              <a:off x="1404936" y="295275"/>
              <a:ext cx="109538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7383145" y="2756302"/>
            <a:ext cx="426509" cy="355174"/>
            <a:chOff x="1404936" y="295275"/>
            <a:chExt cx="533401" cy="53340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8" name="流程图: 延期 27"/>
            <p:cNvSpPr/>
            <p:nvPr>
              <p:custDataLst>
                <p:tags r:id="rId7"/>
              </p:custDataLst>
            </p:nvPr>
          </p:nvSpPr>
          <p:spPr>
            <a:xfrm>
              <a:off x="1404937" y="295275"/>
              <a:ext cx="533400" cy="533400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8"/>
              </p:custDataLst>
            </p:nvPr>
          </p:nvSpPr>
          <p:spPr>
            <a:xfrm>
              <a:off x="1404936" y="295275"/>
              <a:ext cx="109538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7383145" y="4126552"/>
            <a:ext cx="426509" cy="355174"/>
            <a:chOff x="1404936" y="295275"/>
            <a:chExt cx="533401" cy="533400"/>
          </a:xfrm>
          <a:solidFill>
            <a:schemeClr val="bg1">
              <a:lumMod val="50000"/>
            </a:schemeClr>
          </a:solidFill>
        </p:grpSpPr>
        <p:sp>
          <p:nvSpPr>
            <p:cNvPr id="35" name="流程图: 延期 34"/>
            <p:cNvSpPr/>
            <p:nvPr>
              <p:custDataLst>
                <p:tags r:id="rId10"/>
              </p:custDataLst>
            </p:nvPr>
          </p:nvSpPr>
          <p:spPr>
            <a:xfrm>
              <a:off x="1404937" y="295275"/>
              <a:ext cx="533400" cy="533400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11"/>
              </p:custDataLst>
            </p:nvPr>
          </p:nvSpPr>
          <p:spPr>
            <a:xfrm>
              <a:off x="1404936" y="295275"/>
              <a:ext cx="109538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2" name="组合 41"/>
          <p:cNvGrpSpPr/>
          <p:nvPr>
            <p:custDataLst>
              <p:tags r:id="rId12"/>
            </p:custDataLst>
          </p:nvPr>
        </p:nvGrpSpPr>
        <p:grpSpPr>
          <a:xfrm>
            <a:off x="7383145" y="5423654"/>
            <a:ext cx="426509" cy="355174"/>
            <a:chOff x="1404936" y="295275"/>
            <a:chExt cx="533401" cy="533400"/>
          </a:xfrm>
          <a:solidFill>
            <a:srgbClr val="FFC000"/>
          </a:solidFill>
        </p:grpSpPr>
        <p:sp>
          <p:nvSpPr>
            <p:cNvPr id="44" name="流程图: 延期 43"/>
            <p:cNvSpPr/>
            <p:nvPr>
              <p:custDataLst>
                <p:tags r:id="rId13"/>
              </p:custDataLst>
            </p:nvPr>
          </p:nvSpPr>
          <p:spPr>
            <a:xfrm>
              <a:off x="1404937" y="295275"/>
              <a:ext cx="533400" cy="533400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>
              <p:custDataLst>
                <p:tags r:id="rId14"/>
              </p:custDataLst>
            </p:nvPr>
          </p:nvSpPr>
          <p:spPr>
            <a:xfrm>
              <a:off x="1404936" y="295275"/>
              <a:ext cx="109538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" name="图片 1" descr="0f0e7b897a7b4316056ef3b25515840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585" y="1092835"/>
            <a:ext cx="6909435" cy="3188970"/>
          </a:xfrm>
          <a:prstGeom prst="rect">
            <a:avLst/>
          </a:prstGeom>
        </p:spPr>
      </p:pic>
      <p:pic>
        <p:nvPicPr>
          <p:cNvPr id="10" name="图片 9" descr="e58513cd3a0499bfb06a5f32c69b957b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005" y="4327525"/>
            <a:ext cx="6351270" cy="20618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920990" y="2870200"/>
            <a:ext cx="3547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嵌套路由，切换页面时侧边栏、顶栏、登录态都不重新渲染，只替换主内容区</a:t>
            </a:r>
            <a:endParaRPr lang="zh-CN" altLang="en-US"/>
          </a:p>
        </p:txBody>
      </p:sp>
      <p:pic>
        <p:nvPicPr>
          <p:cNvPr id="12" name="图片 11"/>
          <p:cNvPicPr/>
          <p:nvPr/>
        </p:nvPicPr>
        <p:blipFill>
          <a:blip r:embed="rId17"/>
          <a:stretch>
            <a:fillRect/>
          </a:stretch>
        </p:blipFill>
        <p:spPr>
          <a:xfrm>
            <a:off x="8610600" y="3704590"/>
            <a:ext cx="2955925" cy="30549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7131685" y="2167890"/>
            <a:ext cx="4589145" cy="2239645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前端</a:t>
            </a:r>
            <a:r>
              <a:rPr lang="en-US" altLang="zh-CN" sz="2600" spc="300" dirty="0">
                <a:solidFill>
                  <a:srgbClr val="2D508F"/>
                </a:solidFill>
                <a:cs typeface="+mn-ea"/>
                <a:sym typeface="+mn-lt"/>
              </a:rPr>
              <a:t>2</a:t>
            </a:r>
            <a:endParaRPr lang="en-US" altLang="zh-CN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3" name="图片 2" descr="78bee934712e6bec9ba32f280a88ec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" y="1388110"/>
            <a:ext cx="6323330" cy="1576070"/>
          </a:xfrm>
          <a:prstGeom prst="rect">
            <a:avLst/>
          </a:prstGeom>
        </p:spPr>
      </p:pic>
      <p:pic>
        <p:nvPicPr>
          <p:cNvPr id="11" name="图片 10" descr="43cde4a40cae34073c6ee8aa99d5ff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0" y="4181475"/>
            <a:ext cx="6762750" cy="18707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36510" y="2586990"/>
            <a:ext cx="39903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首屏只下载必要代码</a:t>
            </a:r>
            <a:endParaRPr lang="zh-CN" altLang="en-US"/>
          </a:p>
          <a:p>
            <a:r>
              <a:rPr lang="zh-CN" altLang="en-US"/>
              <a:t>页面切换时按需加载</a:t>
            </a:r>
            <a:endParaRPr lang="zh-CN" altLang="en-US"/>
          </a:p>
          <a:p>
            <a:r>
              <a:rPr lang="zh-CN" altLang="en-US"/>
              <a:t>每个 () =&gt; </a:t>
            </a:r>
            <a:r>
              <a:rPr lang="en-US" altLang="zh-CN"/>
              <a:t>import() </a:t>
            </a:r>
            <a:r>
              <a:rPr lang="zh-CN" altLang="en-US"/>
              <a:t>在构建时都会被切成独立 </a:t>
            </a:r>
            <a:r>
              <a:rPr lang="en-US" altLang="zh-CN"/>
              <a:t>chunk</a:t>
            </a:r>
            <a:endParaRPr lang="en-US" altLang="zh-CN"/>
          </a:p>
          <a:p>
            <a:r>
              <a:rPr lang="zh-CN" altLang="en-US"/>
              <a:t>卖家端渲染优化</a:t>
            </a:r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8037195" y="3201035"/>
            <a:ext cx="4589145" cy="43726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357168"/>
            <a:ext cx="12192000" cy="4500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/>
          <p:cNvSpPr/>
          <p:nvPr>
            <p:custDataLst>
              <p:tags r:id="rId1"/>
            </p:custDataLst>
          </p:nvPr>
        </p:nvSpPr>
        <p:spPr>
          <a:xfrm>
            <a:off x="1251817" y="4128502"/>
            <a:ext cx="4704752" cy="1253765"/>
          </a:xfrm>
          <a:prstGeom prst="roundRect">
            <a:avLst>
              <a:gd name="adj" fmla="val 11404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图形 156"/>
          <p:cNvGrpSpPr/>
          <p:nvPr>
            <p:custDataLst>
              <p:tags r:id="rId2"/>
            </p:custDataLst>
          </p:nvPr>
        </p:nvGrpSpPr>
        <p:grpSpPr>
          <a:xfrm>
            <a:off x="1506631" y="4562057"/>
            <a:ext cx="505213" cy="713525"/>
            <a:chOff x="4737497" y="1518591"/>
            <a:chExt cx="2691442" cy="3801191"/>
          </a:xfrm>
        </p:grpSpPr>
        <p:sp>
          <p:nvSpPr>
            <p:cNvPr id="48" name="任意多边形: 形状 47"/>
            <p:cNvSpPr/>
            <p:nvPr>
              <p:custDataLst>
                <p:tags r:id="rId3"/>
              </p:custDataLst>
            </p:nvPr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>
              <p:custDataLst>
                <p:tags r:id="rId4"/>
              </p:custDataLst>
            </p:nvPr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>
              <p:custDataLst>
                <p:tags r:id="rId5"/>
              </p:custDataLst>
            </p:nvPr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>
              <p:custDataLst>
                <p:tags r:id="rId6"/>
              </p:custDataLst>
            </p:nvPr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noFill/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>
              <p:custDataLst>
                <p:tags r:id="rId7"/>
              </p:custDataLst>
            </p:nvPr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rgbClr val="0573E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919821" y="680041"/>
            <a:ext cx="2352353" cy="497128"/>
            <a:chOff x="9271922" y="328372"/>
            <a:chExt cx="2352353" cy="497128"/>
          </a:xfrm>
        </p:grpSpPr>
        <p:grpSp>
          <p:nvGrpSpPr>
            <p:cNvPr id="6" name="组合 5"/>
            <p:cNvGrpSpPr/>
            <p:nvPr/>
          </p:nvGrpSpPr>
          <p:grpSpPr>
            <a:xfrm>
              <a:off x="9271922" y="328372"/>
              <a:ext cx="2352353" cy="497128"/>
              <a:chOff x="9753600" y="368300"/>
              <a:chExt cx="1502375" cy="31750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9753600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0346038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0938475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" name="任意多边形: 形状 6"/>
            <p:cNvSpPr/>
            <p:nvPr/>
          </p:nvSpPr>
          <p:spPr>
            <a:xfrm>
              <a:off x="9364766" y="430942"/>
              <a:ext cx="297524" cy="297484"/>
            </a:xfrm>
            <a:custGeom>
              <a:avLst/>
              <a:gdLst>
                <a:gd name="connsiteX0" fmla="*/ 1 w 2072432"/>
                <a:gd name="connsiteY0" fmla="*/ 1035792 h 2072153"/>
                <a:gd name="connsiteX1" fmla="*/ 1040914 w 2072432"/>
                <a:gd name="connsiteY1" fmla="*/ 15 h 2072153"/>
                <a:gd name="connsiteX2" fmla="*/ 2072432 w 2072432"/>
                <a:gd name="connsiteY2" fmla="*/ 1037483 h 2072153"/>
                <a:gd name="connsiteX3" fmla="*/ 1042292 w 2072432"/>
                <a:gd name="connsiteY3" fmla="*/ 2072133 h 2072153"/>
                <a:gd name="connsiteX4" fmla="*/ 1 w 2072432"/>
                <a:gd name="connsiteY4" fmla="*/ 1035792 h 2072153"/>
                <a:gd name="connsiteX5" fmla="*/ 1303585 w 2072432"/>
                <a:gd name="connsiteY5" fmla="*/ 1981132 h 2072153"/>
                <a:gd name="connsiteX6" fmla="*/ 1337217 w 2072432"/>
                <a:gd name="connsiteY6" fmla="*/ 1974806 h 2072153"/>
                <a:gd name="connsiteX7" fmla="*/ 1874396 w 2072432"/>
                <a:gd name="connsiteY7" fmla="*/ 1554620 h 2072153"/>
                <a:gd name="connsiteX8" fmla="*/ 1881974 w 2072432"/>
                <a:gd name="connsiteY8" fmla="*/ 1539088 h 2072153"/>
                <a:gd name="connsiteX9" fmla="*/ 1554982 w 2072432"/>
                <a:gd name="connsiteY9" fmla="*/ 1539088 h 2072153"/>
                <a:gd name="connsiteX10" fmla="*/ 1547655 w 2072432"/>
                <a:gd name="connsiteY10" fmla="*/ 1565330 h 2072153"/>
                <a:gd name="connsiteX11" fmla="*/ 1463730 w 2072432"/>
                <a:gd name="connsiteY11" fmla="*/ 1783346 h 2072153"/>
                <a:gd name="connsiteX12" fmla="*/ 1303585 w 2072432"/>
                <a:gd name="connsiteY12" fmla="*/ 1981633 h 2072153"/>
                <a:gd name="connsiteX13" fmla="*/ 1303898 w 2072432"/>
                <a:gd name="connsiteY13" fmla="*/ 1982447 h 2072153"/>
                <a:gd name="connsiteX14" fmla="*/ 1303585 w 2072432"/>
                <a:gd name="connsiteY14" fmla="*/ 1981132 h 2072153"/>
                <a:gd name="connsiteX15" fmla="*/ 802920 w 2072432"/>
                <a:gd name="connsiteY15" fmla="*/ 79493 h 2072153"/>
                <a:gd name="connsiteX16" fmla="*/ 782815 w 2072432"/>
                <a:gd name="connsiteY16" fmla="*/ 83063 h 2072153"/>
                <a:gd name="connsiteX17" fmla="*/ 195157 w 2072432"/>
                <a:gd name="connsiteY17" fmla="*/ 522351 h 2072153"/>
                <a:gd name="connsiteX18" fmla="*/ 190397 w 2072432"/>
                <a:gd name="connsiteY18" fmla="*/ 533812 h 2072153"/>
                <a:gd name="connsiteX19" fmla="*/ 541251 w 2072432"/>
                <a:gd name="connsiteY19" fmla="*/ 533812 h 2072153"/>
                <a:gd name="connsiteX20" fmla="*/ 547138 w 2072432"/>
                <a:gd name="connsiteY20" fmla="*/ 513645 h 2072153"/>
                <a:gd name="connsiteX21" fmla="*/ 610645 w 2072432"/>
                <a:gd name="connsiteY21" fmla="*/ 333834 h 2072153"/>
                <a:gd name="connsiteX22" fmla="*/ 796844 w 2072432"/>
                <a:gd name="connsiteY22" fmla="*/ 86946 h 2072153"/>
                <a:gd name="connsiteX23" fmla="*/ 802606 w 2072432"/>
                <a:gd name="connsiteY23" fmla="*/ 79180 h 2072153"/>
                <a:gd name="connsiteX24" fmla="*/ 805174 w 2072432"/>
                <a:gd name="connsiteY24" fmla="*/ 77489 h 2072153"/>
                <a:gd name="connsiteX25" fmla="*/ 802920 w 2072432"/>
                <a:gd name="connsiteY25" fmla="*/ 79493 h 2072153"/>
                <a:gd name="connsiteX26" fmla="*/ 1022939 w 2072432"/>
                <a:gd name="connsiteY26" fmla="*/ 586233 h 2072153"/>
                <a:gd name="connsiteX27" fmla="*/ 582336 w 2072432"/>
                <a:gd name="connsiteY27" fmla="*/ 586233 h 2072153"/>
                <a:gd name="connsiteX28" fmla="*/ 542817 w 2072432"/>
                <a:gd name="connsiteY28" fmla="*/ 1010114 h 2072153"/>
                <a:gd name="connsiteX29" fmla="*/ 1022939 w 2072432"/>
                <a:gd name="connsiteY29" fmla="*/ 1008110 h 2072153"/>
                <a:gd name="connsiteX30" fmla="*/ 1022939 w 2072432"/>
                <a:gd name="connsiteY30" fmla="*/ 586233 h 2072153"/>
                <a:gd name="connsiteX31" fmla="*/ 582775 w 2072432"/>
                <a:gd name="connsiteY31" fmla="*/ 1486604 h 2072153"/>
                <a:gd name="connsiteX32" fmla="*/ 1022250 w 2072432"/>
                <a:gd name="connsiteY32" fmla="*/ 1484725 h 2072153"/>
                <a:gd name="connsiteX33" fmla="*/ 1020622 w 2072432"/>
                <a:gd name="connsiteY33" fmla="*/ 1062911 h 2072153"/>
                <a:gd name="connsiteX34" fmla="*/ 541063 w 2072432"/>
                <a:gd name="connsiteY34" fmla="*/ 1064352 h 2072153"/>
                <a:gd name="connsiteX35" fmla="*/ 582775 w 2072432"/>
                <a:gd name="connsiteY35" fmla="*/ 1486604 h 2072153"/>
                <a:gd name="connsiteX36" fmla="*/ 1074860 w 2072432"/>
                <a:gd name="connsiteY36" fmla="*/ 1010365 h 2072153"/>
                <a:gd name="connsiteX37" fmla="*/ 1556109 w 2072432"/>
                <a:gd name="connsiteY37" fmla="*/ 1010365 h 2072153"/>
                <a:gd name="connsiteX38" fmla="*/ 1514085 w 2072432"/>
                <a:gd name="connsiteY38" fmla="*/ 586296 h 2072153"/>
                <a:gd name="connsiteX39" fmla="*/ 1074860 w 2072432"/>
                <a:gd name="connsiteY39" fmla="*/ 586296 h 2072153"/>
                <a:gd name="connsiteX40" fmla="*/ 1074860 w 2072432"/>
                <a:gd name="connsiteY40" fmla="*/ 1010365 h 2072153"/>
                <a:gd name="connsiteX41" fmla="*/ 1076300 w 2072432"/>
                <a:gd name="connsiteY41" fmla="*/ 1061972 h 2072153"/>
                <a:gd name="connsiteX42" fmla="*/ 1077177 w 2072432"/>
                <a:gd name="connsiteY42" fmla="*/ 1486541 h 2072153"/>
                <a:gd name="connsiteX43" fmla="*/ 1514711 w 2072432"/>
                <a:gd name="connsiteY43" fmla="*/ 1486541 h 2072153"/>
                <a:gd name="connsiteX44" fmla="*/ 1554982 w 2072432"/>
                <a:gd name="connsiteY44" fmla="*/ 1061972 h 2072153"/>
                <a:gd name="connsiteX45" fmla="*/ 1076300 w 2072432"/>
                <a:gd name="connsiteY45" fmla="*/ 1061972 h 2072153"/>
                <a:gd name="connsiteX46" fmla="*/ 489142 w 2072432"/>
                <a:gd name="connsiteY46" fmla="*/ 1010427 h 2072153"/>
                <a:gd name="connsiteX47" fmla="*/ 530228 w 2072432"/>
                <a:gd name="connsiteY47" fmla="*/ 586108 h 2072153"/>
                <a:gd name="connsiteX48" fmla="*/ 158894 w 2072432"/>
                <a:gd name="connsiteY48" fmla="*/ 586108 h 2072153"/>
                <a:gd name="connsiteX49" fmla="*/ 50919 w 2072432"/>
                <a:gd name="connsiteY49" fmla="*/ 1010427 h 2072153"/>
                <a:gd name="connsiteX50" fmla="*/ 489142 w 2072432"/>
                <a:gd name="connsiteY50" fmla="*/ 1010427 h 2072153"/>
                <a:gd name="connsiteX51" fmla="*/ 51859 w 2072432"/>
                <a:gd name="connsiteY51" fmla="*/ 1062285 h 2072153"/>
                <a:gd name="connsiteX52" fmla="*/ 51233 w 2072432"/>
                <a:gd name="connsiteY52" fmla="*/ 1075124 h 2072153"/>
                <a:gd name="connsiteX53" fmla="*/ 55053 w 2072432"/>
                <a:gd name="connsiteY53" fmla="*/ 1132431 h 2072153"/>
                <a:gd name="connsiteX54" fmla="*/ 152506 w 2072432"/>
                <a:gd name="connsiteY54" fmla="*/ 1473890 h 2072153"/>
                <a:gd name="connsiteX55" fmla="*/ 176180 w 2072432"/>
                <a:gd name="connsiteY55" fmla="*/ 1488295 h 2072153"/>
                <a:gd name="connsiteX56" fmla="*/ 515134 w 2072432"/>
                <a:gd name="connsiteY56" fmla="*/ 1487982 h 2072153"/>
                <a:gd name="connsiteX57" fmla="*/ 530165 w 2072432"/>
                <a:gd name="connsiteY57" fmla="*/ 1485853 h 2072153"/>
                <a:gd name="connsiteX58" fmla="*/ 488955 w 2072432"/>
                <a:gd name="connsiteY58" fmla="*/ 1062285 h 2072153"/>
                <a:gd name="connsiteX59" fmla="*/ 51859 w 2072432"/>
                <a:gd name="connsiteY59" fmla="*/ 1062285 h 2072153"/>
                <a:gd name="connsiteX60" fmla="*/ 1609032 w 2072432"/>
                <a:gd name="connsiteY60" fmla="*/ 1008861 h 2072153"/>
                <a:gd name="connsiteX61" fmla="*/ 2021639 w 2072432"/>
                <a:gd name="connsiteY61" fmla="*/ 1007922 h 2072153"/>
                <a:gd name="connsiteX62" fmla="*/ 1913540 w 2072432"/>
                <a:gd name="connsiteY62" fmla="*/ 586108 h 2072153"/>
                <a:gd name="connsiteX63" fmla="*/ 1566757 w 2072432"/>
                <a:gd name="connsiteY63" fmla="*/ 586108 h 2072153"/>
                <a:gd name="connsiteX64" fmla="*/ 1609032 w 2072432"/>
                <a:gd name="connsiteY64" fmla="*/ 1008861 h 2072153"/>
                <a:gd name="connsiteX65" fmla="*/ 2021702 w 2072432"/>
                <a:gd name="connsiteY65" fmla="*/ 1064352 h 2072153"/>
                <a:gd name="connsiteX66" fmla="*/ 1608969 w 2072432"/>
                <a:gd name="connsiteY66" fmla="*/ 1064665 h 2072153"/>
                <a:gd name="connsiteX67" fmla="*/ 1567007 w 2072432"/>
                <a:gd name="connsiteY67" fmla="*/ 1485289 h 2072153"/>
                <a:gd name="connsiteX68" fmla="*/ 1575274 w 2072432"/>
                <a:gd name="connsiteY68" fmla="*/ 1487731 h 2072153"/>
                <a:gd name="connsiteX69" fmla="*/ 1901891 w 2072432"/>
                <a:gd name="connsiteY69" fmla="*/ 1488233 h 2072153"/>
                <a:gd name="connsiteX70" fmla="*/ 1918613 w 2072432"/>
                <a:gd name="connsiteY70" fmla="*/ 1476208 h 2072153"/>
                <a:gd name="connsiteX71" fmla="*/ 2019072 w 2072432"/>
                <a:gd name="connsiteY71" fmla="*/ 1116773 h 2072153"/>
                <a:gd name="connsiteX72" fmla="*/ 2021702 w 2072432"/>
                <a:gd name="connsiteY72" fmla="*/ 1064352 h 2072153"/>
                <a:gd name="connsiteX73" fmla="*/ 1023064 w 2072432"/>
                <a:gd name="connsiteY73" fmla="*/ 50558 h 2072153"/>
                <a:gd name="connsiteX74" fmla="*/ 996447 w 2072432"/>
                <a:gd name="connsiteY74" fmla="*/ 52499 h 2072153"/>
                <a:gd name="connsiteX75" fmla="*/ 859099 w 2072432"/>
                <a:gd name="connsiteY75" fmla="*/ 104106 h 2072153"/>
                <a:gd name="connsiteX76" fmla="*/ 716991 w 2072432"/>
                <a:gd name="connsiteY76" fmla="*/ 244523 h 2072153"/>
                <a:gd name="connsiteX77" fmla="*/ 596866 w 2072432"/>
                <a:gd name="connsiteY77" fmla="*/ 519657 h 2072153"/>
                <a:gd name="connsiteX78" fmla="*/ 595050 w 2072432"/>
                <a:gd name="connsiteY78" fmla="*/ 532998 h 2072153"/>
                <a:gd name="connsiteX79" fmla="*/ 1023064 w 2072432"/>
                <a:gd name="connsiteY79" fmla="*/ 531244 h 2072153"/>
                <a:gd name="connsiteX80" fmla="*/ 1023064 w 2072432"/>
                <a:gd name="connsiteY80" fmla="*/ 50558 h 2072153"/>
                <a:gd name="connsiteX81" fmla="*/ 1022814 w 2072432"/>
                <a:gd name="connsiteY81" fmla="*/ 1541280 h 2072153"/>
                <a:gd name="connsiteX82" fmla="*/ 594424 w 2072432"/>
                <a:gd name="connsiteY82" fmla="*/ 1540466 h 2072153"/>
                <a:gd name="connsiteX83" fmla="*/ 598933 w 2072432"/>
                <a:gd name="connsiteY83" fmla="*/ 1560195 h 2072153"/>
                <a:gd name="connsiteX84" fmla="*/ 648724 w 2072432"/>
                <a:gd name="connsiteY84" fmla="*/ 1701425 h 2072153"/>
                <a:gd name="connsiteX85" fmla="*/ 768160 w 2072432"/>
                <a:gd name="connsiteY85" fmla="*/ 1891884 h 2072153"/>
                <a:gd name="connsiteX86" fmla="*/ 1007031 w 2072432"/>
                <a:gd name="connsiteY86" fmla="*/ 2020651 h 2072153"/>
                <a:gd name="connsiteX87" fmla="*/ 1022814 w 2072432"/>
                <a:gd name="connsiteY87" fmla="*/ 2020714 h 2072153"/>
                <a:gd name="connsiteX88" fmla="*/ 1022814 w 2072432"/>
                <a:gd name="connsiteY88" fmla="*/ 1541280 h 2072153"/>
                <a:gd name="connsiteX89" fmla="*/ 1502122 w 2072432"/>
                <a:gd name="connsiteY89" fmla="*/ 533687 h 2072153"/>
                <a:gd name="connsiteX90" fmla="*/ 1498678 w 2072432"/>
                <a:gd name="connsiteY90" fmla="*/ 515900 h 2072153"/>
                <a:gd name="connsiteX91" fmla="*/ 1450390 w 2072432"/>
                <a:gd name="connsiteY91" fmla="*/ 376422 h 2072153"/>
                <a:gd name="connsiteX92" fmla="*/ 1320119 w 2072432"/>
                <a:gd name="connsiteY92" fmla="*/ 171434 h 2072153"/>
                <a:gd name="connsiteX93" fmla="*/ 1128283 w 2072432"/>
                <a:gd name="connsiteY93" fmla="*/ 58324 h 2072153"/>
                <a:gd name="connsiteX94" fmla="*/ 1076488 w 2072432"/>
                <a:gd name="connsiteY94" fmla="*/ 52061 h 2072153"/>
                <a:gd name="connsiteX95" fmla="*/ 1077052 w 2072432"/>
                <a:gd name="connsiteY95" fmla="*/ 533749 h 2072153"/>
                <a:gd name="connsiteX96" fmla="*/ 1502122 w 2072432"/>
                <a:gd name="connsiteY96" fmla="*/ 533687 h 2072153"/>
                <a:gd name="connsiteX97" fmla="*/ 1076300 w 2072432"/>
                <a:gd name="connsiteY97" fmla="*/ 1538838 h 2072153"/>
                <a:gd name="connsiteX98" fmla="*/ 1077427 w 2072432"/>
                <a:gd name="connsiteY98" fmla="*/ 2020651 h 2072153"/>
                <a:gd name="connsiteX99" fmla="*/ 1147573 w 2072432"/>
                <a:gd name="connsiteY99" fmla="*/ 2008564 h 2072153"/>
                <a:gd name="connsiteX100" fmla="*/ 1352311 w 2072432"/>
                <a:gd name="connsiteY100" fmla="*/ 1864264 h 2072153"/>
                <a:gd name="connsiteX101" fmla="*/ 1500494 w 2072432"/>
                <a:gd name="connsiteY101" fmla="*/ 1551364 h 2072153"/>
                <a:gd name="connsiteX102" fmla="*/ 1500619 w 2072432"/>
                <a:gd name="connsiteY102" fmla="*/ 1538900 h 2072153"/>
                <a:gd name="connsiteX103" fmla="*/ 1076300 w 2072432"/>
                <a:gd name="connsiteY103" fmla="*/ 1538838 h 2072153"/>
                <a:gd name="connsiteX104" fmla="*/ 188768 w 2072432"/>
                <a:gd name="connsiteY104" fmla="*/ 1539088 h 2072153"/>
                <a:gd name="connsiteX105" fmla="*/ 451377 w 2072432"/>
                <a:gd name="connsiteY105" fmla="*/ 1829441 h 2072153"/>
                <a:gd name="connsiteX106" fmla="*/ 802794 w 2072432"/>
                <a:gd name="connsiteY106" fmla="*/ 1992530 h 2072153"/>
                <a:gd name="connsiteX107" fmla="*/ 792836 w 2072432"/>
                <a:gd name="connsiteY107" fmla="*/ 1982071 h 2072153"/>
                <a:gd name="connsiteX108" fmla="*/ 711041 w 2072432"/>
                <a:gd name="connsiteY108" fmla="*/ 1901529 h 2072153"/>
                <a:gd name="connsiteX109" fmla="*/ 568307 w 2072432"/>
                <a:gd name="connsiteY109" fmla="*/ 1628336 h 2072153"/>
                <a:gd name="connsiteX110" fmla="*/ 541439 w 2072432"/>
                <a:gd name="connsiteY110" fmla="*/ 1539151 h 2072153"/>
                <a:gd name="connsiteX111" fmla="*/ 188768 w 2072432"/>
                <a:gd name="connsiteY111" fmla="*/ 1539088 h 2072153"/>
                <a:gd name="connsiteX112" fmla="*/ 1885356 w 2072432"/>
                <a:gd name="connsiteY112" fmla="*/ 534188 h 2072153"/>
                <a:gd name="connsiteX113" fmla="*/ 1306090 w 2072432"/>
                <a:gd name="connsiteY113" fmla="*/ 87447 h 2072153"/>
                <a:gd name="connsiteX114" fmla="*/ 1306466 w 2072432"/>
                <a:gd name="connsiteY114" fmla="*/ 91330 h 2072153"/>
                <a:gd name="connsiteX115" fmla="*/ 1313793 w 2072432"/>
                <a:gd name="connsiteY115" fmla="*/ 98407 h 2072153"/>
                <a:gd name="connsiteX116" fmla="*/ 1437300 w 2072432"/>
                <a:gd name="connsiteY116" fmla="*/ 243020 h 2072153"/>
                <a:gd name="connsiteX117" fmla="*/ 1547655 w 2072432"/>
                <a:gd name="connsiteY117" fmla="*/ 507257 h 2072153"/>
                <a:gd name="connsiteX118" fmla="*/ 1555859 w 2072432"/>
                <a:gd name="connsiteY118" fmla="*/ 534250 h 2072153"/>
                <a:gd name="connsiteX119" fmla="*/ 1885356 w 2072432"/>
                <a:gd name="connsiteY119" fmla="*/ 534188 h 207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072432" h="2072153">
                  <a:moveTo>
                    <a:pt x="1" y="1035792"/>
                  </a:moveTo>
                  <a:cubicBezTo>
                    <a:pt x="1" y="464230"/>
                    <a:pt x="463527" y="-3054"/>
                    <a:pt x="1040914" y="15"/>
                  </a:cubicBezTo>
                  <a:cubicBezTo>
                    <a:pt x="1608343" y="3021"/>
                    <a:pt x="2073059" y="460221"/>
                    <a:pt x="2072432" y="1037483"/>
                  </a:cubicBezTo>
                  <a:cubicBezTo>
                    <a:pt x="2071806" y="1604474"/>
                    <a:pt x="1619366" y="2068563"/>
                    <a:pt x="1042292" y="2072133"/>
                  </a:cubicBezTo>
                  <a:cubicBezTo>
                    <a:pt x="449373" y="2075766"/>
                    <a:pt x="-876" y="1596019"/>
                    <a:pt x="1" y="1035792"/>
                  </a:cubicBezTo>
                  <a:close/>
                  <a:moveTo>
                    <a:pt x="1303585" y="1981132"/>
                  </a:moveTo>
                  <a:cubicBezTo>
                    <a:pt x="1314796" y="1979065"/>
                    <a:pt x="1326508" y="1978313"/>
                    <a:pt x="1337217" y="1974806"/>
                  </a:cubicBezTo>
                  <a:cubicBezTo>
                    <a:pt x="1566444" y="1898961"/>
                    <a:pt x="1745566" y="1758857"/>
                    <a:pt x="1874396" y="1554620"/>
                  </a:cubicBezTo>
                  <a:cubicBezTo>
                    <a:pt x="1877152" y="1550236"/>
                    <a:pt x="1878968" y="1545289"/>
                    <a:pt x="1881974" y="1539088"/>
                  </a:cubicBezTo>
                  <a:cubicBezTo>
                    <a:pt x="1771933" y="1539088"/>
                    <a:pt x="1664084" y="1539088"/>
                    <a:pt x="1554982" y="1539088"/>
                  </a:cubicBezTo>
                  <a:cubicBezTo>
                    <a:pt x="1552352" y="1548357"/>
                    <a:pt x="1549909" y="1556813"/>
                    <a:pt x="1547655" y="1565330"/>
                  </a:cubicBezTo>
                  <a:cubicBezTo>
                    <a:pt x="1527237" y="1640925"/>
                    <a:pt x="1500619" y="1714140"/>
                    <a:pt x="1463730" y="1783346"/>
                  </a:cubicBezTo>
                  <a:cubicBezTo>
                    <a:pt x="1423020" y="1859629"/>
                    <a:pt x="1372478" y="1928084"/>
                    <a:pt x="1303585" y="1981633"/>
                  </a:cubicBezTo>
                  <a:lnTo>
                    <a:pt x="1303898" y="1982447"/>
                  </a:lnTo>
                  <a:cubicBezTo>
                    <a:pt x="1303835" y="1982447"/>
                    <a:pt x="1303585" y="1981132"/>
                    <a:pt x="1303585" y="1981132"/>
                  </a:cubicBezTo>
                  <a:close/>
                  <a:moveTo>
                    <a:pt x="802920" y="79493"/>
                  </a:moveTo>
                  <a:cubicBezTo>
                    <a:pt x="796218" y="80620"/>
                    <a:pt x="789329" y="81246"/>
                    <a:pt x="782815" y="83063"/>
                  </a:cubicBezTo>
                  <a:cubicBezTo>
                    <a:pt x="530228" y="153584"/>
                    <a:pt x="334509" y="300327"/>
                    <a:pt x="195157" y="522351"/>
                  </a:cubicBezTo>
                  <a:cubicBezTo>
                    <a:pt x="193153" y="525545"/>
                    <a:pt x="192150" y="529428"/>
                    <a:pt x="190397" y="533812"/>
                  </a:cubicBezTo>
                  <a:cubicBezTo>
                    <a:pt x="308204" y="533812"/>
                    <a:pt x="424383" y="533812"/>
                    <a:pt x="541251" y="533812"/>
                  </a:cubicBezTo>
                  <a:cubicBezTo>
                    <a:pt x="543380" y="526547"/>
                    <a:pt x="545447" y="520158"/>
                    <a:pt x="547138" y="513645"/>
                  </a:cubicBezTo>
                  <a:cubicBezTo>
                    <a:pt x="563359" y="451954"/>
                    <a:pt x="583902" y="391767"/>
                    <a:pt x="610645" y="333834"/>
                  </a:cubicBezTo>
                  <a:cubicBezTo>
                    <a:pt x="654799" y="238072"/>
                    <a:pt x="712732" y="152645"/>
                    <a:pt x="796844" y="86946"/>
                  </a:cubicBezTo>
                  <a:cubicBezTo>
                    <a:pt x="799287" y="85004"/>
                    <a:pt x="800727" y="81810"/>
                    <a:pt x="802606" y="79180"/>
                  </a:cubicBezTo>
                  <a:cubicBezTo>
                    <a:pt x="803483" y="78616"/>
                    <a:pt x="804297" y="78052"/>
                    <a:pt x="805174" y="77489"/>
                  </a:cubicBezTo>
                  <a:cubicBezTo>
                    <a:pt x="804423" y="78115"/>
                    <a:pt x="803671" y="78804"/>
                    <a:pt x="802920" y="79493"/>
                  </a:cubicBezTo>
                  <a:close/>
                  <a:moveTo>
                    <a:pt x="1022939" y="586233"/>
                  </a:moveTo>
                  <a:cubicBezTo>
                    <a:pt x="874318" y="586233"/>
                    <a:pt x="728077" y="586233"/>
                    <a:pt x="582336" y="586233"/>
                  </a:cubicBezTo>
                  <a:cubicBezTo>
                    <a:pt x="555969" y="669156"/>
                    <a:pt x="529226" y="963141"/>
                    <a:pt x="542817" y="1010114"/>
                  </a:cubicBezTo>
                  <a:cubicBezTo>
                    <a:pt x="577013" y="1014060"/>
                    <a:pt x="1007720" y="1012431"/>
                    <a:pt x="1022939" y="1008110"/>
                  </a:cubicBezTo>
                  <a:cubicBezTo>
                    <a:pt x="1022939" y="868131"/>
                    <a:pt x="1022939" y="727965"/>
                    <a:pt x="1022939" y="586233"/>
                  </a:cubicBezTo>
                  <a:close/>
                  <a:moveTo>
                    <a:pt x="582775" y="1486604"/>
                  </a:moveTo>
                  <a:cubicBezTo>
                    <a:pt x="621605" y="1490675"/>
                    <a:pt x="1007470" y="1488921"/>
                    <a:pt x="1022250" y="1484725"/>
                  </a:cubicBezTo>
                  <a:cubicBezTo>
                    <a:pt x="1026196" y="1455477"/>
                    <a:pt x="1024756" y="1077066"/>
                    <a:pt x="1020622" y="1062911"/>
                  </a:cubicBezTo>
                  <a:cubicBezTo>
                    <a:pt x="993754" y="1059028"/>
                    <a:pt x="555906" y="1060343"/>
                    <a:pt x="541063" y="1064352"/>
                  </a:cubicBezTo>
                  <a:cubicBezTo>
                    <a:pt x="530040" y="1124790"/>
                    <a:pt x="559351" y="1424037"/>
                    <a:pt x="582775" y="1486604"/>
                  </a:cubicBezTo>
                  <a:close/>
                  <a:moveTo>
                    <a:pt x="1074860" y="1010365"/>
                  </a:moveTo>
                  <a:cubicBezTo>
                    <a:pt x="1236696" y="1010365"/>
                    <a:pt x="1396465" y="1010365"/>
                    <a:pt x="1556109" y="1010365"/>
                  </a:cubicBezTo>
                  <a:cubicBezTo>
                    <a:pt x="1564377" y="939029"/>
                    <a:pt x="1540264" y="659009"/>
                    <a:pt x="1514085" y="586296"/>
                  </a:cubicBezTo>
                  <a:cubicBezTo>
                    <a:pt x="1368157" y="586296"/>
                    <a:pt x="1222041" y="586296"/>
                    <a:pt x="1074860" y="586296"/>
                  </a:cubicBezTo>
                  <a:cubicBezTo>
                    <a:pt x="1074860" y="727903"/>
                    <a:pt x="1074860" y="868006"/>
                    <a:pt x="1074860" y="1010365"/>
                  </a:cubicBezTo>
                  <a:close/>
                  <a:moveTo>
                    <a:pt x="1076300" y="1061972"/>
                  </a:moveTo>
                  <a:cubicBezTo>
                    <a:pt x="1071979" y="1088464"/>
                    <a:pt x="1073043" y="1470821"/>
                    <a:pt x="1077177" y="1486541"/>
                  </a:cubicBezTo>
                  <a:cubicBezTo>
                    <a:pt x="1223042" y="1486541"/>
                    <a:pt x="1369096" y="1486541"/>
                    <a:pt x="1514711" y="1486541"/>
                  </a:cubicBezTo>
                  <a:cubicBezTo>
                    <a:pt x="1542018" y="1397231"/>
                    <a:pt x="1566882" y="1106690"/>
                    <a:pt x="1554982" y="1061972"/>
                  </a:cubicBezTo>
                  <a:cubicBezTo>
                    <a:pt x="1395839" y="1061972"/>
                    <a:pt x="1236571" y="1061972"/>
                    <a:pt x="1076300" y="1061972"/>
                  </a:cubicBezTo>
                  <a:close/>
                  <a:moveTo>
                    <a:pt x="489142" y="1010427"/>
                  </a:moveTo>
                  <a:cubicBezTo>
                    <a:pt x="488015" y="867442"/>
                    <a:pt x="502984" y="726901"/>
                    <a:pt x="530228" y="586108"/>
                  </a:cubicBezTo>
                  <a:cubicBezTo>
                    <a:pt x="405531" y="586108"/>
                    <a:pt x="282526" y="586108"/>
                    <a:pt x="158894" y="586108"/>
                  </a:cubicBezTo>
                  <a:cubicBezTo>
                    <a:pt x="90690" y="719197"/>
                    <a:pt x="54051" y="859802"/>
                    <a:pt x="50919" y="1010427"/>
                  </a:cubicBezTo>
                  <a:cubicBezTo>
                    <a:pt x="197912" y="1010427"/>
                    <a:pt x="342087" y="1010427"/>
                    <a:pt x="489142" y="1010427"/>
                  </a:cubicBezTo>
                  <a:close/>
                  <a:moveTo>
                    <a:pt x="51859" y="1062285"/>
                  </a:moveTo>
                  <a:cubicBezTo>
                    <a:pt x="51546" y="1068423"/>
                    <a:pt x="50982" y="1071805"/>
                    <a:pt x="51233" y="1075124"/>
                  </a:cubicBezTo>
                  <a:cubicBezTo>
                    <a:pt x="52423" y="1094226"/>
                    <a:pt x="53362" y="1113391"/>
                    <a:pt x="55053" y="1132431"/>
                  </a:cubicBezTo>
                  <a:cubicBezTo>
                    <a:pt x="65825" y="1252430"/>
                    <a:pt x="99270" y="1365916"/>
                    <a:pt x="152506" y="1473890"/>
                  </a:cubicBezTo>
                  <a:cubicBezTo>
                    <a:pt x="157892" y="1484788"/>
                    <a:pt x="164405" y="1488295"/>
                    <a:pt x="176180" y="1488295"/>
                  </a:cubicBezTo>
                  <a:cubicBezTo>
                    <a:pt x="289165" y="1487919"/>
                    <a:pt x="402149" y="1488107"/>
                    <a:pt x="515134" y="1487982"/>
                  </a:cubicBezTo>
                  <a:cubicBezTo>
                    <a:pt x="519581" y="1487982"/>
                    <a:pt x="524028" y="1486730"/>
                    <a:pt x="530165" y="1485853"/>
                  </a:cubicBezTo>
                  <a:cubicBezTo>
                    <a:pt x="502796" y="1345373"/>
                    <a:pt x="488266" y="1204894"/>
                    <a:pt x="488955" y="1062285"/>
                  </a:cubicBezTo>
                  <a:cubicBezTo>
                    <a:pt x="341899" y="1062285"/>
                    <a:pt x="197724" y="1062285"/>
                    <a:pt x="51859" y="1062285"/>
                  </a:cubicBezTo>
                  <a:close/>
                  <a:moveTo>
                    <a:pt x="1609032" y="1008861"/>
                  </a:moveTo>
                  <a:cubicBezTo>
                    <a:pt x="1634711" y="1013371"/>
                    <a:pt x="2006045" y="1012431"/>
                    <a:pt x="2021639" y="1007922"/>
                  </a:cubicBezTo>
                  <a:cubicBezTo>
                    <a:pt x="2017819" y="858737"/>
                    <a:pt x="1981994" y="717756"/>
                    <a:pt x="1913540" y="586108"/>
                  </a:cubicBezTo>
                  <a:cubicBezTo>
                    <a:pt x="1797235" y="586108"/>
                    <a:pt x="1683124" y="586108"/>
                    <a:pt x="1566757" y="586108"/>
                  </a:cubicBezTo>
                  <a:cubicBezTo>
                    <a:pt x="1594815" y="726963"/>
                    <a:pt x="1607779" y="867630"/>
                    <a:pt x="1609032" y="1008861"/>
                  </a:cubicBezTo>
                  <a:close/>
                  <a:moveTo>
                    <a:pt x="2021702" y="1064352"/>
                  </a:moveTo>
                  <a:cubicBezTo>
                    <a:pt x="2001723" y="1059717"/>
                    <a:pt x="1627884" y="1059905"/>
                    <a:pt x="1608969" y="1064665"/>
                  </a:cubicBezTo>
                  <a:cubicBezTo>
                    <a:pt x="1607842" y="1205770"/>
                    <a:pt x="1594564" y="1346375"/>
                    <a:pt x="1567007" y="1485289"/>
                  </a:cubicBezTo>
                  <a:cubicBezTo>
                    <a:pt x="1571454" y="1486667"/>
                    <a:pt x="1573333" y="1487731"/>
                    <a:pt x="1575274" y="1487731"/>
                  </a:cubicBezTo>
                  <a:cubicBezTo>
                    <a:pt x="1684125" y="1487919"/>
                    <a:pt x="1793039" y="1487857"/>
                    <a:pt x="1901891" y="1488233"/>
                  </a:cubicBezTo>
                  <a:cubicBezTo>
                    <a:pt x="1911222" y="1488233"/>
                    <a:pt x="1914980" y="1483473"/>
                    <a:pt x="1918613" y="1476208"/>
                  </a:cubicBezTo>
                  <a:cubicBezTo>
                    <a:pt x="1975356" y="1362847"/>
                    <a:pt x="2008988" y="1243098"/>
                    <a:pt x="2019072" y="1116773"/>
                  </a:cubicBezTo>
                  <a:cubicBezTo>
                    <a:pt x="2020512" y="1099237"/>
                    <a:pt x="2020888" y="1081575"/>
                    <a:pt x="2021702" y="1064352"/>
                  </a:cubicBezTo>
                  <a:close/>
                  <a:moveTo>
                    <a:pt x="1023064" y="50558"/>
                  </a:moveTo>
                  <a:cubicBezTo>
                    <a:pt x="1012668" y="51247"/>
                    <a:pt x="1004463" y="51247"/>
                    <a:pt x="996447" y="52499"/>
                  </a:cubicBezTo>
                  <a:cubicBezTo>
                    <a:pt x="947157" y="60265"/>
                    <a:pt x="901374" y="77739"/>
                    <a:pt x="859099" y="104106"/>
                  </a:cubicBezTo>
                  <a:cubicBezTo>
                    <a:pt x="801229" y="140244"/>
                    <a:pt x="755133" y="188469"/>
                    <a:pt x="716991" y="244523"/>
                  </a:cubicBezTo>
                  <a:cubicBezTo>
                    <a:pt x="659747" y="328698"/>
                    <a:pt x="622545" y="421641"/>
                    <a:pt x="596866" y="519657"/>
                  </a:cubicBezTo>
                  <a:cubicBezTo>
                    <a:pt x="595739" y="523979"/>
                    <a:pt x="595614" y="528551"/>
                    <a:pt x="595050" y="532998"/>
                  </a:cubicBezTo>
                  <a:cubicBezTo>
                    <a:pt x="627806" y="537068"/>
                    <a:pt x="1007908" y="535503"/>
                    <a:pt x="1023064" y="531244"/>
                  </a:cubicBezTo>
                  <a:cubicBezTo>
                    <a:pt x="1023064" y="372226"/>
                    <a:pt x="1023064" y="212958"/>
                    <a:pt x="1023064" y="50558"/>
                  </a:cubicBezTo>
                  <a:close/>
                  <a:moveTo>
                    <a:pt x="1022814" y="1541280"/>
                  </a:moveTo>
                  <a:cubicBezTo>
                    <a:pt x="1005904" y="1537021"/>
                    <a:pt x="615969" y="1536332"/>
                    <a:pt x="594424" y="1540466"/>
                  </a:cubicBezTo>
                  <a:cubicBezTo>
                    <a:pt x="595927" y="1547042"/>
                    <a:pt x="596741" y="1553869"/>
                    <a:pt x="598933" y="1560195"/>
                  </a:cubicBezTo>
                  <a:cubicBezTo>
                    <a:pt x="615217" y="1607355"/>
                    <a:pt x="629935" y="1655267"/>
                    <a:pt x="648724" y="1701425"/>
                  </a:cubicBezTo>
                  <a:cubicBezTo>
                    <a:pt x="677284" y="1771697"/>
                    <a:pt x="716428" y="1836018"/>
                    <a:pt x="768160" y="1891884"/>
                  </a:cubicBezTo>
                  <a:cubicBezTo>
                    <a:pt x="833045" y="1961904"/>
                    <a:pt x="910706" y="2008814"/>
                    <a:pt x="1007031" y="2020651"/>
                  </a:cubicBezTo>
                  <a:cubicBezTo>
                    <a:pt x="1012041" y="2021278"/>
                    <a:pt x="1017240" y="2020714"/>
                    <a:pt x="1022814" y="2020714"/>
                  </a:cubicBezTo>
                  <a:cubicBezTo>
                    <a:pt x="1022814" y="1859629"/>
                    <a:pt x="1022814" y="1700298"/>
                    <a:pt x="1022814" y="1541280"/>
                  </a:cubicBezTo>
                  <a:close/>
                  <a:moveTo>
                    <a:pt x="1502122" y="533687"/>
                  </a:moveTo>
                  <a:cubicBezTo>
                    <a:pt x="1500745" y="526296"/>
                    <a:pt x="1500369" y="520847"/>
                    <a:pt x="1498678" y="515900"/>
                  </a:cubicBezTo>
                  <a:cubicBezTo>
                    <a:pt x="1482832" y="469303"/>
                    <a:pt x="1468866" y="421954"/>
                    <a:pt x="1450390" y="376422"/>
                  </a:cubicBezTo>
                  <a:cubicBezTo>
                    <a:pt x="1419576" y="300389"/>
                    <a:pt x="1377739" y="230745"/>
                    <a:pt x="1320119" y="171434"/>
                  </a:cubicBezTo>
                  <a:cubicBezTo>
                    <a:pt x="1266508" y="116194"/>
                    <a:pt x="1203940" y="76048"/>
                    <a:pt x="1128283" y="58324"/>
                  </a:cubicBezTo>
                  <a:cubicBezTo>
                    <a:pt x="1111248" y="54315"/>
                    <a:pt x="1094087" y="49430"/>
                    <a:pt x="1076488" y="52061"/>
                  </a:cubicBezTo>
                  <a:cubicBezTo>
                    <a:pt x="1072229" y="74044"/>
                    <a:pt x="1072793" y="516526"/>
                    <a:pt x="1077052" y="533749"/>
                  </a:cubicBezTo>
                  <a:cubicBezTo>
                    <a:pt x="1217656" y="533687"/>
                    <a:pt x="1358386" y="533687"/>
                    <a:pt x="1502122" y="533687"/>
                  </a:cubicBezTo>
                  <a:close/>
                  <a:moveTo>
                    <a:pt x="1076300" y="1538838"/>
                  </a:moveTo>
                  <a:cubicBezTo>
                    <a:pt x="1071728" y="1566458"/>
                    <a:pt x="1072918" y="2005620"/>
                    <a:pt x="1077427" y="2020651"/>
                  </a:cubicBezTo>
                  <a:cubicBezTo>
                    <a:pt x="1101478" y="2020964"/>
                    <a:pt x="1124713" y="2015453"/>
                    <a:pt x="1147573" y="2008564"/>
                  </a:cubicBezTo>
                  <a:cubicBezTo>
                    <a:pt x="1231748" y="1983136"/>
                    <a:pt x="1298011" y="1932030"/>
                    <a:pt x="1352311" y="1864264"/>
                  </a:cubicBezTo>
                  <a:cubicBezTo>
                    <a:pt x="1426528" y="1771759"/>
                    <a:pt x="1469555" y="1664348"/>
                    <a:pt x="1500494" y="1551364"/>
                  </a:cubicBezTo>
                  <a:cubicBezTo>
                    <a:pt x="1501496" y="1547794"/>
                    <a:pt x="1500619" y="1543723"/>
                    <a:pt x="1500619" y="1538900"/>
                  </a:cubicBezTo>
                  <a:cubicBezTo>
                    <a:pt x="1358762" y="1538838"/>
                    <a:pt x="1218032" y="1538838"/>
                    <a:pt x="1076300" y="1538838"/>
                  </a:cubicBezTo>
                  <a:close/>
                  <a:moveTo>
                    <a:pt x="188768" y="1539088"/>
                  </a:moveTo>
                  <a:cubicBezTo>
                    <a:pt x="258413" y="1655956"/>
                    <a:pt x="345594" y="1751279"/>
                    <a:pt x="451377" y="1829441"/>
                  </a:cubicBezTo>
                  <a:cubicBezTo>
                    <a:pt x="557284" y="1907666"/>
                    <a:pt x="674214" y="1962656"/>
                    <a:pt x="802794" y="1992530"/>
                  </a:cubicBezTo>
                  <a:cubicBezTo>
                    <a:pt x="800039" y="1988084"/>
                    <a:pt x="796531" y="1984952"/>
                    <a:pt x="792836" y="1982071"/>
                  </a:cubicBezTo>
                  <a:cubicBezTo>
                    <a:pt x="762461" y="1958334"/>
                    <a:pt x="735467" y="1931278"/>
                    <a:pt x="711041" y="1901529"/>
                  </a:cubicBezTo>
                  <a:cubicBezTo>
                    <a:pt x="644340" y="1820423"/>
                    <a:pt x="600624" y="1727354"/>
                    <a:pt x="568307" y="1628336"/>
                  </a:cubicBezTo>
                  <a:cubicBezTo>
                    <a:pt x="558787" y="1599150"/>
                    <a:pt x="550583" y="1569589"/>
                    <a:pt x="541439" y="1539151"/>
                  </a:cubicBezTo>
                  <a:cubicBezTo>
                    <a:pt x="425072" y="1539088"/>
                    <a:pt x="309018" y="1539088"/>
                    <a:pt x="188768" y="1539088"/>
                  </a:cubicBezTo>
                  <a:close/>
                  <a:moveTo>
                    <a:pt x="1885356" y="534188"/>
                  </a:moveTo>
                  <a:cubicBezTo>
                    <a:pt x="1746818" y="309972"/>
                    <a:pt x="1555358" y="162415"/>
                    <a:pt x="1306090" y="87447"/>
                  </a:cubicBezTo>
                  <a:cubicBezTo>
                    <a:pt x="1306340" y="90265"/>
                    <a:pt x="1306153" y="91017"/>
                    <a:pt x="1306466" y="91330"/>
                  </a:cubicBezTo>
                  <a:cubicBezTo>
                    <a:pt x="1308846" y="93772"/>
                    <a:pt x="1311163" y="96215"/>
                    <a:pt x="1313793" y="98407"/>
                  </a:cubicBezTo>
                  <a:cubicBezTo>
                    <a:pt x="1363334" y="139430"/>
                    <a:pt x="1403417" y="188532"/>
                    <a:pt x="1437300" y="243020"/>
                  </a:cubicBezTo>
                  <a:cubicBezTo>
                    <a:pt x="1488281" y="325128"/>
                    <a:pt x="1521976" y="414501"/>
                    <a:pt x="1547655" y="507257"/>
                  </a:cubicBezTo>
                  <a:cubicBezTo>
                    <a:pt x="1550160" y="516275"/>
                    <a:pt x="1553103" y="525231"/>
                    <a:pt x="1555859" y="534250"/>
                  </a:cubicBezTo>
                  <a:cubicBezTo>
                    <a:pt x="1664898" y="534188"/>
                    <a:pt x="1772309" y="534188"/>
                    <a:pt x="1885356" y="534188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" name="图形 4"/>
            <p:cNvGrpSpPr/>
            <p:nvPr/>
          </p:nvGrpSpPr>
          <p:grpSpPr>
            <a:xfrm>
              <a:off x="10308669" y="437286"/>
              <a:ext cx="286717" cy="271398"/>
              <a:chOff x="7567305" y="-62"/>
              <a:chExt cx="1997151" cy="1890443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/>
            </p:nvSpPr>
            <p:spPr>
              <a:xfrm>
                <a:off x="7879555" y="257308"/>
                <a:ext cx="1677359" cy="1443861"/>
              </a:xfrm>
              <a:custGeom>
                <a:avLst/>
                <a:gdLst>
                  <a:gd name="connsiteX0" fmla="*/ 76997 w 1677359"/>
                  <a:gd name="connsiteY0" fmla="*/ 1441722 h 1443861"/>
                  <a:gd name="connsiteX1" fmla="*/ 179210 w 1677359"/>
                  <a:gd name="connsiteY1" fmla="*/ 1393371 h 1443861"/>
                  <a:gd name="connsiteX2" fmla="*/ 189168 w 1677359"/>
                  <a:gd name="connsiteY2" fmla="*/ 1331681 h 1443861"/>
                  <a:gd name="connsiteX3" fmla="*/ 135368 w 1677359"/>
                  <a:gd name="connsiteY3" fmla="*/ 1260408 h 1443861"/>
                  <a:gd name="connsiteX4" fmla="*/ 372611 w 1677359"/>
                  <a:gd name="connsiteY4" fmla="*/ 190497 h 1443861"/>
                  <a:gd name="connsiteX5" fmla="*/ 418457 w 1677359"/>
                  <a:gd name="connsiteY5" fmla="*/ 190497 h 1443861"/>
                  <a:gd name="connsiteX6" fmla="*/ 712881 w 1677359"/>
                  <a:gd name="connsiteY6" fmla="*/ 700620 h 1443861"/>
                  <a:gd name="connsiteX7" fmla="*/ 712818 w 1677359"/>
                  <a:gd name="connsiteY7" fmla="*/ 827696 h 1443861"/>
                  <a:gd name="connsiteX8" fmla="*/ 765114 w 1677359"/>
                  <a:gd name="connsiteY8" fmla="*/ 858134 h 1443861"/>
                  <a:gd name="connsiteX9" fmla="*/ 844717 w 1677359"/>
                  <a:gd name="connsiteY9" fmla="*/ 839784 h 1443861"/>
                  <a:gd name="connsiteX10" fmla="*/ 861001 w 1677359"/>
                  <a:gd name="connsiteY10" fmla="*/ 853750 h 1443861"/>
                  <a:gd name="connsiteX11" fmla="*/ 1111960 w 1677359"/>
                  <a:gd name="connsiteY11" fmla="*/ 1078718 h 1443861"/>
                  <a:gd name="connsiteX12" fmla="*/ 1126929 w 1677359"/>
                  <a:gd name="connsiteY12" fmla="*/ 1108091 h 1443861"/>
                  <a:gd name="connsiteX13" fmla="*/ 1201083 w 1677359"/>
                  <a:gd name="connsiteY13" fmla="*/ 1191327 h 1443861"/>
                  <a:gd name="connsiteX14" fmla="*/ 1301416 w 1677359"/>
                  <a:gd name="connsiteY14" fmla="*/ 1150617 h 1443861"/>
                  <a:gd name="connsiteX15" fmla="*/ 1297470 w 1677359"/>
                  <a:gd name="connsiteY15" fmla="*/ 1040764 h 1443861"/>
                  <a:gd name="connsiteX16" fmla="*/ 1287262 w 1677359"/>
                  <a:gd name="connsiteY16" fmla="*/ 1027361 h 1443861"/>
                  <a:gd name="connsiteX17" fmla="*/ 1554567 w 1677359"/>
                  <a:gd name="connsiteY17" fmla="*/ 440391 h 1443861"/>
                  <a:gd name="connsiteX18" fmla="*/ 1572354 w 1677359"/>
                  <a:gd name="connsiteY18" fmla="*/ 441832 h 1443861"/>
                  <a:gd name="connsiteX19" fmla="*/ 1620266 w 1677359"/>
                  <a:gd name="connsiteY19" fmla="*/ 433752 h 1443861"/>
                  <a:gd name="connsiteX20" fmla="*/ 1666425 w 1677359"/>
                  <a:gd name="connsiteY20" fmla="*/ 302856 h 1443861"/>
                  <a:gd name="connsiteX21" fmla="*/ 1532459 w 1677359"/>
                  <a:gd name="connsiteY21" fmla="*/ 264589 h 1443861"/>
                  <a:gd name="connsiteX22" fmla="*/ 1502584 w 1677359"/>
                  <a:gd name="connsiteY22" fmla="*/ 400371 h 1443861"/>
                  <a:gd name="connsiteX23" fmla="*/ 1505340 w 1677359"/>
                  <a:gd name="connsiteY23" fmla="*/ 437135 h 1443861"/>
                  <a:gd name="connsiteX24" fmla="*/ 1254820 w 1677359"/>
                  <a:gd name="connsiteY24" fmla="*/ 986526 h 1443861"/>
                  <a:gd name="connsiteX25" fmla="*/ 1245550 w 1677359"/>
                  <a:gd name="connsiteY25" fmla="*/ 1005315 h 1443861"/>
                  <a:gd name="connsiteX26" fmla="*/ 1141835 w 1677359"/>
                  <a:gd name="connsiteY26" fmla="*/ 1043582 h 1443861"/>
                  <a:gd name="connsiteX27" fmla="*/ 873214 w 1677359"/>
                  <a:gd name="connsiteY27" fmla="*/ 802456 h 1443861"/>
                  <a:gd name="connsiteX28" fmla="*/ 854550 w 1677359"/>
                  <a:gd name="connsiteY28" fmla="*/ 699993 h 1443861"/>
                  <a:gd name="connsiteX29" fmla="*/ 751587 w 1677359"/>
                  <a:gd name="connsiteY29" fmla="*/ 674816 h 1443861"/>
                  <a:gd name="connsiteX30" fmla="*/ 457601 w 1677359"/>
                  <a:gd name="connsiteY30" fmla="*/ 165883 h 1443861"/>
                  <a:gd name="connsiteX31" fmla="*/ 468373 w 1677359"/>
                  <a:gd name="connsiteY31" fmla="*/ 151729 h 1443861"/>
                  <a:gd name="connsiteX32" fmla="*/ 454093 w 1677359"/>
                  <a:gd name="connsiteY32" fmla="*/ 23462 h 1443861"/>
                  <a:gd name="connsiteX33" fmla="*/ 325075 w 1677359"/>
                  <a:gd name="connsiteY33" fmla="*/ 26719 h 1443861"/>
                  <a:gd name="connsiteX34" fmla="*/ 317810 w 1677359"/>
                  <a:gd name="connsiteY34" fmla="*/ 155236 h 1443861"/>
                  <a:gd name="connsiteX35" fmla="*/ 325702 w 1677359"/>
                  <a:gd name="connsiteY35" fmla="*/ 188368 h 1443861"/>
                  <a:gd name="connsiteX36" fmla="*/ 109314 w 1677359"/>
                  <a:gd name="connsiteY36" fmla="*/ 1164521 h 1443861"/>
                  <a:gd name="connsiteX37" fmla="*/ 89586 w 1677359"/>
                  <a:gd name="connsiteY37" fmla="*/ 1251326 h 1443861"/>
                  <a:gd name="connsiteX38" fmla="*/ 25 w 1677359"/>
                  <a:gd name="connsiteY38" fmla="*/ 1349969 h 1443861"/>
                  <a:gd name="connsiteX39" fmla="*/ 76997 w 1677359"/>
                  <a:gd name="connsiteY39" fmla="*/ 1441722 h 1443861"/>
                  <a:gd name="connsiteX40" fmla="*/ 1580997 w 1677359"/>
                  <a:gd name="connsiteY40" fmla="*/ 299223 h 1443861"/>
                  <a:gd name="connsiteX41" fmla="*/ 1630037 w 1677359"/>
                  <a:gd name="connsiteY41" fmla="*/ 349077 h 1443861"/>
                  <a:gd name="connsiteX42" fmla="*/ 1579933 w 1677359"/>
                  <a:gd name="connsiteY42" fmla="*/ 395924 h 1443861"/>
                  <a:gd name="connsiteX43" fmla="*/ 1532521 w 1677359"/>
                  <a:gd name="connsiteY43" fmla="*/ 346947 h 1443861"/>
                  <a:gd name="connsiteX44" fmla="*/ 1580997 w 1677359"/>
                  <a:gd name="connsiteY44" fmla="*/ 299223 h 1443861"/>
                  <a:gd name="connsiteX45" fmla="*/ 1222502 w 1677359"/>
                  <a:gd name="connsiteY45" fmla="*/ 1049031 h 1443861"/>
                  <a:gd name="connsiteX46" fmla="*/ 1270101 w 1677359"/>
                  <a:gd name="connsiteY46" fmla="*/ 1097945 h 1443861"/>
                  <a:gd name="connsiteX47" fmla="*/ 1220748 w 1677359"/>
                  <a:gd name="connsiteY47" fmla="*/ 1146671 h 1443861"/>
                  <a:gd name="connsiteX48" fmla="*/ 1172649 w 1677359"/>
                  <a:gd name="connsiteY48" fmla="*/ 1098258 h 1443861"/>
                  <a:gd name="connsiteX49" fmla="*/ 1222502 w 1677359"/>
                  <a:gd name="connsiteY49" fmla="*/ 1049031 h 1443861"/>
                  <a:gd name="connsiteX50" fmla="*/ 784592 w 1677359"/>
                  <a:gd name="connsiteY50" fmla="*/ 716465 h 1443861"/>
                  <a:gd name="connsiteX51" fmla="*/ 833506 w 1677359"/>
                  <a:gd name="connsiteY51" fmla="*/ 766193 h 1443861"/>
                  <a:gd name="connsiteX52" fmla="*/ 784780 w 1677359"/>
                  <a:gd name="connsiteY52" fmla="*/ 813730 h 1443861"/>
                  <a:gd name="connsiteX53" fmla="*/ 736054 w 1677359"/>
                  <a:gd name="connsiteY53" fmla="*/ 766381 h 1443861"/>
                  <a:gd name="connsiteX54" fmla="*/ 784592 w 1677359"/>
                  <a:gd name="connsiteY54" fmla="*/ 716465 h 1443861"/>
                  <a:gd name="connsiteX55" fmla="*/ 390711 w 1677359"/>
                  <a:gd name="connsiteY55" fmla="*/ 46824 h 1443861"/>
                  <a:gd name="connsiteX56" fmla="*/ 439751 w 1677359"/>
                  <a:gd name="connsiteY56" fmla="*/ 96301 h 1443861"/>
                  <a:gd name="connsiteX57" fmla="*/ 391776 w 1677359"/>
                  <a:gd name="connsiteY57" fmla="*/ 144339 h 1443861"/>
                  <a:gd name="connsiteX58" fmla="*/ 342361 w 1677359"/>
                  <a:gd name="connsiteY58" fmla="*/ 95299 h 1443861"/>
                  <a:gd name="connsiteX59" fmla="*/ 390711 w 1677359"/>
                  <a:gd name="connsiteY59" fmla="*/ 46824 h 1443861"/>
                  <a:gd name="connsiteX60" fmla="*/ 96037 w 1677359"/>
                  <a:gd name="connsiteY60" fmla="*/ 1299802 h 1443861"/>
                  <a:gd name="connsiteX61" fmla="*/ 143886 w 1677359"/>
                  <a:gd name="connsiteY61" fmla="*/ 1348027 h 1443861"/>
                  <a:gd name="connsiteX62" fmla="*/ 94847 w 1677359"/>
                  <a:gd name="connsiteY62" fmla="*/ 1397067 h 1443861"/>
                  <a:gd name="connsiteX63" fmla="*/ 46496 w 1677359"/>
                  <a:gd name="connsiteY63" fmla="*/ 1348842 h 1443861"/>
                  <a:gd name="connsiteX64" fmla="*/ 96037 w 1677359"/>
                  <a:gd name="connsiteY64" fmla="*/ 1299802 h 144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677359" h="1443861">
                    <a:moveTo>
                      <a:pt x="76997" y="1441722"/>
                    </a:moveTo>
                    <a:cubicBezTo>
                      <a:pt x="115703" y="1450866"/>
                      <a:pt x="159669" y="1429947"/>
                      <a:pt x="179210" y="1393371"/>
                    </a:cubicBezTo>
                    <a:cubicBezTo>
                      <a:pt x="189606" y="1373894"/>
                      <a:pt x="192863" y="1353226"/>
                      <a:pt x="189168" y="1331681"/>
                    </a:cubicBezTo>
                    <a:cubicBezTo>
                      <a:pt x="183594" y="1299113"/>
                      <a:pt x="162801" y="1277130"/>
                      <a:pt x="135368" y="1260408"/>
                    </a:cubicBezTo>
                    <a:cubicBezTo>
                      <a:pt x="214595" y="903040"/>
                      <a:pt x="293510" y="547113"/>
                      <a:pt x="372611" y="190497"/>
                    </a:cubicBezTo>
                    <a:cubicBezTo>
                      <a:pt x="388832" y="190497"/>
                      <a:pt x="403050" y="190497"/>
                      <a:pt x="418457" y="190497"/>
                    </a:cubicBezTo>
                    <a:cubicBezTo>
                      <a:pt x="516598" y="360538"/>
                      <a:pt x="615053" y="531142"/>
                      <a:pt x="712881" y="700620"/>
                    </a:cubicBezTo>
                    <a:cubicBezTo>
                      <a:pt x="682130" y="751538"/>
                      <a:pt x="682505" y="793563"/>
                      <a:pt x="712818" y="827696"/>
                    </a:cubicBezTo>
                    <a:cubicBezTo>
                      <a:pt x="726910" y="843542"/>
                      <a:pt x="744321" y="853688"/>
                      <a:pt x="765114" y="858134"/>
                    </a:cubicBezTo>
                    <a:cubicBezTo>
                      <a:pt x="794425" y="864460"/>
                      <a:pt x="820292" y="855504"/>
                      <a:pt x="844717" y="839784"/>
                    </a:cubicBezTo>
                    <a:cubicBezTo>
                      <a:pt x="850667" y="844857"/>
                      <a:pt x="855928" y="849178"/>
                      <a:pt x="861001" y="853750"/>
                    </a:cubicBezTo>
                    <a:cubicBezTo>
                      <a:pt x="944612" y="928781"/>
                      <a:pt x="1028098" y="1003937"/>
                      <a:pt x="1111960" y="1078718"/>
                    </a:cubicBezTo>
                    <a:cubicBezTo>
                      <a:pt x="1121167" y="1086985"/>
                      <a:pt x="1125739" y="1095315"/>
                      <a:pt x="1126929" y="1108091"/>
                    </a:cubicBezTo>
                    <a:cubicBezTo>
                      <a:pt x="1131000" y="1149740"/>
                      <a:pt x="1160686" y="1181932"/>
                      <a:pt x="1201083" y="1191327"/>
                    </a:cubicBezTo>
                    <a:cubicBezTo>
                      <a:pt x="1238786" y="1200095"/>
                      <a:pt x="1279997" y="1183373"/>
                      <a:pt x="1301416" y="1150617"/>
                    </a:cubicBezTo>
                    <a:cubicBezTo>
                      <a:pt x="1323212" y="1117235"/>
                      <a:pt x="1321709" y="1073832"/>
                      <a:pt x="1297470" y="1040764"/>
                    </a:cubicBezTo>
                    <a:cubicBezTo>
                      <a:pt x="1294277" y="1036442"/>
                      <a:pt x="1290957" y="1032183"/>
                      <a:pt x="1287262" y="1027361"/>
                    </a:cubicBezTo>
                    <a:cubicBezTo>
                      <a:pt x="1376448" y="831517"/>
                      <a:pt x="1465507" y="636048"/>
                      <a:pt x="1554567" y="440391"/>
                    </a:cubicBezTo>
                    <a:cubicBezTo>
                      <a:pt x="1561644" y="441018"/>
                      <a:pt x="1567156" y="442458"/>
                      <a:pt x="1572354" y="441832"/>
                    </a:cubicBezTo>
                    <a:cubicBezTo>
                      <a:pt x="1588450" y="439765"/>
                      <a:pt x="1605674" y="439828"/>
                      <a:pt x="1620266" y="433752"/>
                    </a:cubicBezTo>
                    <a:cubicBezTo>
                      <a:pt x="1671498" y="412396"/>
                      <a:pt x="1691853" y="352208"/>
                      <a:pt x="1666425" y="302856"/>
                    </a:cubicBezTo>
                    <a:cubicBezTo>
                      <a:pt x="1641123" y="253753"/>
                      <a:pt x="1580872" y="236530"/>
                      <a:pt x="1532459" y="264589"/>
                    </a:cubicBezTo>
                    <a:cubicBezTo>
                      <a:pt x="1485423" y="291833"/>
                      <a:pt x="1470643" y="355214"/>
                      <a:pt x="1502584" y="400371"/>
                    </a:cubicBezTo>
                    <a:cubicBezTo>
                      <a:pt x="1512041" y="413711"/>
                      <a:pt x="1511728" y="423231"/>
                      <a:pt x="1505340" y="437135"/>
                    </a:cubicBezTo>
                    <a:cubicBezTo>
                      <a:pt x="1421478" y="620077"/>
                      <a:pt x="1338243" y="803333"/>
                      <a:pt x="1254820" y="986526"/>
                    </a:cubicBezTo>
                    <a:cubicBezTo>
                      <a:pt x="1252001" y="992664"/>
                      <a:pt x="1248870" y="998614"/>
                      <a:pt x="1245550" y="1005315"/>
                    </a:cubicBezTo>
                    <a:cubicBezTo>
                      <a:pt x="1203150" y="996484"/>
                      <a:pt x="1169580" y="1011077"/>
                      <a:pt x="1141835" y="1043582"/>
                    </a:cubicBezTo>
                    <a:cubicBezTo>
                      <a:pt x="1051710" y="962664"/>
                      <a:pt x="962650" y="882748"/>
                      <a:pt x="873214" y="802456"/>
                    </a:cubicBezTo>
                    <a:cubicBezTo>
                      <a:pt x="886241" y="764064"/>
                      <a:pt x="881732" y="729429"/>
                      <a:pt x="854550" y="699993"/>
                    </a:cubicBezTo>
                    <a:cubicBezTo>
                      <a:pt x="826555" y="669680"/>
                      <a:pt x="791294" y="664419"/>
                      <a:pt x="751587" y="674816"/>
                    </a:cubicBezTo>
                    <a:cubicBezTo>
                      <a:pt x="653320" y="504712"/>
                      <a:pt x="555491" y="335298"/>
                      <a:pt x="457601" y="165883"/>
                    </a:cubicBezTo>
                    <a:cubicBezTo>
                      <a:pt x="461797" y="160372"/>
                      <a:pt x="465179" y="156113"/>
                      <a:pt x="468373" y="151729"/>
                    </a:cubicBezTo>
                    <a:cubicBezTo>
                      <a:pt x="497496" y="111270"/>
                      <a:pt x="491233" y="55466"/>
                      <a:pt x="454093" y="23462"/>
                    </a:cubicBezTo>
                    <a:cubicBezTo>
                      <a:pt x="416327" y="-9043"/>
                      <a:pt x="360210" y="-7602"/>
                      <a:pt x="325075" y="26719"/>
                    </a:cubicBezTo>
                    <a:cubicBezTo>
                      <a:pt x="289376" y="61604"/>
                      <a:pt x="285555" y="116781"/>
                      <a:pt x="317810" y="155236"/>
                    </a:cubicBezTo>
                    <a:cubicBezTo>
                      <a:pt x="326891" y="166071"/>
                      <a:pt x="328708" y="174965"/>
                      <a:pt x="325702" y="188368"/>
                    </a:cubicBezTo>
                    <a:cubicBezTo>
                      <a:pt x="253301" y="513669"/>
                      <a:pt x="181339" y="839095"/>
                      <a:pt x="109314" y="1164521"/>
                    </a:cubicBezTo>
                    <a:cubicBezTo>
                      <a:pt x="102801" y="1193832"/>
                      <a:pt x="96037" y="1223018"/>
                      <a:pt x="89586" y="1251326"/>
                    </a:cubicBezTo>
                    <a:cubicBezTo>
                      <a:pt x="28333" y="1269113"/>
                      <a:pt x="-977" y="1301869"/>
                      <a:pt x="25" y="1349969"/>
                    </a:cubicBezTo>
                    <a:cubicBezTo>
                      <a:pt x="901" y="1394749"/>
                      <a:pt x="31152" y="1430887"/>
                      <a:pt x="76997" y="1441722"/>
                    </a:cubicBezTo>
                    <a:close/>
                    <a:moveTo>
                      <a:pt x="1580997" y="299223"/>
                    </a:moveTo>
                    <a:cubicBezTo>
                      <a:pt x="1608805" y="299286"/>
                      <a:pt x="1631289" y="322083"/>
                      <a:pt x="1630037" y="349077"/>
                    </a:cubicBezTo>
                    <a:cubicBezTo>
                      <a:pt x="1628784" y="375882"/>
                      <a:pt x="1606801" y="396425"/>
                      <a:pt x="1579933" y="395924"/>
                    </a:cubicBezTo>
                    <a:cubicBezTo>
                      <a:pt x="1552751" y="395423"/>
                      <a:pt x="1532333" y="374316"/>
                      <a:pt x="1532521" y="346947"/>
                    </a:cubicBezTo>
                    <a:cubicBezTo>
                      <a:pt x="1532709" y="319703"/>
                      <a:pt x="1553565" y="299223"/>
                      <a:pt x="1580997" y="299223"/>
                    </a:cubicBezTo>
                    <a:close/>
                    <a:moveTo>
                      <a:pt x="1222502" y="1049031"/>
                    </a:moveTo>
                    <a:cubicBezTo>
                      <a:pt x="1248932" y="1049532"/>
                      <a:pt x="1270101" y="1071327"/>
                      <a:pt x="1270101" y="1097945"/>
                    </a:cubicBezTo>
                    <a:cubicBezTo>
                      <a:pt x="1270101" y="1125816"/>
                      <a:pt x="1248557" y="1147047"/>
                      <a:pt x="1220748" y="1146671"/>
                    </a:cubicBezTo>
                    <a:cubicBezTo>
                      <a:pt x="1194256" y="1146296"/>
                      <a:pt x="1172586" y="1124500"/>
                      <a:pt x="1172649" y="1098258"/>
                    </a:cubicBezTo>
                    <a:cubicBezTo>
                      <a:pt x="1172712" y="1071453"/>
                      <a:pt x="1195947" y="1048530"/>
                      <a:pt x="1222502" y="1049031"/>
                    </a:cubicBezTo>
                    <a:close/>
                    <a:moveTo>
                      <a:pt x="784592" y="716465"/>
                    </a:moveTo>
                    <a:cubicBezTo>
                      <a:pt x="811711" y="716402"/>
                      <a:pt x="833945" y="739012"/>
                      <a:pt x="833506" y="766193"/>
                    </a:cubicBezTo>
                    <a:cubicBezTo>
                      <a:pt x="833068" y="792623"/>
                      <a:pt x="811461" y="813730"/>
                      <a:pt x="784780" y="813730"/>
                    </a:cubicBezTo>
                    <a:cubicBezTo>
                      <a:pt x="757912" y="813792"/>
                      <a:pt x="736492" y="792936"/>
                      <a:pt x="736054" y="766381"/>
                    </a:cubicBezTo>
                    <a:cubicBezTo>
                      <a:pt x="735616" y="738761"/>
                      <a:pt x="757223" y="716528"/>
                      <a:pt x="784592" y="716465"/>
                    </a:cubicBezTo>
                    <a:close/>
                    <a:moveTo>
                      <a:pt x="390711" y="46824"/>
                    </a:moveTo>
                    <a:cubicBezTo>
                      <a:pt x="417768" y="46448"/>
                      <a:pt x="439876" y="68744"/>
                      <a:pt x="439751" y="96301"/>
                    </a:cubicBezTo>
                    <a:cubicBezTo>
                      <a:pt x="439625" y="123232"/>
                      <a:pt x="418770" y="144151"/>
                      <a:pt x="391776" y="144339"/>
                    </a:cubicBezTo>
                    <a:cubicBezTo>
                      <a:pt x="364282" y="144527"/>
                      <a:pt x="341985" y="122418"/>
                      <a:pt x="342361" y="95299"/>
                    </a:cubicBezTo>
                    <a:cubicBezTo>
                      <a:pt x="342674" y="69308"/>
                      <a:pt x="364720" y="47199"/>
                      <a:pt x="390711" y="46824"/>
                    </a:cubicBezTo>
                    <a:close/>
                    <a:moveTo>
                      <a:pt x="96037" y="1299802"/>
                    </a:moveTo>
                    <a:cubicBezTo>
                      <a:pt x="123030" y="1300115"/>
                      <a:pt x="143761" y="1321034"/>
                      <a:pt x="143886" y="1348027"/>
                    </a:cubicBezTo>
                    <a:cubicBezTo>
                      <a:pt x="144011" y="1375898"/>
                      <a:pt x="122529" y="1397380"/>
                      <a:pt x="94847" y="1397067"/>
                    </a:cubicBezTo>
                    <a:cubicBezTo>
                      <a:pt x="68417" y="1396754"/>
                      <a:pt x="46872" y="1375271"/>
                      <a:pt x="46496" y="1348842"/>
                    </a:cubicBezTo>
                    <a:cubicBezTo>
                      <a:pt x="46121" y="1321848"/>
                      <a:pt x="68730" y="1299426"/>
                      <a:pt x="96037" y="1299802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7567305" y="-62"/>
                <a:ext cx="1997151" cy="1890443"/>
              </a:xfrm>
              <a:custGeom>
                <a:avLst/>
                <a:gdLst>
                  <a:gd name="connsiteX0" fmla="*/ 1966651 w 1997151"/>
                  <a:gd name="connsiteY0" fmla="*/ 1843581 h 1890443"/>
                  <a:gd name="connsiteX1" fmla="*/ 203362 w 1997151"/>
                  <a:gd name="connsiteY1" fmla="*/ 1843581 h 1890443"/>
                  <a:gd name="connsiteX2" fmla="*/ 178685 w 1997151"/>
                  <a:gd name="connsiteY2" fmla="*/ 1843518 h 1890443"/>
                  <a:gd name="connsiteX3" fmla="*/ 108038 w 1997151"/>
                  <a:gd name="connsiteY3" fmla="*/ 1772370 h 1890443"/>
                  <a:gd name="connsiteX4" fmla="*/ 108038 w 1997151"/>
                  <a:gd name="connsiteY4" fmla="*/ 1665523 h 1890443"/>
                  <a:gd name="connsiteX5" fmla="*/ 110356 w 1997151"/>
                  <a:gd name="connsiteY5" fmla="*/ 1650617 h 1890443"/>
                  <a:gd name="connsiteX6" fmla="*/ 144113 w 1997151"/>
                  <a:gd name="connsiteY6" fmla="*/ 1650492 h 1890443"/>
                  <a:gd name="connsiteX7" fmla="*/ 171170 w 1997151"/>
                  <a:gd name="connsiteY7" fmla="*/ 1626004 h 1890443"/>
                  <a:gd name="connsiteX8" fmla="*/ 144051 w 1997151"/>
                  <a:gd name="connsiteY8" fmla="*/ 1604208 h 1890443"/>
                  <a:gd name="connsiteX9" fmla="*/ 109041 w 1997151"/>
                  <a:gd name="connsiteY9" fmla="*/ 1603081 h 1890443"/>
                  <a:gd name="connsiteX10" fmla="*/ 109041 w 1997151"/>
                  <a:gd name="connsiteY10" fmla="*/ 1364022 h 1890443"/>
                  <a:gd name="connsiteX11" fmla="*/ 127892 w 1997151"/>
                  <a:gd name="connsiteY11" fmla="*/ 1362456 h 1890443"/>
                  <a:gd name="connsiteX12" fmla="*/ 150439 w 1997151"/>
                  <a:gd name="connsiteY12" fmla="*/ 1361454 h 1890443"/>
                  <a:gd name="connsiteX13" fmla="*/ 171295 w 1997151"/>
                  <a:gd name="connsiteY13" fmla="*/ 1337655 h 1890443"/>
                  <a:gd name="connsiteX14" fmla="*/ 150126 w 1997151"/>
                  <a:gd name="connsiteY14" fmla="*/ 1316235 h 1890443"/>
                  <a:gd name="connsiteX15" fmla="*/ 127579 w 1997151"/>
                  <a:gd name="connsiteY15" fmla="*/ 1315358 h 1890443"/>
                  <a:gd name="connsiteX16" fmla="*/ 110418 w 1997151"/>
                  <a:gd name="connsiteY16" fmla="*/ 1313605 h 1890443"/>
                  <a:gd name="connsiteX17" fmla="*/ 111483 w 1997151"/>
                  <a:gd name="connsiteY17" fmla="*/ 1088449 h 1890443"/>
                  <a:gd name="connsiteX18" fmla="*/ 127516 w 1997151"/>
                  <a:gd name="connsiteY18" fmla="*/ 1087572 h 1890443"/>
                  <a:gd name="connsiteX19" fmla="*/ 143926 w 1997151"/>
                  <a:gd name="connsiteY19" fmla="*/ 1087447 h 1890443"/>
                  <a:gd name="connsiteX20" fmla="*/ 171170 w 1997151"/>
                  <a:gd name="connsiteY20" fmla="*/ 1063585 h 1890443"/>
                  <a:gd name="connsiteX21" fmla="*/ 144364 w 1997151"/>
                  <a:gd name="connsiteY21" fmla="*/ 1041226 h 1890443"/>
                  <a:gd name="connsiteX22" fmla="*/ 109291 w 1997151"/>
                  <a:gd name="connsiteY22" fmla="*/ 1040349 h 1890443"/>
                  <a:gd name="connsiteX23" fmla="*/ 109291 w 1997151"/>
                  <a:gd name="connsiteY23" fmla="*/ 825528 h 1890443"/>
                  <a:gd name="connsiteX24" fmla="*/ 132652 w 1997151"/>
                  <a:gd name="connsiteY24" fmla="*/ 825528 h 1890443"/>
                  <a:gd name="connsiteX25" fmla="*/ 151128 w 1997151"/>
                  <a:gd name="connsiteY25" fmla="*/ 825215 h 1890443"/>
                  <a:gd name="connsiteX26" fmla="*/ 171170 w 1997151"/>
                  <a:gd name="connsiteY26" fmla="*/ 805048 h 1890443"/>
                  <a:gd name="connsiteX27" fmla="*/ 155575 w 1997151"/>
                  <a:gd name="connsiteY27" fmla="*/ 781374 h 1890443"/>
                  <a:gd name="connsiteX28" fmla="*/ 135283 w 1997151"/>
                  <a:gd name="connsiteY28" fmla="*/ 779369 h 1890443"/>
                  <a:gd name="connsiteX29" fmla="*/ 109103 w 1997151"/>
                  <a:gd name="connsiteY29" fmla="*/ 778305 h 1890443"/>
                  <a:gd name="connsiteX30" fmla="*/ 109103 w 1997151"/>
                  <a:gd name="connsiteY30" fmla="*/ 558285 h 1890443"/>
                  <a:gd name="connsiteX31" fmla="*/ 124009 w 1997151"/>
                  <a:gd name="connsiteY31" fmla="*/ 556030 h 1890443"/>
                  <a:gd name="connsiteX32" fmla="*/ 150689 w 1997151"/>
                  <a:gd name="connsiteY32" fmla="*/ 554966 h 1890443"/>
                  <a:gd name="connsiteX33" fmla="*/ 171232 w 1997151"/>
                  <a:gd name="connsiteY33" fmla="*/ 533045 h 1890443"/>
                  <a:gd name="connsiteX34" fmla="*/ 151692 w 1997151"/>
                  <a:gd name="connsiteY34" fmla="*/ 510185 h 1890443"/>
                  <a:gd name="connsiteX35" fmla="*/ 131274 w 1997151"/>
                  <a:gd name="connsiteY35" fmla="*/ 508933 h 1890443"/>
                  <a:gd name="connsiteX36" fmla="*/ 109228 w 1997151"/>
                  <a:gd name="connsiteY36" fmla="*/ 507492 h 1890443"/>
                  <a:gd name="connsiteX37" fmla="*/ 109228 w 1997151"/>
                  <a:gd name="connsiteY37" fmla="*/ 287284 h 1890443"/>
                  <a:gd name="connsiteX38" fmla="*/ 128456 w 1997151"/>
                  <a:gd name="connsiteY38" fmla="*/ 286094 h 1890443"/>
                  <a:gd name="connsiteX39" fmla="*/ 146932 w 1997151"/>
                  <a:gd name="connsiteY39" fmla="*/ 285907 h 1890443"/>
                  <a:gd name="connsiteX40" fmla="*/ 171420 w 1997151"/>
                  <a:gd name="connsiteY40" fmla="*/ 263234 h 1890443"/>
                  <a:gd name="connsiteX41" fmla="*/ 147809 w 1997151"/>
                  <a:gd name="connsiteY41" fmla="*/ 240061 h 1890443"/>
                  <a:gd name="connsiteX42" fmla="*/ 125199 w 1997151"/>
                  <a:gd name="connsiteY42" fmla="*/ 239748 h 1890443"/>
                  <a:gd name="connsiteX43" fmla="*/ 107537 w 1997151"/>
                  <a:gd name="connsiteY43" fmla="*/ 237556 h 1890443"/>
                  <a:gd name="connsiteX44" fmla="*/ 107537 w 1997151"/>
                  <a:gd name="connsiteY44" fmla="*/ 0 h 1890443"/>
                  <a:gd name="connsiteX45" fmla="*/ 61504 w 1997151"/>
                  <a:gd name="connsiteY45" fmla="*/ 0 h 1890443"/>
                  <a:gd name="connsiteX46" fmla="*/ 61504 w 1997151"/>
                  <a:gd name="connsiteY46" fmla="*/ 60814 h 1890443"/>
                  <a:gd name="connsiteX47" fmla="*/ 61504 w 1997151"/>
                  <a:gd name="connsiteY47" fmla="*/ 120438 h 1890443"/>
                  <a:gd name="connsiteX48" fmla="*/ 61441 w 1997151"/>
                  <a:gd name="connsiteY48" fmla="*/ 180062 h 1890443"/>
                  <a:gd name="connsiteX49" fmla="*/ 60001 w 1997151"/>
                  <a:gd name="connsiteY49" fmla="*/ 239936 h 1890443"/>
                  <a:gd name="connsiteX50" fmla="*/ 27246 w 1997151"/>
                  <a:gd name="connsiteY50" fmla="*/ 240124 h 1890443"/>
                  <a:gd name="connsiteX51" fmla="*/ 9834 w 1997151"/>
                  <a:gd name="connsiteY51" fmla="*/ 244696 h 1890443"/>
                  <a:gd name="connsiteX52" fmla="*/ 753 w 1997151"/>
                  <a:gd name="connsiteY52" fmla="*/ 267869 h 1890443"/>
                  <a:gd name="connsiteX53" fmla="*/ 22987 w 1997151"/>
                  <a:gd name="connsiteY53" fmla="*/ 285781 h 1890443"/>
                  <a:gd name="connsiteX54" fmla="*/ 58686 w 1997151"/>
                  <a:gd name="connsiteY54" fmla="*/ 285969 h 1890443"/>
                  <a:gd name="connsiteX55" fmla="*/ 57997 w 1997151"/>
                  <a:gd name="connsiteY55" fmla="*/ 508056 h 1890443"/>
                  <a:gd name="connsiteX56" fmla="*/ 42026 w 1997151"/>
                  <a:gd name="connsiteY56" fmla="*/ 508995 h 1890443"/>
                  <a:gd name="connsiteX57" fmla="*/ 25617 w 1997151"/>
                  <a:gd name="connsiteY57" fmla="*/ 509308 h 1890443"/>
                  <a:gd name="connsiteX58" fmla="*/ 127 w 1997151"/>
                  <a:gd name="connsiteY58" fmla="*/ 533358 h 1890443"/>
                  <a:gd name="connsiteX59" fmla="*/ 25053 w 1997151"/>
                  <a:gd name="connsiteY59" fmla="*/ 555655 h 1890443"/>
                  <a:gd name="connsiteX60" fmla="*/ 43529 w 1997151"/>
                  <a:gd name="connsiteY60" fmla="*/ 556156 h 1890443"/>
                  <a:gd name="connsiteX61" fmla="*/ 60001 w 1997151"/>
                  <a:gd name="connsiteY61" fmla="*/ 558097 h 1890443"/>
                  <a:gd name="connsiteX62" fmla="*/ 60001 w 1997151"/>
                  <a:gd name="connsiteY62" fmla="*/ 779808 h 1890443"/>
                  <a:gd name="connsiteX63" fmla="*/ 21922 w 1997151"/>
                  <a:gd name="connsiteY63" fmla="*/ 779996 h 1890443"/>
                  <a:gd name="connsiteX64" fmla="*/ 314 w 1997151"/>
                  <a:gd name="connsiteY64" fmla="*/ 798847 h 1890443"/>
                  <a:gd name="connsiteX65" fmla="*/ 12402 w 1997151"/>
                  <a:gd name="connsiteY65" fmla="*/ 822897 h 1890443"/>
                  <a:gd name="connsiteX66" fmla="*/ 28310 w 1997151"/>
                  <a:gd name="connsiteY66" fmla="*/ 825590 h 1890443"/>
                  <a:gd name="connsiteX67" fmla="*/ 59813 w 1997151"/>
                  <a:gd name="connsiteY67" fmla="*/ 826405 h 1890443"/>
                  <a:gd name="connsiteX68" fmla="*/ 57684 w 1997151"/>
                  <a:gd name="connsiteY68" fmla="*/ 1041602 h 1890443"/>
                  <a:gd name="connsiteX69" fmla="*/ 25743 w 1997151"/>
                  <a:gd name="connsiteY69" fmla="*/ 1041915 h 1890443"/>
                  <a:gd name="connsiteX70" fmla="*/ 7267 w 1997151"/>
                  <a:gd name="connsiteY70" fmla="*/ 1048679 h 1890443"/>
                  <a:gd name="connsiteX71" fmla="*/ 1442 w 1997151"/>
                  <a:gd name="connsiteY71" fmla="*/ 1071038 h 1890443"/>
                  <a:gd name="connsiteX72" fmla="*/ 22861 w 1997151"/>
                  <a:gd name="connsiteY72" fmla="*/ 1087447 h 1890443"/>
                  <a:gd name="connsiteX73" fmla="*/ 60126 w 1997151"/>
                  <a:gd name="connsiteY73" fmla="*/ 1087572 h 1890443"/>
                  <a:gd name="connsiteX74" fmla="*/ 60126 w 1997151"/>
                  <a:gd name="connsiteY74" fmla="*/ 1313980 h 1890443"/>
                  <a:gd name="connsiteX75" fmla="*/ 42778 w 1997151"/>
                  <a:gd name="connsiteY75" fmla="*/ 1315609 h 1890443"/>
                  <a:gd name="connsiteX76" fmla="*/ 24302 w 1997151"/>
                  <a:gd name="connsiteY76" fmla="*/ 1316110 h 1890443"/>
                  <a:gd name="connsiteX77" fmla="*/ 1 w 1997151"/>
                  <a:gd name="connsiteY77" fmla="*/ 1338907 h 1890443"/>
                  <a:gd name="connsiteX78" fmla="*/ 23989 w 1997151"/>
                  <a:gd name="connsiteY78" fmla="*/ 1362206 h 1890443"/>
                  <a:gd name="connsiteX79" fmla="*/ 36327 w 1997151"/>
                  <a:gd name="connsiteY79" fmla="*/ 1362644 h 1890443"/>
                  <a:gd name="connsiteX80" fmla="*/ 60377 w 1997151"/>
                  <a:gd name="connsiteY80" fmla="*/ 1363959 h 1890443"/>
                  <a:gd name="connsiteX81" fmla="*/ 60377 w 1997151"/>
                  <a:gd name="connsiteY81" fmla="*/ 1604709 h 1890443"/>
                  <a:gd name="connsiteX82" fmla="*/ 20795 w 1997151"/>
                  <a:gd name="connsiteY82" fmla="*/ 1604897 h 1890443"/>
                  <a:gd name="connsiteX83" fmla="*/ 314 w 1997151"/>
                  <a:gd name="connsiteY83" fmla="*/ 1624688 h 1890443"/>
                  <a:gd name="connsiteX84" fmla="*/ 15972 w 1997151"/>
                  <a:gd name="connsiteY84" fmla="*/ 1648425 h 1890443"/>
                  <a:gd name="connsiteX85" fmla="*/ 36202 w 1997151"/>
                  <a:gd name="connsiteY85" fmla="*/ 1650805 h 1890443"/>
                  <a:gd name="connsiteX86" fmla="*/ 61567 w 1997151"/>
                  <a:gd name="connsiteY86" fmla="*/ 1651933 h 1890443"/>
                  <a:gd name="connsiteX87" fmla="*/ 61567 w 1997151"/>
                  <a:gd name="connsiteY87" fmla="*/ 1676421 h 1890443"/>
                  <a:gd name="connsiteX88" fmla="*/ 61755 w 1997151"/>
                  <a:gd name="connsiteY88" fmla="*/ 1777130 h 1890443"/>
                  <a:gd name="connsiteX89" fmla="*/ 137788 w 1997151"/>
                  <a:gd name="connsiteY89" fmla="*/ 1883413 h 1890443"/>
                  <a:gd name="connsiteX90" fmla="*/ 184197 w 1997151"/>
                  <a:gd name="connsiteY90" fmla="*/ 1890052 h 1890443"/>
                  <a:gd name="connsiteX91" fmla="*/ 420500 w 1997151"/>
                  <a:gd name="connsiteY91" fmla="*/ 1890366 h 1890443"/>
                  <a:gd name="connsiteX92" fmla="*/ 1967966 w 1997151"/>
                  <a:gd name="connsiteY92" fmla="*/ 1890366 h 1890443"/>
                  <a:gd name="connsiteX93" fmla="*/ 1997151 w 1997151"/>
                  <a:gd name="connsiteY93" fmla="*/ 1890366 h 1890443"/>
                  <a:gd name="connsiteX94" fmla="*/ 1997151 w 1997151"/>
                  <a:gd name="connsiteY94" fmla="*/ 1843769 h 1890443"/>
                  <a:gd name="connsiteX95" fmla="*/ 1966651 w 1997151"/>
                  <a:gd name="connsiteY95" fmla="*/ 1843581 h 1890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997151" h="1890443">
                    <a:moveTo>
                      <a:pt x="1966651" y="1843581"/>
                    </a:moveTo>
                    <a:cubicBezTo>
                      <a:pt x="1378867" y="1843581"/>
                      <a:pt x="791145" y="1843581"/>
                      <a:pt x="203362" y="1843581"/>
                    </a:cubicBezTo>
                    <a:cubicBezTo>
                      <a:pt x="195157" y="1843581"/>
                      <a:pt x="186890" y="1843706"/>
                      <a:pt x="178685" y="1843518"/>
                    </a:cubicBezTo>
                    <a:cubicBezTo>
                      <a:pt x="135032" y="1842516"/>
                      <a:pt x="108665" y="1816337"/>
                      <a:pt x="108038" y="1772370"/>
                    </a:cubicBezTo>
                    <a:cubicBezTo>
                      <a:pt x="107537" y="1736734"/>
                      <a:pt x="107851" y="1701097"/>
                      <a:pt x="108038" y="1665523"/>
                    </a:cubicBezTo>
                    <a:cubicBezTo>
                      <a:pt x="108038" y="1661014"/>
                      <a:pt x="109416" y="1656567"/>
                      <a:pt x="110356" y="1650617"/>
                    </a:cubicBezTo>
                    <a:cubicBezTo>
                      <a:pt x="122318" y="1650617"/>
                      <a:pt x="133216" y="1651056"/>
                      <a:pt x="144113" y="1650492"/>
                    </a:cubicBezTo>
                    <a:cubicBezTo>
                      <a:pt x="161211" y="1649615"/>
                      <a:pt x="171858" y="1639657"/>
                      <a:pt x="171170" y="1626004"/>
                    </a:cubicBezTo>
                    <a:cubicBezTo>
                      <a:pt x="170481" y="1612789"/>
                      <a:pt x="160710" y="1604897"/>
                      <a:pt x="144051" y="1604208"/>
                    </a:cubicBezTo>
                    <a:cubicBezTo>
                      <a:pt x="132652" y="1603770"/>
                      <a:pt x="121316" y="1603457"/>
                      <a:pt x="109041" y="1603081"/>
                    </a:cubicBezTo>
                    <a:cubicBezTo>
                      <a:pt x="109041" y="1522351"/>
                      <a:pt x="109041" y="1443938"/>
                      <a:pt x="109041" y="1364022"/>
                    </a:cubicBezTo>
                    <a:cubicBezTo>
                      <a:pt x="115992" y="1363458"/>
                      <a:pt x="121942" y="1362832"/>
                      <a:pt x="127892" y="1362456"/>
                    </a:cubicBezTo>
                    <a:cubicBezTo>
                      <a:pt x="135408" y="1362018"/>
                      <a:pt x="143049" y="1362644"/>
                      <a:pt x="150439" y="1361454"/>
                    </a:cubicBezTo>
                    <a:cubicBezTo>
                      <a:pt x="163779" y="1359325"/>
                      <a:pt x="172046" y="1349366"/>
                      <a:pt x="171295" y="1337655"/>
                    </a:cubicBezTo>
                    <a:cubicBezTo>
                      <a:pt x="170606" y="1326506"/>
                      <a:pt x="162464" y="1317863"/>
                      <a:pt x="150126" y="1316235"/>
                    </a:cubicBezTo>
                    <a:cubicBezTo>
                      <a:pt x="142673" y="1315296"/>
                      <a:pt x="135095" y="1315797"/>
                      <a:pt x="127579" y="1315358"/>
                    </a:cubicBezTo>
                    <a:cubicBezTo>
                      <a:pt x="121692" y="1314982"/>
                      <a:pt x="115804" y="1314168"/>
                      <a:pt x="110418" y="1313605"/>
                    </a:cubicBezTo>
                    <a:cubicBezTo>
                      <a:pt x="106159" y="1288239"/>
                      <a:pt x="107162" y="1103794"/>
                      <a:pt x="111483" y="1088449"/>
                    </a:cubicBezTo>
                    <a:cubicBezTo>
                      <a:pt x="116681" y="1088136"/>
                      <a:pt x="122067" y="1087760"/>
                      <a:pt x="127516" y="1087572"/>
                    </a:cubicBezTo>
                    <a:cubicBezTo>
                      <a:pt x="132965" y="1087385"/>
                      <a:pt x="138477" y="1087698"/>
                      <a:pt x="143926" y="1087447"/>
                    </a:cubicBezTo>
                    <a:cubicBezTo>
                      <a:pt x="161274" y="1086758"/>
                      <a:pt x="171921" y="1077426"/>
                      <a:pt x="171170" y="1063585"/>
                    </a:cubicBezTo>
                    <a:cubicBezTo>
                      <a:pt x="170606" y="1053627"/>
                      <a:pt x="163028" y="1040474"/>
                      <a:pt x="144364" y="1041226"/>
                    </a:cubicBezTo>
                    <a:cubicBezTo>
                      <a:pt x="132965" y="1041664"/>
                      <a:pt x="121567" y="1040725"/>
                      <a:pt x="109291" y="1040349"/>
                    </a:cubicBezTo>
                    <a:cubicBezTo>
                      <a:pt x="109291" y="968137"/>
                      <a:pt x="109291" y="897991"/>
                      <a:pt x="109291" y="825528"/>
                    </a:cubicBezTo>
                    <a:cubicBezTo>
                      <a:pt x="117997" y="825528"/>
                      <a:pt x="125324" y="825528"/>
                      <a:pt x="132652" y="825528"/>
                    </a:cubicBezTo>
                    <a:cubicBezTo>
                      <a:pt x="138790" y="825465"/>
                      <a:pt x="145053" y="825904"/>
                      <a:pt x="151128" y="825215"/>
                    </a:cubicBezTo>
                    <a:cubicBezTo>
                      <a:pt x="162025" y="823962"/>
                      <a:pt x="169980" y="815570"/>
                      <a:pt x="171170" y="805048"/>
                    </a:cubicBezTo>
                    <a:cubicBezTo>
                      <a:pt x="172360" y="794776"/>
                      <a:pt x="166159" y="784380"/>
                      <a:pt x="155575" y="781374"/>
                    </a:cubicBezTo>
                    <a:cubicBezTo>
                      <a:pt x="149124" y="779557"/>
                      <a:pt x="142109" y="779808"/>
                      <a:pt x="135283" y="779369"/>
                    </a:cubicBezTo>
                    <a:cubicBezTo>
                      <a:pt x="126702" y="778868"/>
                      <a:pt x="118059" y="778681"/>
                      <a:pt x="109103" y="778305"/>
                    </a:cubicBezTo>
                    <a:cubicBezTo>
                      <a:pt x="109103" y="703712"/>
                      <a:pt x="109103" y="631437"/>
                      <a:pt x="109103" y="558285"/>
                    </a:cubicBezTo>
                    <a:cubicBezTo>
                      <a:pt x="114802" y="557408"/>
                      <a:pt x="119374" y="556344"/>
                      <a:pt x="124009" y="556030"/>
                    </a:cubicBezTo>
                    <a:cubicBezTo>
                      <a:pt x="132903" y="555467"/>
                      <a:pt x="141859" y="556093"/>
                      <a:pt x="150689" y="554966"/>
                    </a:cubicBezTo>
                    <a:cubicBezTo>
                      <a:pt x="162965" y="553400"/>
                      <a:pt x="170919" y="544256"/>
                      <a:pt x="171232" y="533045"/>
                    </a:cubicBezTo>
                    <a:cubicBezTo>
                      <a:pt x="171545" y="521960"/>
                      <a:pt x="163842" y="512440"/>
                      <a:pt x="151692" y="510185"/>
                    </a:cubicBezTo>
                    <a:cubicBezTo>
                      <a:pt x="145053" y="508933"/>
                      <a:pt x="138038" y="509371"/>
                      <a:pt x="131274" y="508933"/>
                    </a:cubicBezTo>
                    <a:cubicBezTo>
                      <a:pt x="124072" y="508494"/>
                      <a:pt x="116807" y="507993"/>
                      <a:pt x="109228" y="507492"/>
                    </a:cubicBezTo>
                    <a:cubicBezTo>
                      <a:pt x="109228" y="433025"/>
                      <a:pt x="109228" y="360750"/>
                      <a:pt x="109228" y="287284"/>
                    </a:cubicBezTo>
                    <a:cubicBezTo>
                      <a:pt x="116431" y="286846"/>
                      <a:pt x="122443" y="286282"/>
                      <a:pt x="128456" y="286094"/>
                    </a:cubicBezTo>
                    <a:cubicBezTo>
                      <a:pt x="134593" y="285907"/>
                      <a:pt x="140794" y="286345"/>
                      <a:pt x="146932" y="285907"/>
                    </a:cubicBezTo>
                    <a:cubicBezTo>
                      <a:pt x="161525" y="284842"/>
                      <a:pt x="171044" y="275823"/>
                      <a:pt x="171420" y="263234"/>
                    </a:cubicBezTo>
                    <a:cubicBezTo>
                      <a:pt x="171796" y="250646"/>
                      <a:pt x="162401" y="241189"/>
                      <a:pt x="147809" y="240061"/>
                    </a:cubicBezTo>
                    <a:cubicBezTo>
                      <a:pt x="140293" y="239498"/>
                      <a:pt x="132715" y="240124"/>
                      <a:pt x="125199" y="239748"/>
                    </a:cubicBezTo>
                    <a:cubicBezTo>
                      <a:pt x="120001" y="239498"/>
                      <a:pt x="114802" y="238496"/>
                      <a:pt x="107537" y="237556"/>
                    </a:cubicBezTo>
                    <a:cubicBezTo>
                      <a:pt x="107537" y="157828"/>
                      <a:pt x="107537" y="79352"/>
                      <a:pt x="107537" y="0"/>
                    </a:cubicBezTo>
                    <a:cubicBezTo>
                      <a:pt x="91379" y="0"/>
                      <a:pt x="77600" y="0"/>
                      <a:pt x="61504" y="0"/>
                    </a:cubicBezTo>
                    <a:cubicBezTo>
                      <a:pt x="61504" y="21357"/>
                      <a:pt x="61504" y="41085"/>
                      <a:pt x="61504" y="60814"/>
                    </a:cubicBezTo>
                    <a:cubicBezTo>
                      <a:pt x="61504" y="80668"/>
                      <a:pt x="61504" y="100521"/>
                      <a:pt x="61504" y="120438"/>
                    </a:cubicBezTo>
                    <a:cubicBezTo>
                      <a:pt x="61504" y="140354"/>
                      <a:pt x="61755" y="160145"/>
                      <a:pt x="61441" y="180062"/>
                    </a:cubicBezTo>
                    <a:cubicBezTo>
                      <a:pt x="61128" y="199602"/>
                      <a:pt x="62944" y="219268"/>
                      <a:pt x="60001" y="239936"/>
                    </a:cubicBezTo>
                    <a:cubicBezTo>
                      <a:pt x="47663" y="239936"/>
                      <a:pt x="37392" y="239435"/>
                      <a:pt x="27246" y="240124"/>
                    </a:cubicBezTo>
                    <a:cubicBezTo>
                      <a:pt x="21296" y="240562"/>
                      <a:pt x="14782" y="241690"/>
                      <a:pt x="9834" y="244696"/>
                    </a:cubicBezTo>
                    <a:cubicBezTo>
                      <a:pt x="1567" y="249706"/>
                      <a:pt x="-1565" y="258099"/>
                      <a:pt x="753" y="267869"/>
                    </a:cubicBezTo>
                    <a:cubicBezTo>
                      <a:pt x="3195" y="278203"/>
                      <a:pt x="11087" y="285092"/>
                      <a:pt x="22987" y="285781"/>
                    </a:cubicBezTo>
                    <a:cubicBezTo>
                      <a:pt x="35074" y="286470"/>
                      <a:pt x="47225" y="285969"/>
                      <a:pt x="58686" y="285969"/>
                    </a:cubicBezTo>
                    <a:cubicBezTo>
                      <a:pt x="63133" y="311648"/>
                      <a:pt x="62318" y="492336"/>
                      <a:pt x="57997" y="508056"/>
                    </a:cubicBezTo>
                    <a:cubicBezTo>
                      <a:pt x="52861" y="508369"/>
                      <a:pt x="47475" y="508807"/>
                      <a:pt x="42026" y="508995"/>
                    </a:cubicBezTo>
                    <a:cubicBezTo>
                      <a:pt x="36577" y="509183"/>
                      <a:pt x="31066" y="508807"/>
                      <a:pt x="25617" y="509308"/>
                    </a:cubicBezTo>
                    <a:cubicBezTo>
                      <a:pt x="9834" y="510749"/>
                      <a:pt x="-312" y="520456"/>
                      <a:pt x="127" y="533358"/>
                    </a:cubicBezTo>
                    <a:cubicBezTo>
                      <a:pt x="565" y="545696"/>
                      <a:pt x="9897" y="554277"/>
                      <a:pt x="25053" y="555655"/>
                    </a:cubicBezTo>
                    <a:cubicBezTo>
                      <a:pt x="31191" y="556218"/>
                      <a:pt x="37392" y="555717"/>
                      <a:pt x="43529" y="556156"/>
                    </a:cubicBezTo>
                    <a:cubicBezTo>
                      <a:pt x="48790" y="556469"/>
                      <a:pt x="54051" y="557346"/>
                      <a:pt x="60001" y="558097"/>
                    </a:cubicBezTo>
                    <a:cubicBezTo>
                      <a:pt x="60001" y="632063"/>
                      <a:pt x="60001" y="704902"/>
                      <a:pt x="60001" y="779808"/>
                    </a:cubicBezTo>
                    <a:cubicBezTo>
                      <a:pt x="46285" y="779808"/>
                      <a:pt x="34009" y="779056"/>
                      <a:pt x="21922" y="779996"/>
                    </a:cubicBezTo>
                    <a:cubicBezTo>
                      <a:pt x="10210" y="780935"/>
                      <a:pt x="2194" y="788827"/>
                      <a:pt x="314" y="798847"/>
                    </a:cubicBezTo>
                    <a:cubicBezTo>
                      <a:pt x="-1314" y="807741"/>
                      <a:pt x="3759" y="819140"/>
                      <a:pt x="12402" y="822897"/>
                    </a:cubicBezTo>
                    <a:cubicBezTo>
                      <a:pt x="17225" y="824964"/>
                      <a:pt x="22924" y="825277"/>
                      <a:pt x="28310" y="825590"/>
                    </a:cubicBezTo>
                    <a:cubicBezTo>
                      <a:pt x="38957" y="826154"/>
                      <a:pt x="49605" y="826154"/>
                      <a:pt x="59813" y="826405"/>
                    </a:cubicBezTo>
                    <a:cubicBezTo>
                      <a:pt x="63696" y="862668"/>
                      <a:pt x="62193" y="1025005"/>
                      <a:pt x="57684" y="1041602"/>
                    </a:cubicBezTo>
                    <a:cubicBezTo>
                      <a:pt x="47412" y="1041602"/>
                      <a:pt x="36452" y="1040850"/>
                      <a:pt x="25743" y="1041915"/>
                    </a:cubicBezTo>
                    <a:cubicBezTo>
                      <a:pt x="19354" y="1042541"/>
                      <a:pt x="12089" y="1044733"/>
                      <a:pt x="7267" y="1048679"/>
                    </a:cubicBezTo>
                    <a:cubicBezTo>
                      <a:pt x="690" y="1054003"/>
                      <a:pt x="-1815" y="1062207"/>
                      <a:pt x="1442" y="1071038"/>
                    </a:cubicBezTo>
                    <a:cubicBezTo>
                      <a:pt x="5137" y="1080996"/>
                      <a:pt x="12152" y="1087009"/>
                      <a:pt x="22861" y="1087447"/>
                    </a:cubicBezTo>
                    <a:cubicBezTo>
                      <a:pt x="34949" y="1087886"/>
                      <a:pt x="47099" y="1087572"/>
                      <a:pt x="60126" y="1087572"/>
                    </a:cubicBezTo>
                    <a:cubicBezTo>
                      <a:pt x="60126" y="1164607"/>
                      <a:pt x="60126" y="1238887"/>
                      <a:pt x="60126" y="1313980"/>
                    </a:cubicBezTo>
                    <a:cubicBezTo>
                      <a:pt x="53488" y="1314607"/>
                      <a:pt x="48164" y="1315296"/>
                      <a:pt x="42778" y="1315609"/>
                    </a:cubicBezTo>
                    <a:cubicBezTo>
                      <a:pt x="36640" y="1315922"/>
                      <a:pt x="30440" y="1315546"/>
                      <a:pt x="24302" y="1316110"/>
                    </a:cubicBezTo>
                    <a:cubicBezTo>
                      <a:pt x="9521" y="1317550"/>
                      <a:pt x="189" y="1326506"/>
                      <a:pt x="1" y="1338907"/>
                    </a:cubicBezTo>
                    <a:cubicBezTo>
                      <a:pt x="-124" y="1351183"/>
                      <a:pt x="9145" y="1360389"/>
                      <a:pt x="23989" y="1362206"/>
                    </a:cubicBezTo>
                    <a:cubicBezTo>
                      <a:pt x="28060" y="1362707"/>
                      <a:pt x="32193" y="1362456"/>
                      <a:pt x="36327" y="1362644"/>
                    </a:cubicBezTo>
                    <a:cubicBezTo>
                      <a:pt x="44218" y="1363020"/>
                      <a:pt x="52110" y="1363458"/>
                      <a:pt x="60377" y="1363959"/>
                    </a:cubicBezTo>
                    <a:cubicBezTo>
                      <a:pt x="60377" y="1444815"/>
                      <a:pt x="60377" y="1523290"/>
                      <a:pt x="60377" y="1604709"/>
                    </a:cubicBezTo>
                    <a:cubicBezTo>
                      <a:pt x="46473" y="1604709"/>
                      <a:pt x="33571" y="1604021"/>
                      <a:pt x="20795" y="1604897"/>
                    </a:cubicBezTo>
                    <a:cubicBezTo>
                      <a:pt x="9834" y="1605649"/>
                      <a:pt x="1755" y="1614354"/>
                      <a:pt x="314" y="1624688"/>
                    </a:cubicBezTo>
                    <a:cubicBezTo>
                      <a:pt x="-1001" y="1634396"/>
                      <a:pt x="5513" y="1645231"/>
                      <a:pt x="15972" y="1648425"/>
                    </a:cubicBezTo>
                    <a:cubicBezTo>
                      <a:pt x="22360" y="1650367"/>
                      <a:pt x="29375" y="1650367"/>
                      <a:pt x="36202" y="1650805"/>
                    </a:cubicBezTo>
                    <a:cubicBezTo>
                      <a:pt x="44093" y="1651369"/>
                      <a:pt x="52047" y="1651557"/>
                      <a:pt x="61567" y="1651933"/>
                    </a:cubicBezTo>
                    <a:cubicBezTo>
                      <a:pt x="61567" y="1661578"/>
                      <a:pt x="61567" y="1669031"/>
                      <a:pt x="61567" y="1676421"/>
                    </a:cubicBezTo>
                    <a:cubicBezTo>
                      <a:pt x="61567" y="1709991"/>
                      <a:pt x="61066" y="1743560"/>
                      <a:pt x="61755" y="1777130"/>
                    </a:cubicBezTo>
                    <a:cubicBezTo>
                      <a:pt x="62757" y="1827297"/>
                      <a:pt x="92256" y="1869134"/>
                      <a:pt x="137788" y="1883413"/>
                    </a:cubicBezTo>
                    <a:cubicBezTo>
                      <a:pt x="152506" y="1888048"/>
                      <a:pt x="168664" y="1889927"/>
                      <a:pt x="184197" y="1890052"/>
                    </a:cubicBezTo>
                    <a:cubicBezTo>
                      <a:pt x="262985" y="1890679"/>
                      <a:pt x="341774" y="1890366"/>
                      <a:pt x="420500" y="1890366"/>
                    </a:cubicBezTo>
                    <a:cubicBezTo>
                      <a:pt x="936322" y="1890366"/>
                      <a:pt x="1452144" y="1890366"/>
                      <a:pt x="1967966" y="1890366"/>
                    </a:cubicBezTo>
                    <a:cubicBezTo>
                      <a:pt x="1977297" y="1890366"/>
                      <a:pt x="1986692" y="1890366"/>
                      <a:pt x="1997151" y="1890366"/>
                    </a:cubicBezTo>
                    <a:cubicBezTo>
                      <a:pt x="1997151" y="1874019"/>
                      <a:pt x="1997151" y="1860616"/>
                      <a:pt x="1997151" y="1843769"/>
                    </a:cubicBezTo>
                    <a:cubicBezTo>
                      <a:pt x="1985627" y="1843581"/>
                      <a:pt x="1976170" y="1843581"/>
                      <a:pt x="1966651" y="1843581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图形 4"/>
            <p:cNvGrpSpPr/>
            <p:nvPr/>
          </p:nvGrpSpPr>
          <p:grpSpPr>
            <a:xfrm>
              <a:off x="11230320" y="409978"/>
              <a:ext cx="281024" cy="298706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10" name="任意多边形: 形状 9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378200" y="1544507"/>
            <a:ext cx="5372100" cy="707886"/>
            <a:chOff x="3378200" y="1544507"/>
            <a:chExt cx="5372100" cy="707886"/>
          </a:xfrm>
        </p:grpSpPr>
        <p:sp>
          <p:nvSpPr>
            <p:cNvPr id="18" name="文本框 17"/>
            <p:cNvSpPr txBox="1"/>
            <p:nvPr/>
          </p:nvSpPr>
          <p:spPr>
            <a:xfrm>
              <a:off x="4718050" y="1544507"/>
              <a:ext cx="2755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目 录</a:t>
              </a:r>
              <a:endParaRPr lang="zh-CN" altLang="en-US" sz="4000" spc="300" dirty="0">
                <a:solidFill>
                  <a:schemeClr val="accent5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3782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009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/>
          <p:cNvGrpSpPr/>
          <p:nvPr>
            <p:custDataLst>
              <p:tags r:id="rId8"/>
            </p:custDataLst>
          </p:nvPr>
        </p:nvGrpSpPr>
        <p:grpSpPr>
          <a:xfrm>
            <a:off x="2099362" y="3241916"/>
            <a:ext cx="4383236" cy="678966"/>
            <a:chOff x="1810076" y="3166502"/>
            <a:chExt cx="4383236" cy="678966"/>
          </a:xfrm>
        </p:grpSpPr>
        <p:sp>
          <p:nvSpPr>
            <p:cNvPr id="21" name="矩形: 圆角 20"/>
            <p:cNvSpPr/>
            <p:nvPr>
              <p:custDataLst>
                <p:tags r:id="rId9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0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01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" name="矩形 136"/>
            <p:cNvSpPr/>
            <p:nvPr>
              <p:custDataLst>
                <p:tags r:id="rId11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需求</a:t>
              </a:r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分析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12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0" name="组合 139"/>
          <p:cNvGrpSpPr/>
          <p:nvPr>
            <p:custDataLst>
              <p:tags r:id="rId13"/>
            </p:custDataLst>
          </p:nvPr>
        </p:nvGrpSpPr>
        <p:grpSpPr>
          <a:xfrm>
            <a:off x="6245854" y="3241916"/>
            <a:ext cx="4383236" cy="678966"/>
            <a:chOff x="1810076" y="3166502"/>
            <a:chExt cx="4383236" cy="678966"/>
          </a:xfrm>
        </p:grpSpPr>
        <p:sp>
          <p:nvSpPr>
            <p:cNvPr id="141" name="矩形: 圆角 140"/>
            <p:cNvSpPr/>
            <p:nvPr>
              <p:custDataLst>
                <p:tags r:id="rId14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2" name="文本框 141"/>
            <p:cNvSpPr txBox="1"/>
            <p:nvPr>
              <p:custDataLst>
                <p:tags r:id="rId15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02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" name="矩形 142"/>
            <p:cNvSpPr/>
            <p:nvPr>
              <p:custDataLst>
                <p:tags r:id="rId16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前端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17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5" name="组合 144"/>
          <p:cNvGrpSpPr/>
          <p:nvPr>
            <p:custDataLst>
              <p:tags r:id="rId18"/>
            </p:custDataLst>
          </p:nvPr>
        </p:nvGrpSpPr>
        <p:grpSpPr>
          <a:xfrm>
            <a:off x="2099362" y="4438819"/>
            <a:ext cx="4383236" cy="678966"/>
            <a:chOff x="1810076" y="3166502"/>
            <a:chExt cx="4383236" cy="678966"/>
          </a:xfrm>
        </p:grpSpPr>
        <p:sp>
          <p:nvSpPr>
            <p:cNvPr id="146" name="矩形: 圆角 145"/>
            <p:cNvSpPr/>
            <p:nvPr>
              <p:custDataLst>
                <p:tags r:id="rId19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文本框 146"/>
            <p:cNvSpPr txBox="1"/>
            <p:nvPr>
              <p:custDataLst>
                <p:tags r:id="rId20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03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8" name="矩形 147"/>
            <p:cNvSpPr/>
            <p:nvPr>
              <p:custDataLst>
                <p:tags r:id="rId21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后端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9" name="文本框 148"/>
            <p:cNvSpPr txBox="1"/>
            <p:nvPr>
              <p:custDataLst>
                <p:tags r:id="rId22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0" name="组合 149"/>
          <p:cNvGrpSpPr/>
          <p:nvPr>
            <p:custDataLst>
              <p:tags r:id="rId23"/>
            </p:custDataLst>
          </p:nvPr>
        </p:nvGrpSpPr>
        <p:grpSpPr>
          <a:xfrm>
            <a:off x="6245854" y="4438819"/>
            <a:ext cx="4383236" cy="678966"/>
            <a:chOff x="1810076" y="3166502"/>
            <a:chExt cx="4383236" cy="678966"/>
          </a:xfrm>
        </p:grpSpPr>
        <p:sp>
          <p:nvSpPr>
            <p:cNvPr id="151" name="矩形: 圆角 150"/>
            <p:cNvSpPr/>
            <p:nvPr>
              <p:custDataLst>
                <p:tags r:id="rId24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25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04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3" name="矩形 152"/>
            <p:cNvSpPr/>
            <p:nvPr>
              <p:custDataLst>
                <p:tags r:id="rId26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测试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54" name="文本框 153"/>
            <p:cNvSpPr txBox="1"/>
            <p:nvPr>
              <p:custDataLst>
                <p:tags r:id="rId27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后端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 rot="5400000">
            <a:off x="6281515" y="4939645"/>
            <a:ext cx="25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>
                    <a:lumMod val="95000"/>
                  </a:schemeClr>
                </a:solidFill>
              </a:rPr>
              <a:t>BUSINESS</a:t>
            </a:r>
            <a:endParaRPr lang="zh-CN" altLang="en-US" spc="3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20" y="1292225"/>
            <a:ext cx="9702800" cy="394398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 rot="5400000">
            <a:off x="9337141" y="2622944"/>
            <a:ext cx="3990493" cy="454647"/>
            <a:chOff x="11596136" y="4870451"/>
            <a:chExt cx="2518183" cy="286903"/>
          </a:xfrm>
        </p:grpSpPr>
        <p:sp>
          <p:nvSpPr>
            <p:cNvPr id="10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803275"/>
            <a:ext cx="11836400" cy="4406900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后端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 rot="5400000">
            <a:off x="6281515" y="4939645"/>
            <a:ext cx="25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>
                    <a:lumMod val="95000"/>
                  </a:schemeClr>
                </a:solidFill>
              </a:rPr>
              <a:t>BUSINESS</a:t>
            </a:r>
            <a:endParaRPr lang="zh-CN" altLang="en-US" spc="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矩形: 圆角 40"/>
          <p:cNvSpPr/>
          <p:nvPr/>
        </p:nvSpPr>
        <p:spPr>
          <a:xfrm>
            <a:off x="339090" y="4901565"/>
            <a:ext cx="6346190" cy="1387475"/>
          </a:xfrm>
          <a:prstGeom prst="roundRect">
            <a:avLst>
              <a:gd name="adj" fmla="val 338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1170" y="4996180"/>
            <a:ext cx="8302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删除的接口：</a:t>
            </a:r>
            <a:endParaRPr lang="zh-CN" altLang="en-US"/>
          </a:p>
          <a:p>
            <a:r>
              <a:rPr lang="zh-CN" altLang="en-US"/>
              <a:t>1.改为多商品同时在售，不再存在“当前唯一商品”</a:t>
            </a:r>
            <a:endParaRPr lang="zh-CN" altLang="en-US"/>
          </a:p>
          <a:p>
            <a:r>
              <a:rPr lang="zh-CN" altLang="en-US"/>
              <a:t>2.改为客户登录下单；买家不再允许修改或撤销意向 </a:t>
            </a:r>
            <a:endParaRPr lang="zh-CN" altLang="en-US"/>
          </a:p>
          <a:p>
            <a:r>
              <a:rPr lang="zh-CN" altLang="en-US"/>
              <a:t>3.合并进交易结果接口，通过`</a:t>
            </a:r>
            <a:r>
              <a:rPr lang="en-US" altLang="zh-CN"/>
              <a:t>failed_action` </a:t>
            </a:r>
            <a:r>
              <a:rPr lang="zh-CN" altLang="en-US"/>
              <a:t>一次提交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610" y="0"/>
            <a:ext cx="6557010" cy="68580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9741" y="17671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7195263" y="37467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7899181" y="25521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后端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899501" y="94908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574790" y="1543685"/>
            <a:ext cx="52527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新增的接口：</a:t>
            </a:r>
            <a:endParaRPr lang="zh-CN" altLang="en-US"/>
          </a:p>
          <a:p>
            <a:pPr indent="457200"/>
            <a:r>
              <a:rPr lang="zh-CN" altLang="en-US"/>
              <a:t>1</a:t>
            </a:r>
            <a:r>
              <a:rPr lang="en-US" altLang="zh-CN"/>
              <a:t>.</a:t>
            </a:r>
            <a:r>
              <a:rPr lang="zh-CN" altLang="en-US"/>
              <a:t>游客 ：通过`</a:t>
            </a:r>
            <a:r>
              <a:rPr lang="en-US" altLang="zh-CN"/>
              <a:t>GET /api/products` 、`GET /api/categories` </a:t>
            </a:r>
            <a:r>
              <a:rPr lang="zh-CN" altLang="en-US"/>
              <a:t>浏览和搜索多个商品；</a:t>
            </a:r>
            <a:endParaRPr lang="zh-CN" altLang="en-US"/>
          </a:p>
          <a:p>
            <a:pPr indent="457200"/>
            <a:r>
              <a:rPr lang="zh-CN" altLang="en-US"/>
              <a:t>2</a:t>
            </a:r>
            <a:r>
              <a:rPr lang="en-US" altLang="zh-CN"/>
              <a:t>.</a:t>
            </a:r>
            <a:r>
              <a:rPr lang="zh-CN" altLang="en-US"/>
              <a:t>客户 ：注册登录后，通过`/</a:t>
            </a:r>
            <a:r>
              <a:rPr lang="en-US" altLang="zh-CN"/>
              <a:t>customer/intents` </a:t>
            </a:r>
            <a:r>
              <a:rPr lang="zh-CN" altLang="en-US"/>
              <a:t>对某个商品排队，通过`/</a:t>
            </a:r>
            <a:r>
              <a:rPr lang="en-US" altLang="zh-CN"/>
              <a:t>customer/orders` </a:t>
            </a:r>
            <a:r>
              <a:rPr lang="zh-CN" altLang="en-US"/>
              <a:t>查看自己的历史；</a:t>
            </a:r>
            <a:endParaRPr lang="zh-CN" altLang="en-US"/>
          </a:p>
          <a:p>
            <a:pPr indent="457200"/>
            <a:r>
              <a:rPr lang="zh-CN" altLang="en-US"/>
              <a:t>3</a:t>
            </a:r>
            <a:r>
              <a:rPr lang="en-US" altLang="zh-CN"/>
              <a:t>.</a:t>
            </a:r>
            <a:r>
              <a:rPr lang="zh-CN" altLang="en-US"/>
              <a:t>卖家 ：通过类别接口建立商品分类，通过商品列表/详情掌握每个商品的排队情况，用`/</a:t>
            </a:r>
            <a:r>
              <a:rPr lang="en-US" altLang="zh-CN"/>
              <a:t>stock` </a:t>
            </a:r>
            <a:r>
              <a:rPr lang="zh-CN" altLang="en-US"/>
              <a:t>补货或调库存，用`/</a:t>
            </a:r>
            <a:r>
              <a:rPr lang="en-US" altLang="zh-CN"/>
              <a:t>on-shelf` </a:t>
            </a:r>
            <a:r>
              <a:rPr lang="zh-CN" altLang="en-US"/>
              <a:t>重新上架；</a:t>
            </a:r>
            <a:endParaRPr lang="zh-CN" altLang="en-US"/>
          </a:p>
          <a:p>
            <a:pPr indent="457200"/>
            <a:r>
              <a:rPr lang="zh-CN" altLang="en-US"/>
              <a:t>4</a:t>
            </a:r>
            <a:r>
              <a:rPr lang="en-US" altLang="zh-CN"/>
              <a:t>.</a:t>
            </a:r>
            <a:r>
              <a:rPr lang="zh-CN" altLang="en-US"/>
              <a:t>售后与运营 ：通过`/</a:t>
            </a:r>
            <a:r>
              <a:rPr lang="en-US" altLang="zh-CN"/>
              <a:t>customers` </a:t>
            </a:r>
            <a:r>
              <a:rPr lang="zh-CN" altLang="en-US"/>
              <a:t>查看客户台账和购买记录；</a:t>
            </a:r>
            <a:endParaRPr lang="zh-CN" altLang="en-US"/>
          </a:p>
          <a:p>
            <a:pPr indent="457200"/>
            <a:r>
              <a:rPr lang="zh-CN" altLang="en-US"/>
              <a:t>5</a:t>
            </a:r>
            <a:r>
              <a:rPr lang="en-US" altLang="zh-CN"/>
              <a:t>.</a:t>
            </a:r>
            <a:r>
              <a:rPr lang="zh-CN" altLang="en-US"/>
              <a:t>商品展示 ：通过`/</a:t>
            </a:r>
            <a:r>
              <a:rPr lang="en-US" altLang="zh-CN"/>
              <a:t>files/media` </a:t>
            </a:r>
            <a:r>
              <a:rPr lang="zh-CN" altLang="en-US"/>
              <a:t>上传描述素材，配合已有的`/</a:t>
            </a:r>
            <a:r>
              <a:rPr lang="en-US" altLang="zh-CN"/>
              <a:t>files/images` </a:t>
            </a:r>
            <a:r>
              <a:rPr lang="zh-CN" altLang="en-US"/>
              <a:t>实现多图与富媒体。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36525" y="891540"/>
            <a:ext cx="5026025" cy="946785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后端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63830" y="1012190"/>
            <a:ext cx="4998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第一版：想卖新商品，必须先下架当前商品；已下架商品只进入历史列表，不参与同时在售。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78625" y="997585"/>
            <a:ext cx="5069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升级版：取消“同一时间仅一件商品在售”的限制，卖家可发布任意数量商品并同时在售</a:t>
            </a:r>
            <a:endParaRPr lang="zh-CN" altLang="en-US"/>
          </a:p>
        </p:txBody>
      </p:sp>
      <p:cxnSp>
        <p:nvCxnSpPr>
          <p:cNvPr id="12" name="直接箭头连接符 11"/>
          <p:cNvCxnSpPr>
            <a:stCxn id="10" idx="3"/>
            <a:endCxn id="14" idx="1"/>
          </p:cNvCxnSpPr>
          <p:nvPr/>
        </p:nvCxnSpPr>
        <p:spPr>
          <a:xfrm flipV="1">
            <a:off x="5162550" y="1332230"/>
            <a:ext cx="1616075" cy="2540"/>
          </a:xfrm>
          <a:prstGeom prst="straightConnector1">
            <a:avLst/>
          </a:prstGeom>
          <a:ln w="31750" cap="rnd">
            <a:solidFill>
              <a:schemeClr val="accent5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6778625" y="858520"/>
            <a:ext cx="5026025" cy="946785"/>
          </a:xfrm>
          <a:prstGeom prst="round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489901eb6a9d654e6a5a02968bc3c909"/>
          <p:cNvPicPr>
            <a:picLocks noChangeAspect="1"/>
          </p:cNvPicPr>
          <p:nvPr/>
        </p:nvPicPr>
        <p:blipFill>
          <a:blip r:embed="rId3"/>
          <a:srcRect r="37241"/>
          <a:stretch>
            <a:fillRect/>
          </a:stretch>
        </p:blipFill>
        <p:spPr>
          <a:xfrm>
            <a:off x="0" y="2101215"/>
            <a:ext cx="5924550" cy="3641090"/>
          </a:xfrm>
          <a:prstGeom prst="rect">
            <a:avLst/>
          </a:prstGeom>
        </p:spPr>
      </p:pic>
      <p:pic>
        <p:nvPicPr>
          <p:cNvPr id="16" name="图片 15" descr="ee56527647cabd50ca596b090b8bda75"/>
          <p:cNvPicPr>
            <a:picLocks noChangeAspect="1"/>
          </p:cNvPicPr>
          <p:nvPr/>
        </p:nvPicPr>
        <p:blipFill>
          <a:blip r:embed="rId4"/>
          <a:srcRect r="24085"/>
          <a:stretch>
            <a:fillRect/>
          </a:stretch>
        </p:blipFill>
        <p:spPr>
          <a:xfrm>
            <a:off x="5779135" y="1878965"/>
            <a:ext cx="6528435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后端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3" name="图片 2" descr="5e15c2fdba2d4cd8b218a477194d67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5" y="0"/>
            <a:ext cx="8020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任意多边形: 形状 42"/>
          <p:cNvSpPr/>
          <p:nvPr/>
        </p:nvSpPr>
        <p:spPr>
          <a:xfrm>
            <a:off x="868973" y="255375"/>
            <a:ext cx="10851902" cy="532388"/>
          </a:xfrm>
          <a:custGeom>
            <a:avLst/>
            <a:gdLst>
              <a:gd name="connsiteX0" fmla="*/ 0 w 10851902"/>
              <a:gd name="connsiteY0" fmla="*/ 0 h 532388"/>
              <a:gd name="connsiteX1" fmla="*/ 10763169 w 10851902"/>
              <a:gd name="connsiteY1" fmla="*/ 0 h 532388"/>
              <a:gd name="connsiteX2" fmla="*/ 10851902 w 10851902"/>
              <a:gd name="connsiteY2" fmla="*/ 88733 h 532388"/>
              <a:gd name="connsiteX3" fmla="*/ 10851902 w 10851902"/>
              <a:gd name="connsiteY3" fmla="*/ 443655 h 532388"/>
              <a:gd name="connsiteX4" fmla="*/ 10763169 w 10851902"/>
              <a:gd name="connsiteY4" fmla="*/ 532388 h 532388"/>
              <a:gd name="connsiteX5" fmla="*/ 0 w 10851902"/>
              <a:gd name="connsiteY5" fmla="*/ 532388 h 532388"/>
              <a:gd name="connsiteX6" fmla="*/ 8000 w 10851902"/>
              <a:gd name="connsiteY6" fmla="*/ 522692 h 532388"/>
              <a:gd name="connsiteX7" fmla="*/ 86349 w 10851902"/>
              <a:gd name="connsiteY7" fmla="*/ 266194 h 532388"/>
              <a:gd name="connsiteX8" fmla="*/ 8000 w 10851902"/>
              <a:gd name="connsiteY8" fmla="*/ 9696 h 5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51902" h="532388">
                <a:moveTo>
                  <a:pt x="0" y="0"/>
                </a:moveTo>
                <a:lnTo>
                  <a:pt x="10763169" y="0"/>
                </a:lnTo>
                <a:cubicBezTo>
                  <a:pt x="10812175" y="0"/>
                  <a:pt x="10851902" y="39727"/>
                  <a:pt x="10851902" y="88733"/>
                </a:cubicBezTo>
                <a:lnTo>
                  <a:pt x="10851902" y="443655"/>
                </a:lnTo>
                <a:cubicBezTo>
                  <a:pt x="10851902" y="492661"/>
                  <a:pt x="10812175" y="532388"/>
                  <a:pt x="10763169" y="532388"/>
                </a:cubicBezTo>
                <a:lnTo>
                  <a:pt x="0" y="532388"/>
                </a:lnTo>
                <a:lnTo>
                  <a:pt x="8000" y="522692"/>
                </a:lnTo>
                <a:cubicBezTo>
                  <a:pt x="57466" y="449473"/>
                  <a:pt x="86349" y="361207"/>
                  <a:pt x="86349" y="266194"/>
                </a:cubicBezTo>
                <a:cubicBezTo>
                  <a:pt x="86349" y="171181"/>
                  <a:pt x="57466" y="82915"/>
                  <a:pt x="8000" y="96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61" y="226244"/>
            <a:ext cx="613078" cy="622169"/>
          </a:xfrm>
          <a:prstGeom prst="rect">
            <a:avLst/>
          </a:prstGeom>
        </p:spPr>
      </p:pic>
      <p:grpSp>
        <p:nvGrpSpPr>
          <p:cNvPr id="4" name="图形 156"/>
          <p:cNvGrpSpPr/>
          <p:nvPr/>
        </p:nvGrpSpPr>
        <p:grpSpPr>
          <a:xfrm>
            <a:off x="421083" y="424207"/>
            <a:ext cx="416304" cy="587956"/>
            <a:chOff x="4737497" y="1518591"/>
            <a:chExt cx="2691442" cy="3801191"/>
          </a:xfrm>
        </p:grpSpPr>
        <p:sp>
          <p:nvSpPr>
            <p:cNvPr id="5" name="任意多边形: 形状 4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solidFill>
              <a:schemeClr val="bg1"/>
            </a:solidFill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25001" y="304747"/>
            <a:ext cx="3335716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spc="300" dirty="0">
                <a:solidFill>
                  <a:srgbClr val="2D508F"/>
                </a:solidFill>
                <a:cs typeface="+mn-ea"/>
                <a:sym typeface="+mn-lt"/>
              </a:rPr>
              <a:t>后端</a:t>
            </a:r>
            <a:endParaRPr lang="zh-CN" altLang="en-US" sz="2600" spc="300" dirty="0">
              <a:solidFill>
                <a:srgbClr val="2D508F"/>
              </a:solidFill>
              <a:cs typeface="+mn-ea"/>
              <a:sym typeface="+mn-lt"/>
            </a:endParaRPr>
          </a:p>
        </p:txBody>
      </p:sp>
      <p:grpSp>
        <p:nvGrpSpPr>
          <p:cNvPr id="1042" name="组合 1041"/>
          <p:cNvGrpSpPr/>
          <p:nvPr/>
        </p:nvGrpSpPr>
        <p:grpSpPr>
          <a:xfrm>
            <a:off x="7477861" y="366154"/>
            <a:ext cx="3990493" cy="454647"/>
            <a:chOff x="11596136" y="4870451"/>
            <a:chExt cx="2518183" cy="286903"/>
          </a:xfrm>
        </p:grpSpPr>
        <p:sp>
          <p:nvSpPr>
            <p:cNvPr id="1043" name="任意多边形: 形状 1042"/>
            <p:cNvSpPr/>
            <p:nvPr/>
          </p:nvSpPr>
          <p:spPr>
            <a:xfrm>
              <a:off x="11596136" y="4870451"/>
              <a:ext cx="2191720" cy="286903"/>
            </a:xfrm>
            <a:custGeom>
              <a:avLst/>
              <a:gdLst>
                <a:gd name="connsiteX0" fmla="*/ 2193249 w 2191720"/>
                <a:gd name="connsiteY0" fmla="*/ 6374 h 229449"/>
                <a:gd name="connsiteX1" fmla="*/ 2193249 w 2191720"/>
                <a:gd name="connsiteY1" fmla="*/ -28039 h 229449"/>
                <a:gd name="connsiteX2" fmla="*/ 2193249 w 2191720"/>
                <a:gd name="connsiteY2" fmla="*/ 6374 h 229449"/>
                <a:gd name="connsiteX3" fmla="*/ 2193249 w 2191720"/>
                <a:gd name="connsiteY3" fmla="*/ 162146 h 229449"/>
                <a:gd name="connsiteX4" fmla="*/ 6371 w 2191720"/>
                <a:gd name="connsiteY4" fmla="*/ 162146 h 229449"/>
                <a:gd name="connsiteX5" fmla="*/ 6371 w 2191720"/>
                <a:gd name="connsiteY5" fmla="*/ 196559 h 229449"/>
                <a:gd name="connsiteX6" fmla="*/ 6371 w 2191720"/>
                <a:gd name="connsiteY6" fmla="*/ 162146 h 229449"/>
                <a:gd name="connsiteX7" fmla="*/ 6371 w 2191720"/>
                <a:gd name="connsiteY7" fmla="*/ 6374 h 22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1720" h="229449">
                  <a:moveTo>
                    <a:pt x="2193249" y="6374"/>
                  </a:moveTo>
                  <a:cubicBezTo>
                    <a:pt x="2193249" y="-12632"/>
                    <a:pt x="2193249" y="-28039"/>
                    <a:pt x="2193249" y="-28039"/>
                  </a:cubicBezTo>
                  <a:cubicBezTo>
                    <a:pt x="2193249" y="-28039"/>
                    <a:pt x="2193249" y="-12632"/>
                    <a:pt x="2193249" y="6374"/>
                  </a:cubicBezTo>
                  <a:lnTo>
                    <a:pt x="2193249" y="162146"/>
                  </a:lnTo>
                  <a:lnTo>
                    <a:pt x="6371" y="162146"/>
                  </a:lnTo>
                  <a:cubicBezTo>
                    <a:pt x="6371" y="181152"/>
                    <a:pt x="6371" y="196559"/>
                    <a:pt x="6371" y="196559"/>
                  </a:cubicBezTo>
                  <a:cubicBezTo>
                    <a:pt x="6371" y="196559"/>
                    <a:pt x="6371" y="181152"/>
                    <a:pt x="6371" y="162146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4" name="任意多边形: 形状 1043"/>
            <p:cNvSpPr/>
            <p:nvPr/>
          </p:nvSpPr>
          <p:spPr>
            <a:xfrm>
              <a:off x="13884953" y="4875774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5" name="任意多边形: 形状 1044"/>
            <p:cNvSpPr/>
            <p:nvPr/>
          </p:nvSpPr>
          <p:spPr>
            <a:xfrm>
              <a:off x="13884953" y="4943406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437 h 50988"/>
                <a:gd name="connsiteX2" fmla="*/ 226571 w 229366"/>
                <a:gd name="connsiteY2" fmla="*/ 6374 h 50988"/>
                <a:gd name="connsiteX3" fmla="*/ 226571 w 229366"/>
                <a:gd name="connsiteY3" fmla="*/ 37202 h 50988"/>
                <a:gd name="connsiteX4" fmla="*/ 6371 w 229366"/>
                <a:gd name="connsiteY4" fmla="*/ 37202 h 50988"/>
                <a:gd name="connsiteX5" fmla="*/ 6371 w 229366"/>
                <a:gd name="connsiteY5" fmla="*/ 44013 h 50988"/>
                <a:gd name="connsiteX6" fmla="*/ 6371 w 229366"/>
                <a:gd name="connsiteY6" fmla="*/ 37202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612"/>
                    <a:pt x="226571" y="-437"/>
                    <a:pt x="226571" y="-437"/>
                  </a:cubicBezTo>
                  <a:cubicBezTo>
                    <a:pt x="226571" y="-437"/>
                    <a:pt x="226571" y="2612"/>
                    <a:pt x="226571" y="6374"/>
                  </a:cubicBezTo>
                  <a:lnTo>
                    <a:pt x="226571" y="37202"/>
                  </a:lnTo>
                  <a:lnTo>
                    <a:pt x="6371" y="37202"/>
                  </a:lnTo>
                  <a:cubicBezTo>
                    <a:pt x="6371" y="40964"/>
                    <a:pt x="6371" y="44013"/>
                    <a:pt x="6371" y="44013"/>
                  </a:cubicBezTo>
                  <a:cubicBezTo>
                    <a:pt x="6371" y="44013"/>
                    <a:pt x="6371" y="40963"/>
                    <a:pt x="6371" y="37202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6" name="任意多边形: 形状 1045"/>
            <p:cNvSpPr/>
            <p:nvPr/>
          </p:nvSpPr>
          <p:spPr>
            <a:xfrm>
              <a:off x="13884953" y="5011038"/>
              <a:ext cx="229366" cy="50989"/>
            </a:xfrm>
            <a:custGeom>
              <a:avLst/>
              <a:gdLst>
                <a:gd name="connsiteX0" fmla="*/ 226571 w 229366"/>
                <a:gd name="connsiteY0" fmla="*/ 6374 h 50988"/>
                <a:gd name="connsiteX1" fmla="*/ 226571 w 229366"/>
                <a:gd name="connsiteY1" fmla="*/ -766 h 50988"/>
                <a:gd name="connsiteX2" fmla="*/ 226571 w 229366"/>
                <a:gd name="connsiteY2" fmla="*/ 6374 h 50988"/>
                <a:gd name="connsiteX3" fmla="*/ 226571 w 229366"/>
                <a:gd name="connsiteY3" fmla="*/ 38690 h 50988"/>
                <a:gd name="connsiteX4" fmla="*/ 6371 w 229366"/>
                <a:gd name="connsiteY4" fmla="*/ 38690 h 50988"/>
                <a:gd name="connsiteX5" fmla="*/ 6371 w 229366"/>
                <a:gd name="connsiteY5" fmla="*/ 45830 h 50988"/>
                <a:gd name="connsiteX6" fmla="*/ 6371 w 229366"/>
                <a:gd name="connsiteY6" fmla="*/ 38690 h 50988"/>
                <a:gd name="connsiteX7" fmla="*/ 6371 w 229366"/>
                <a:gd name="connsiteY7" fmla="*/ 6374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6" h="50988">
                  <a:moveTo>
                    <a:pt x="226571" y="6374"/>
                  </a:moveTo>
                  <a:cubicBezTo>
                    <a:pt x="226571" y="2431"/>
                    <a:pt x="226571" y="-766"/>
                    <a:pt x="226571" y="-766"/>
                  </a:cubicBezTo>
                  <a:cubicBezTo>
                    <a:pt x="226571" y="-766"/>
                    <a:pt x="226571" y="2431"/>
                    <a:pt x="226571" y="6374"/>
                  </a:cubicBezTo>
                  <a:lnTo>
                    <a:pt x="226571" y="38690"/>
                  </a:lnTo>
                  <a:lnTo>
                    <a:pt x="6371" y="38690"/>
                  </a:lnTo>
                  <a:cubicBezTo>
                    <a:pt x="6371" y="42633"/>
                    <a:pt x="6371" y="45830"/>
                    <a:pt x="6371" y="45830"/>
                  </a:cubicBezTo>
                  <a:cubicBezTo>
                    <a:pt x="6371" y="45830"/>
                    <a:pt x="6371" y="42633"/>
                    <a:pt x="6371" y="38690"/>
                  </a:cubicBezTo>
                  <a:lnTo>
                    <a:pt x="6371" y="637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7" name="任意多边形: 形状 1046"/>
            <p:cNvSpPr/>
            <p:nvPr/>
          </p:nvSpPr>
          <p:spPr>
            <a:xfrm>
              <a:off x="11635924" y="4882907"/>
              <a:ext cx="169901" cy="178461"/>
            </a:xfrm>
            <a:custGeom>
              <a:avLst/>
              <a:gdLst>
                <a:gd name="connsiteX0" fmla="*/ 72340 w 169900"/>
                <a:gd name="connsiteY0" fmla="*/ 6374 h 178460"/>
                <a:gd name="connsiteX1" fmla="*/ 6371 w 169900"/>
                <a:gd name="connsiteY1" fmla="*/ 75891 h 178460"/>
                <a:gd name="connsiteX2" fmla="*/ 72340 w 169900"/>
                <a:gd name="connsiteY2" fmla="*/ 145408 h 178460"/>
                <a:gd name="connsiteX3" fmla="*/ 110550 w 169900"/>
                <a:gd name="connsiteY3" fmla="*/ 132541 h 178460"/>
                <a:gd name="connsiteX4" fmla="*/ 147258 w 169900"/>
                <a:gd name="connsiteY4" fmla="*/ 171224 h 178460"/>
                <a:gd name="connsiteX5" fmla="*/ 159696 w 169900"/>
                <a:gd name="connsiteY5" fmla="*/ 171224 h 178460"/>
                <a:gd name="connsiteX6" fmla="*/ 162809 w 169900"/>
                <a:gd name="connsiteY6" fmla="*/ 167947 h 178460"/>
                <a:gd name="connsiteX7" fmla="*/ 162724 w 169900"/>
                <a:gd name="connsiteY7" fmla="*/ 154854 h 178460"/>
                <a:gd name="connsiteX8" fmla="*/ 162724 w 169900"/>
                <a:gd name="connsiteY8" fmla="*/ 154850 h 178460"/>
                <a:gd name="connsiteX9" fmla="*/ 126012 w 169900"/>
                <a:gd name="connsiteY9" fmla="*/ 116163 h 178460"/>
                <a:gd name="connsiteX10" fmla="*/ 138239 w 169900"/>
                <a:gd name="connsiteY10" fmla="*/ 75892 h 178460"/>
                <a:gd name="connsiteX11" fmla="*/ 72271 w 169900"/>
                <a:gd name="connsiteY11" fmla="*/ 6375 h 178460"/>
                <a:gd name="connsiteX12" fmla="*/ 72340 w 169900"/>
                <a:gd name="connsiteY12" fmla="*/ 24921 h 178460"/>
                <a:gd name="connsiteX13" fmla="*/ 120716 w 169900"/>
                <a:gd name="connsiteY13" fmla="*/ 75900 h 178460"/>
                <a:gd name="connsiteX14" fmla="*/ 72340 w 169900"/>
                <a:gd name="connsiteY14" fmla="*/ 126880 h 178460"/>
                <a:gd name="connsiteX15" fmla="*/ 23967 w 169900"/>
                <a:gd name="connsiteY15" fmla="*/ 75900 h 178460"/>
                <a:gd name="connsiteX16" fmla="*/ 72340 w 169900"/>
                <a:gd name="connsiteY16" fmla="*/ 24921 h 178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9900" h="178460">
                  <a:moveTo>
                    <a:pt x="72340" y="6374"/>
                  </a:moveTo>
                  <a:cubicBezTo>
                    <a:pt x="35908" y="6374"/>
                    <a:pt x="6371" y="37499"/>
                    <a:pt x="6371" y="75891"/>
                  </a:cubicBezTo>
                  <a:cubicBezTo>
                    <a:pt x="6371" y="114283"/>
                    <a:pt x="35908" y="145408"/>
                    <a:pt x="72340" y="145408"/>
                  </a:cubicBezTo>
                  <a:cubicBezTo>
                    <a:pt x="86587" y="145408"/>
                    <a:pt x="99770" y="140633"/>
                    <a:pt x="110550" y="132541"/>
                  </a:cubicBezTo>
                  <a:lnTo>
                    <a:pt x="147258" y="171224"/>
                  </a:lnTo>
                  <a:cubicBezTo>
                    <a:pt x="150693" y="174844"/>
                    <a:pt x="156264" y="174844"/>
                    <a:pt x="159696" y="171224"/>
                  </a:cubicBezTo>
                  <a:lnTo>
                    <a:pt x="162809" y="167947"/>
                  </a:lnTo>
                  <a:cubicBezTo>
                    <a:pt x="166196" y="164356"/>
                    <a:pt x="166193" y="158469"/>
                    <a:pt x="162724" y="154854"/>
                  </a:cubicBezTo>
                  <a:lnTo>
                    <a:pt x="162724" y="154850"/>
                  </a:lnTo>
                  <a:lnTo>
                    <a:pt x="126012" y="116163"/>
                  </a:lnTo>
                  <a:cubicBezTo>
                    <a:pt x="133709" y="104785"/>
                    <a:pt x="138239" y="90907"/>
                    <a:pt x="138239" y="75892"/>
                  </a:cubicBezTo>
                  <a:cubicBezTo>
                    <a:pt x="138239" y="37500"/>
                    <a:pt x="108703" y="6375"/>
                    <a:pt x="72271" y="6375"/>
                  </a:cubicBezTo>
                  <a:close/>
                  <a:moveTo>
                    <a:pt x="72340" y="24921"/>
                  </a:moveTo>
                  <a:cubicBezTo>
                    <a:pt x="99057" y="24921"/>
                    <a:pt x="120716" y="47745"/>
                    <a:pt x="120716" y="75900"/>
                  </a:cubicBezTo>
                  <a:cubicBezTo>
                    <a:pt x="120716" y="104056"/>
                    <a:pt x="99057" y="126880"/>
                    <a:pt x="72340" y="126880"/>
                  </a:cubicBezTo>
                  <a:cubicBezTo>
                    <a:pt x="45624" y="126877"/>
                    <a:pt x="23967" y="104054"/>
                    <a:pt x="23967" y="75900"/>
                  </a:cubicBezTo>
                  <a:cubicBezTo>
                    <a:pt x="23967" y="47747"/>
                    <a:pt x="45624" y="24923"/>
                    <a:pt x="72340" y="2492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 rot="5400000">
            <a:off x="6281515" y="4939645"/>
            <a:ext cx="25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>
                    <a:lumMod val="95000"/>
                  </a:schemeClr>
                </a:solidFill>
              </a:rPr>
              <a:t>BUSINESS</a:t>
            </a:r>
            <a:endParaRPr lang="zh-CN" altLang="en-US" spc="3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" name="图片 1" descr="9d62a1918e3e2d122d23cfddcbfab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2431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54115" y="2481580"/>
            <a:ext cx="38792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支持按关键词（商品名称模糊匹配）、类别、分页组合查询；</a:t>
            </a:r>
            <a:endParaRPr lang="zh-CN" altLang="en-US"/>
          </a:p>
          <a:p>
            <a:r>
              <a:rPr lang="en-US" altLang="zh-CN"/>
              <a:t>Controller </a:t>
            </a:r>
            <a:r>
              <a:rPr lang="zh-CN" altLang="en-US"/>
              <a:t>接收`</a:t>
            </a:r>
            <a:r>
              <a:rPr lang="en-US" altLang="zh-CN"/>
              <a:t>keyword` → </a:t>
            </a:r>
            <a:r>
              <a:rPr lang="zh-CN" altLang="en-US"/>
              <a:t>拼接`</a:t>
            </a:r>
            <a:r>
              <a:rPr lang="en-US" altLang="zh-CN"/>
              <a:t>LIKE` </a:t>
            </a:r>
            <a:r>
              <a:rPr lang="zh-CN" altLang="en-US"/>
              <a:t>条件 →`</a:t>
            </a:r>
            <a:r>
              <a:rPr lang="en-US" altLang="zh-CN"/>
              <a:t>pageOf` </a:t>
            </a:r>
            <a:r>
              <a:rPr lang="zh-CN" altLang="en-US"/>
              <a:t>同时用于统计总数和分页查询。支持按关键词（商品名称模糊匹配）、类别、分页组合查询；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357168"/>
            <a:ext cx="12192000" cy="4500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: 圆角 154"/>
          <p:cNvSpPr/>
          <p:nvPr>
            <p:custDataLst>
              <p:tags r:id="rId1"/>
            </p:custDataLst>
          </p:nvPr>
        </p:nvSpPr>
        <p:spPr>
          <a:xfrm>
            <a:off x="6121799" y="4102747"/>
            <a:ext cx="4704752" cy="1253765"/>
          </a:xfrm>
          <a:prstGeom prst="roundRect">
            <a:avLst>
              <a:gd name="adj" fmla="val 11404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919821" y="680041"/>
            <a:ext cx="2352353" cy="497128"/>
            <a:chOff x="9271922" y="328372"/>
            <a:chExt cx="2352353" cy="497128"/>
          </a:xfrm>
        </p:grpSpPr>
        <p:grpSp>
          <p:nvGrpSpPr>
            <p:cNvPr id="6" name="组合 5"/>
            <p:cNvGrpSpPr/>
            <p:nvPr/>
          </p:nvGrpSpPr>
          <p:grpSpPr>
            <a:xfrm>
              <a:off x="9271922" y="328372"/>
              <a:ext cx="2352353" cy="497128"/>
              <a:chOff x="9753600" y="368300"/>
              <a:chExt cx="1502375" cy="31750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9753600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0346038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0938475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" name="任意多边形: 形状 6"/>
            <p:cNvSpPr/>
            <p:nvPr/>
          </p:nvSpPr>
          <p:spPr>
            <a:xfrm>
              <a:off x="9364766" y="430942"/>
              <a:ext cx="297524" cy="297484"/>
            </a:xfrm>
            <a:custGeom>
              <a:avLst/>
              <a:gdLst>
                <a:gd name="connsiteX0" fmla="*/ 1 w 2072432"/>
                <a:gd name="connsiteY0" fmla="*/ 1035792 h 2072153"/>
                <a:gd name="connsiteX1" fmla="*/ 1040914 w 2072432"/>
                <a:gd name="connsiteY1" fmla="*/ 15 h 2072153"/>
                <a:gd name="connsiteX2" fmla="*/ 2072432 w 2072432"/>
                <a:gd name="connsiteY2" fmla="*/ 1037483 h 2072153"/>
                <a:gd name="connsiteX3" fmla="*/ 1042292 w 2072432"/>
                <a:gd name="connsiteY3" fmla="*/ 2072133 h 2072153"/>
                <a:gd name="connsiteX4" fmla="*/ 1 w 2072432"/>
                <a:gd name="connsiteY4" fmla="*/ 1035792 h 2072153"/>
                <a:gd name="connsiteX5" fmla="*/ 1303585 w 2072432"/>
                <a:gd name="connsiteY5" fmla="*/ 1981132 h 2072153"/>
                <a:gd name="connsiteX6" fmla="*/ 1337217 w 2072432"/>
                <a:gd name="connsiteY6" fmla="*/ 1974806 h 2072153"/>
                <a:gd name="connsiteX7" fmla="*/ 1874396 w 2072432"/>
                <a:gd name="connsiteY7" fmla="*/ 1554620 h 2072153"/>
                <a:gd name="connsiteX8" fmla="*/ 1881974 w 2072432"/>
                <a:gd name="connsiteY8" fmla="*/ 1539088 h 2072153"/>
                <a:gd name="connsiteX9" fmla="*/ 1554982 w 2072432"/>
                <a:gd name="connsiteY9" fmla="*/ 1539088 h 2072153"/>
                <a:gd name="connsiteX10" fmla="*/ 1547655 w 2072432"/>
                <a:gd name="connsiteY10" fmla="*/ 1565330 h 2072153"/>
                <a:gd name="connsiteX11" fmla="*/ 1463730 w 2072432"/>
                <a:gd name="connsiteY11" fmla="*/ 1783346 h 2072153"/>
                <a:gd name="connsiteX12" fmla="*/ 1303585 w 2072432"/>
                <a:gd name="connsiteY12" fmla="*/ 1981633 h 2072153"/>
                <a:gd name="connsiteX13" fmla="*/ 1303898 w 2072432"/>
                <a:gd name="connsiteY13" fmla="*/ 1982447 h 2072153"/>
                <a:gd name="connsiteX14" fmla="*/ 1303585 w 2072432"/>
                <a:gd name="connsiteY14" fmla="*/ 1981132 h 2072153"/>
                <a:gd name="connsiteX15" fmla="*/ 802920 w 2072432"/>
                <a:gd name="connsiteY15" fmla="*/ 79493 h 2072153"/>
                <a:gd name="connsiteX16" fmla="*/ 782815 w 2072432"/>
                <a:gd name="connsiteY16" fmla="*/ 83063 h 2072153"/>
                <a:gd name="connsiteX17" fmla="*/ 195157 w 2072432"/>
                <a:gd name="connsiteY17" fmla="*/ 522351 h 2072153"/>
                <a:gd name="connsiteX18" fmla="*/ 190397 w 2072432"/>
                <a:gd name="connsiteY18" fmla="*/ 533812 h 2072153"/>
                <a:gd name="connsiteX19" fmla="*/ 541251 w 2072432"/>
                <a:gd name="connsiteY19" fmla="*/ 533812 h 2072153"/>
                <a:gd name="connsiteX20" fmla="*/ 547138 w 2072432"/>
                <a:gd name="connsiteY20" fmla="*/ 513645 h 2072153"/>
                <a:gd name="connsiteX21" fmla="*/ 610645 w 2072432"/>
                <a:gd name="connsiteY21" fmla="*/ 333834 h 2072153"/>
                <a:gd name="connsiteX22" fmla="*/ 796844 w 2072432"/>
                <a:gd name="connsiteY22" fmla="*/ 86946 h 2072153"/>
                <a:gd name="connsiteX23" fmla="*/ 802606 w 2072432"/>
                <a:gd name="connsiteY23" fmla="*/ 79180 h 2072153"/>
                <a:gd name="connsiteX24" fmla="*/ 805174 w 2072432"/>
                <a:gd name="connsiteY24" fmla="*/ 77489 h 2072153"/>
                <a:gd name="connsiteX25" fmla="*/ 802920 w 2072432"/>
                <a:gd name="connsiteY25" fmla="*/ 79493 h 2072153"/>
                <a:gd name="connsiteX26" fmla="*/ 1022939 w 2072432"/>
                <a:gd name="connsiteY26" fmla="*/ 586233 h 2072153"/>
                <a:gd name="connsiteX27" fmla="*/ 582336 w 2072432"/>
                <a:gd name="connsiteY27" fmla="*/ 586233 h 2072153"/>
                <a:gd name="connsiteX28" fmla="*/ 542817 w 2072432"/>
                <a:gd name="connsiteY28" fmla="*/ 1010114 h 2072153"/>
                <a:gd name="connsiteX29" fmla="*/ 1022939 w 2072432"/>
                <a:gd name="connsiteY29" fmla="*/ 1008110 h 2072153"/>
                <a:gd name="connsiteX30" fmla="*/ 1022939 w 2072432"/>
                <a:gd name="connsiteY30" fmla="*/ 586233 h 2072153"/>
                <a:gd name="connsiteX31" fmla="*/ 582775 w 2072432"/>
                <a:gd name="connsiteY31" fmla="*/ 1486604 h 2072153"/>
                <a:gd name="connsiteX32" fmla="*/ 1022250 w 2072432"/>
                <a:gd name="connsiteY32" fmla="*/ 1484725 h 2072153"/>
                <a:gd name="connsiteX33" fmla="*/ 1020622 w 2072432"/>
                <a:gd name="connsiteY33" fmla="*/ 1062911 h 2072153"/>
                <a:gd name="connsiteX34" fmla="*/ 541063 w 2072432"/>
                <a:gd name="connsiteY34" fmla="*/ 1064352 h 2072153"/>
                <a:gd name="connsiteX35" fmla="*/ 582775 w 2072432"/>
                <a:gd name="connsiteY35" fmla="*/ 1486604 h 2072153"/>
                <a:gd name="connsiteX36" fmla="*/ 1074860 w 2072432"/>
                <a:gd name="connsiteY36" fmla="*/ 1010365 h 2072153"/>
                <a:gd name="connsiteX37" fmla="*/ 1556109 w 2072432"/>
                <a:gd name="connsiteY37" fmla="*/ 1010365 h 2072153"/>
                <a:gd name="connsiteX38" fmla="*/ 1514085 w 2072432"/>
                <a:gd name="connsiteY38" fmla="*/ 586296 h 2072153"/>
                <a:gd name="connsiteX39" fmla="*/ 1074860 w 2072432"/>
                <a:gd name="connsiteY39" fmla="*/ 586296 h 2072153"/>
                <a:gd name="connsiteX40" fmla="*/ 1074860 w 2072432"/>
                <a:gd name="connsiteY40" fmla="*/ 1010365 h 2072153"/>
                <a:gd name="connsiteX41" fmla="*/ 1076300 w 2072432"/>
                <a:gd name="connsiteY41" fmla="*/ 1061972 h 2072153"/>
                <a:gd name="connsiteX42" fmla="*/ 1077177 w 2072432"/>
                <a:gd name="connsiteY42" fmla="*/ 1486541 h 2072153"/>
                <a:gd name="connsiteX43" fmla="*/ 1514711 w 2072432"/>
                <a:gd name="connsiteY43" fmla="*/ 1486541 h 2072153"/>
                <a:gd name="connsiteX44" fmla="*/ 1554982 w 2072432"/>
                <a:gd name="connsiteY44" fmla="*/ 1061972 h 2072153"/>
                <a:gd name="connsiteX45" fmla="*/ 1076300 w 2072432"/>
                <a:gd name="connsiteY45" fmla="*/ 1061972 h 2072153"/>
                <a:gd name="connsiteX46" fmla="*/ 489142 w 2072432"/>
                <a:gd name="connsiteY46" fmla="*/ 1010427 h 2072153"/>
                <a:gd name="connsiteX47" fmla="*/ 530228 w 2072432"/>
                <a:gd name="connsiteY47" fmla="*/ 586108 h 2072153"/>
                <a:gd name="connsiteX48" fmla="*/ 158894 w 2072432"/>
                <a:gd name="connsiteY48" fmla="*/ 586108 h 2072153"/>
                <a:gd name="connsiteX49" fmla="*/ 50919 w 2072432"/>
                <a:gd name="connsiteY49" fmla="*/ 1010427 h 2072153"/>
                <a:gd name="connsiteX50" fmla="*/ 489142 w 2072432"/>
                <a:gd name="connsiteY50" fmla="*/ 1010427 h 2072153"/>
                <a:gd name="connsiteX51" fmla="*/ 51859 w 2072432"/>
                <a:gd name="connsiteY51" fmla="*/ 1062285 h 2072153"/>
                <a:gd name="connsiteX52" fmla="*/ 51233 w 2072432"/>
                <a:gd name="connsiteY52" fmla="*/ 1075124 h 2072153"/>
                <a:gd name="connsiteX53" fmla="*/ 55053 w 2072432"/>
                <a:gd name="connsiteY53" fmla="*/ 1132431 h 2072153"/>
                <a:gd name="connsiteX54" fmla="*/ 152506 w 2072432"/>
                <a:gd name="connsiteY54" fmla="*/ 1473890 h 2072153"/>
                <a:gd name="connsiteX55" fmla="*/ 176180 w 2072432"/>
                <a:gd name="connsiteY55" fmla="*/ 1488295 h 2072153"/>
                <a:gd name="connsiteX56" fmla="*/ 515134 w 2072432"/>
                <a:gd name="connsiteY56" fmla="*/ 1487982 h 2072153"/>
                <a:gd name="connsiteX57" fmla="*/ 530165 w 2072432"/>
                <a:gd name="connsiteY57" fmla="*/ 1485853 h 2072153"/>
                <a:gd name="connsiteX58" fmla="*/ 488955 w 2072432"/>
                <a:gd name="connsiteY58" fmla="*/ 1062285 h 2072153"/>
                <a:gd name="connsiteX59" fmla="*/ 51859 w 2072432"/>
                <a:gd name="connsiteY59" fmla="*/ 1062285 h 2072153"/>
                <a:gd name="connsiteX60" fmla="*/ 1609032 w 2072432"/>
                <a:gd name="connsiteY60" fmla="*/ 1008861 h 2072153"/>
                <a:gd name="connsiteX61" fmla="*/ 2021639 w 2072432"/>
                <a:gd name="connsiteY61" fmla="*/ 1007922 h 2072153"/>
                <a:gd name="connsiteX62" fmla="*/ 1913540 w 2072432"/>
                <a:gd name="connsiteY62" fmla="*/ 586108 h 2072153"/>
                <a:gd name="connsiteX63" fmla="*/ 1566757 w 2072432"/>
                <a:gd name="connsiteY63" fmla="*/ 586108 h 2072153"/>
                <a:gd name="connsiteX64" fmla="*/ 1609032 w 2072432"/>
                <a:gd name="connsiteY64" fmla="*/ 1008861 h 2072153"/>
                <a:gd name="connsiteX65" fmla="*/ 2021702 w 2072432"/>
                <a:gd name="connsiteY65" fmla="*/ 1064352 h 2072153"/>
                <a:gd name="connsiteX66" fmla="*/ 1608969 w 2072432"/>
                <a:gd name="connsiteY66" fmla="*/ 1064665 h 2072153"/>
                <a:gd name="connsiteX67" fmla="*/ 1567007 w 2072432"/>
                <a:gd name="connsiteY67" fmla="*/ 1485289 h 2072153"/>
                <a:gd name="connsiteX68" fmla="*/ 1575274 w 2072432"/>
                <a:gd name="connsiteY68" fmla="*/ 1487731 h 2072153"/>
                <a:gd name="connsiteX69" fmla="*/ 1901891 w 2072432"/>
                <a:gd name="connsiteY69" fmla="*/ 1488233 h 2072153"/>
                <a:gd name="connsiteX70" fmla="*/ 1918613 w 2072432"/>
                <a:gd name="connsiteY70" fmla="*/ 1476208 h 2072153"/>
                <a:gd name="connsiteX71" fmla="*/ 2019072 w 2072432"/>
                <a:gd name="connsiteY71" fmla="*/ 1116773 h 2072153"/>
                <a:gd name="connsiteX72" fmla="*/ 2021702 w 2072432"/>
                <a:gd name="connsiteY72" fmla="*/ 1064352 h 2072153"/>
                <a:gd name="connsiteX73" fmla="*/ 1023064 w 2072432"/>
                <a:gd name="connsiteY73" fmla="*/ 50558 h 2072153"/>
                <a:gd name="connsiteX74" fmla="*/ 996447 w 2072432"/>
                <a:gd name="connsiteY74" fmla="*/ 52499 h 2072153"/>
                <a:gd name="connsiteX75" fmla="*/ 859099 w 2072432"/>
                <a:gd name="connsiteY75" fmla="*/ 104106 h 2072153"/>
                <a:gd name="connsiteX76" fmla="*/ 716991 w 2072432"/>
                <a:gd name="connsiteY76" fmla="*/ 244523 h 2072153"/>
                <a:gd name="connsiteX77" fmla="*/ 596866 w 2072432"/>
                <a:gd name="connsiteY77" fmla="*/ 519657 h 2072153"/>
                <a:gd name="connsiteX78" fmla="*/ 595050 w 2072432"/>
                <a:gd name="connsiteY78" fmla="*/ 532998 h 2072153"/>
                <a:gd name="connsiteX79" fmla="*/ 1023064 w 2072432"/>
                <a:gd name="connsiteY79" fmla="*/ 531244 h 2072153"/>
                <a:gd name="connsiteX80" fmla="*/ 1023064 w 2072432"/>
                <a:gd name="connsiteY80" fmla="*/ 50558 h 2072153"/>
                <a:gd name="connsiteX81" fmla="*/ 1022814 w 2072432"/>
                <a:gd name="connsiteY81" fmla="*/ 1541280 h 2072153"/>
                <a:gd name="connsiteX82" fmla="*/ 594424 w 2072432"/>
                <a:gd name="connsiteY82" fmla="*/ 1540466 h 2072153"/>
                <a:gd name="connsiteX83" fmla="*/ 598933 w 2072432"/>
                <a:gd name="connsiteY83" fmla="*/ 1560195 h 2072153"/>
                <a:gd name="connsiteX84" fmla="*/ 648724 w 2072432"/>
                <a:gd name="connsiteY84" fmla="*/ 1701425 h 2072153"/>
                <a:gd name="connsiteX85" fmla="*/ 768160 w 2072432"/>
                <a:gd name="connsiteY85" fmla="*/ 1891884 h 2072153"/>
                <a:gd name="connsiteX86" fmla="*/ 1007031 w 2072432"/>
                <a:gd name="connsiteY86" fmla="*/ 2020651 h 2072153"/>
                <a:gd name="connsiteX87" fmla="*/ 1022814 w 2072432"/>
                <a:gd name="connsiteY87" fmla="*/ 2020714 h 2072153"/>
                <a:gd name="connsiteX88" fmla="*/ 1022814 w 2072432"/>
                <a:gd name="connsiteY88" fmla="*/ 1541280 h 2072153"/>
                <a:gd name="connsiteX89" fmla="*/ 1502122 w 2072432"/>
                <a:gd name="connsiteY89" fmla="*/ 533687 h 2072153"/>
                <a:gd name="connsiteX90" fmla="*/ 1498678 w 2072432"/>
                <a:gd name="connsiteY90" fmla="*/ 515900 h 2072153"/>
                <a:gd name="connsiteX91" fmla="*/ 1450390 w 2072432"/>
                <a:gd name="connsiteY91" fmla="*/ 376422 h 2072153"/>
                <a:gd name="connsiteX92" fmla="*/ 1320119 w 2072432"/>
                <a:gd name="connsiteY92" fmla="*/ 171434 h 2072153"/>
                <a:gd name="connsiteX93" fmla="*/ 1128283 w 2072432"/>
                <a:gd name="connsiteY93" fmla="*/ 58324 h 2072153"/>
                <a:gd name="connsiteX94" fmla="*/ 1076488 w 2072432"/>
                <a:gd name="connsiteY94" fmla="*/ 52061 h 2072153"/>
                <a:gd name="connsiteX95" fmla="*/ 1077052 w 2072432"/>
                <a:gd name="connsiteY95" fmla="*/ 533749 h 2072153"/>
                <a:gd name="connsiteX96" fmla="*/ 1502122 w 2072432"/>
                <a:gd name="connsiteY96" fmla="*/ 533687 h 2072153"/>
                <a:gd name="connsiteX97" fmla="*/ 1076300 w 2072432"/>
                <a:gd name="connsiteY97" fmla="*/ 1538838 h 2072153"/>
                <a:gd name="connsiteX98" fmla="*/ 1077427 w 2072432"/>
                <a:gd name="connsiteY98" fmla="*/ 2020651 h 2072153"/>
                <a:gd name="connsiteX99" fmla="*/ 1147573 w 2072432"/>
                <a:gd name="connsiteY99" fmla="*/ 2008564 h 2072153"/>
                <a:gd name="connsiteX100" fmla="*/ 1352311 w 2072432"/>
                <a:gd name="connsiteY100" fmla="*/ 1864264 h 2072153"/>
                <a:gd name="connsiteX101" fmla="*/ 1500494 w 2072432"/>
                <a:gd name="connsiteY101" fmla="*/ 1551364 h 2072153"/>
                <a:gd name="connsiteX102" fmla="*/ 1500619 w 2072432"/>
                <a:gd name="connsiteY102" fmla="*/ 1538900 h 2072153"/>
                <a:gd name="connsiteX103" fmla="*/ 1076300 w 2072432"/>
                <a:gd name="connsiteY103" fmla="*/ 1538838 h 2072153"/>
                <a:gd name="connsiteX104" fmla="*/ 188768 w 2072432"/>
                <a:gd name="connsiteY104" fmla="*/ 1539088 h 2072153"/>
                <a:gd name="connsiteX105" fmla="*/ 451377 w 2072432"/>
                <a:gd name="connsiteY105" fmla="*/ 1829441 h 2072153"/>
                <a:gd name="connsiteX106" fmla="*/ 802794 w 2072432"/>
                <a:gd name="connsiteY106" fmla="*/ 1992530 h 2072153"/>
                <a:gd name="connsiteX107" fmla="*/ 792836 w 2072432"/>
                <a:gd name="connsiteY107" fmla="*/ 1982071 h 2072153"/>
                <a:gd name="connsiteX108" fmla="*/ 711041 w 2072432"/>
                <a:gd name="connsiteY108" fmla="*/ 1901529 h 2072153"/>
                <a:gd name="connsiteX109" fmla="*/ 568307 w 2072432"/>
                <a:gd name="connsiteY109" fmla="*/ 1628336 h 2072153"/>
                <a:gd name="connsiteX110" fmla="*/ 541439 w 2072432"/>
                <a:gd name="connsiteY110" fmla="*/ 1539151 h 2072153"/>
                <a:gd name="connsiteX111" fmla="*/ 188768 w 2072432"/>
                <a:gd name="connsiteY111" fmla="*/ 1539088 h 2072153"/>
                <a:gd name="connsiteX112" fmla="*/ 1885356 w 2072432"/>
                <a:gd name="connsiteY112" fmla="*/ 534188 h 2072153"/>
                <a:gd name="connsiteX113" fmla="*/ 1306090 w 2072432"/>
                <a:gd name="connsiteY113" fmla="*/ 87447 h 2072153"/>
                <a:gd name="connsiteX114" fmla="*/ 1306466 w 2072432"/>
                <a:gd name="connsiteY114" fmla="*/ 91330 h 2072153"/>
                <a:gd name="connsiteX115" fmla="*/ 1313793 w 2072432"/>
                <a:gd name="connsiteY115" fmla="*/ 98407 h 2072153"/>
                <a:gd name="connsiteX116" fmla="*/ 1437300 w 2072432"/>
                <a:gd name="connsiteY116" fmla="*/ 243020 h 2072153"/>
                <a:gd name="connsiteX117" fmla="*/ 1547655 w 2072432"/>
                <a:gd name="connsiteY117" fmla="*/ 507257 h 2072153"/>
                <a:gd name="connsiteX118" fmla="*/ 1555859 w 2072432"/>
                <a:gd name="connsiteY118" fmla="*/ 534250 h 2072153"/>
                <a:gd name="connsiteX119" fmla="*/ 1885356 w 2072432"/>
                <a:gd name="connsiteY119" fmla="*/ 534188 h 207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072432" h="2072153">
                  <a:moveTo>
                    <a:pt x="1" y="1035792"/>
                  </a:moveTo>
                  <a:cubicBezTo>
                    <a:pt x="1" y="464230"/>
                    <a:pt x="463527" y="-3054"/>
                    <a:pt x="1040914" y="15"/>
                  </a:cubicBezTo>
                  <a:cubicBezTo>
                    <a:pt x="1608343" y="3021"/>
                    <a:pt x="2073059" y="460221"/>
                    <a:pt x="2072432" y="1037483"/>
                  </a:cubicBezTo>
                  <a:cubicBezTo>
                    <a:pt x="2071806" y="1604474"/>
                    <a:pt x="1619366" y="2068563"/>
                    <a:pt x="1042292" y="2072133"/>
                  </a:cubicBezTo>
                  <a:cubicBezTo>
                    <a:pt x="449373" y="2075766"/>
                    <a:pt x="-876" y="1596019"/>
                    <a:pt x="1" y="1035792"/>
                  </a:cubicBezTo>
                  <a:close/>
                  <a:moveTo>
                    <a:pt x="1303585" y="1981132"/>
                  </a:moveTo>
                  <a:cubicBezTo>
                    <a:pt x="1314796" y="1979065"/>
                    <a:pt x="1326508" y="1978313"/>
                    <a:pt x="1337217" y="1974806"/>
                  </a:cubicBezTo>
                  <a:cubicBezTo>
                    <a:pt x="1566444" y="1898961"/>
                    <a:pt x="1745566" y="1758857"/>
                    <a:pt x="1874396" y="1554620"/>
                  </a:cubicBezTo>
                  <a:cubicBezTo>
                    <a:pt x="1877152" y="1550236"/>
                    <a:pt x="1878968" y="1545289"/>
                    <a:pt x="1881974" y="1539088"/>
                  </a:cubicBezTo>
                  <a:cubicBezTo>
                    <a:pt x="1771933" y="1539088"/>
                    <a:pt x="1664084" y="1539088"/>
                    <a:pt x="1554982" y="1539088"/>
                  </a:cubicBezTo>
                  <a:cubicBezTo>
                    <a:pt x="1552352" y="1548357"/>
                    <a:pt x="1549909" y="1556813"/>
                    <a:pt x="1547655" y="1565330"/>
                  </a:cubicBezTo>
                  <a:cubicBezTo>
                    <a:pt x="1527237" y="1640925"/>
                    <a:pt x="1500619" y="1714140"/>
                    <a:pt x="1463730" y="1783346"/>
                  </a:cubicBezTo>
                  <a:cubicBezTo>
                    <a:pt x="1423020" y="1859629"/>
                    <a:pt x="1372478" y="1928084"/>
                    <a:pt x="1303585" y="1981633"/>
                  </a:cubicBezTo>
                  <a:lnTo>
                    <a:pt x="1303898" y="1982447"/>
                  </a:lnTo>
                  <a:cubicBezTo>
                    <a:pt x="1303835" y="1982447"/>
                    <a:pt x="1303585" y="1981132"/>
                    <a:pt x="1303585" y="1981132"/>
                  </a:cubicBezTo>
                  <a:close/>
                  <a:moveTo>
                    <a:pt x="802920" y="79493"/>
                  </a:moveTo>
                  <a:cubicBezTo>
                    <a:pt x="796218" y="80620"/>
                    <a:pt x="789329" y="81246"/>
                    <a:pt x="782815" y="83063"/>
                  </a:cubicBezTo>
                  <a:cubicBezTo>
                    <a:pt x="530228" y="153584"/>
                    <a:pt x="334509" y="300327"/>
                    <a:pt x="195157" y="522351"/>
                  </a:cubicBezTo>
                  <a:cubicBezTo>
                    <a:pt x="193153" y="525545"/>
                    <a:pt x="192150" y="529428"/>
                    <a:pt x="190397" y="533812"/>
                  </a:cubicBezTo>
                  <a:cubicBezTo>
                    <a:pt x="308204" y="533812"/>
                    <a:pt x="424383" y="533812"/>
                    <a:pt x="541251" y="533812"/>
                  </a:cubicBezTo>
                  <a:cubicBezTo>
                    <a:pt x="543380" y="526547"/>
                    <a:pt x="545447" y="520158"/>
                    <a:pt x="547138" y="513645"/>
                  </a:cubicBezTo>
                  <a:cubicBezTo>
                    <a:pt x="563359" y="451954"/>
                    <a:pt x="583902" y="391767"/>
                    <a:pt x="610645" y="333834"/>
                  </a:cubicBezTo>
                  <a:cubicBezTo>
                    <a:pt x="654799" y="238072"/>
                    <a:pt x="712732" y="152645"/>
                    <a:pt x="796844" y="86946"/>
                  </a:cubicBezTo>
                  <a:cubicBezTo>
                    <a:pt x="799287" y="85004"/>
                    <a:pt x="800727" y="81810"/>
                    <a:pt x="802606" y="79180"/>
                  </a:cubicBezTo>
                  <a:cubicBezTo>
                    <a:pt x="803483" y="78616"/>
                    <a:pt x="804297" y="78052"/>
                    <a:pt x="805174" y="77489"/>
                  </a:cubicBezTo>
                  <a:cubicBezTo>
                    <a:pt x="804423" y="78115"/>
                    <a:pt x="803671" y="78804"/>
                    <a:pt x="802920" y="79493"/>
                  </a:cubicBezTo>
                  <a:close/>
                  <a:moveTo>
                    <a:pt x="1022939" y="586233"/>
                  </a:moveTo>
                  <a:cubicBezTo>
                    <a:pt x="874318" y="586233"/>
                    <a:pt x="728077" y="586233"/>
                    <a:pt x="582336" y="586233"/>
                  </a:cubicBezTo>
                  <a:cubicBezTo>
                    <a:pt x="555969" y="669156"/>
                    <a:pt x="529226" y="963141"/>
                    <a:pt x="542817" y="1010114"/>
                  </a:cubicBezTo>
                  <a:cubicBezTo>
                    <a:pt x="577013" y="1014060"/>
                    <a:pt x="1007720" y="1012431"/>
                    <a:pt x="1022939" y="1008110"/>
                  </a:cubicBezTo>
                  <a:cubicBezTo>
                    <a:pt x="1022939" y="868131"/>
                    <a:pt x="1022939" y="727965"/>
                    <a:pt x="1022939" y="586233"/>
                  </a:cubicBezTo>
                  <a:close/>
                  <a:moveTo>
                    <a:pt x="582775" y="1486604"/>
                  </a:moveTo>
                  <a:cubicBezTo>
                    <a:pt x="621605" y="1490675"/>
                    <a:pt x="1007470" y="1488921"/>
                    <a:pt x="1022250" y="1484725"/>
                  </a:cubicBezTo>
                  <a:cubicBezTo>
                    <a:pt x="1026196" y="1455477"/>
                    <a:pt x="1024756" y="1077066"/>
                    <a:pt x="1020622" y="1062911"/>
                  </a:cubicBezTo>
                  <a:cubicBezTo>
                    <a:pt x="993754" y="1059028"/>
                    <a:pt x="555906" y="1060343"/>
                    <a:pt x="541063" y="1064352"/>
                  </a:cubicBezTo>
                  <a:cubicBezTo>
                    <a:pt x="530040" y="1124790"/>
                    <a:pt x="559351" y="1424037"/>
                    <a:pt x="582775" y="1486604"/>
                  </a:cubicBezTo>
                  <a:close/>
                  <a:moveTo>
                    <a:pt x="1074860" y="1010365"/>
                  </a:moveTo>
                  <a:cubicBezTo>
                    <a:pt x="1236696" y="1010365"/>
                    <a:pt x="1396465" y="1010365"/>
                    <a:pt x="1556109" y="1010365"/>
                  </a:cubicBezTo>
                  <a:cubicBezTo>
                    <a:pt x="1564377" y="939029"/>
                    <a:pt x="1540264" y="659009"/>
                    <a:pt x="1514085" y="586296"/>
                  </a:cubicBezTo>
                  <a:cubicBezTo>
                    <a:pt x="1368157" y="586296"/>
                    <a:pt x="1222041" y="586296"/>
                    <a:pt x="1074860" y="586296"/>
                  </a:cubicBezTo>
                  <a:cubicBezTo>
                    <a:pt x="1074860" y="727903"/>
                    <a:pt x="1074860" y="868006"/>
                    <a:pt x="1074860" y="1010365"/>
                  </a:cubicBezTo>
                  <a:close/>
                  <a:moveTo>
                    <a:pt x="1076300" y="1061972"/>
                  </a:moveTo>
                  <a:cubicBezTo>
                    <a:pt x="1071979" y="1088464"/>
                    <a:pt x="1073043" y="1470821"/>
                    <a:pt x="1077177" y="1486541"/>
                  </a:cubicBezTo>
                  <a:cubicBezTo>
                    <a:pt x="1223042" y="1486541"/>
                    <a:pt x="1369096" y="1486541"/>
                    <a:pt x="1514711" y="1486541"/>
                  </a:cubicBezTo>
                  <a:cubicBezTo>
                    <a:pt x="1542018" y="1397231"/>
                    <a:pt x="1566882" y="1106690"/>
                    <a:pt x="1554982" y="1061972"/>
                  </a:cubicBezTo>
                  <a:cubicBezTo>
                    <a:pt x="1395839" y="1061972"/>
                    <a:pt x="1236571" y="1061972"/>
                    <a:pt x="1076300" y="1061972"/>
                  </a:cubicBezTo>
                  <a:close/>
                  <a:moveTo>
                    <a:pt x="489142" y="1010427"/>
                  </a:moveTo>
                  <a:cubicBezTo>
                    <a:pt x="488015" y="867442"/>
                    <a:pt x="502984" y="726901"/>
                    <a:pt x="530228" y="586108"/>
                  </a:cubicBezTo>
                  <a:cubicBezTo>
                    <a:pt x="405531" y="586108"/>
                    <a:pt x="282526" y="586108"/>
                    <a:pt x="158894" y="586108"/>
                  </a:cubicBezTo>
                  <a:cubicBezTo>
                    <a:pt x="90690" y="719197"/>
                    <a:pt x="54051" y="859802"/>
                    <a:pt x="50919" y="1010427"/>
                  </a:cubicBezTo>
                  <a:cubicBezTo>
                    <a:pt x="197912" y="1010427"/>
                    <a:pt x="342087" y="1010427"/>
                    <a:pt x="489142" y="1010427"/>
                  </a:cubicBezTo>
                  <a:close/>
                  <a:moveTo>
                    <a:pt x="51859" y="1062285"/>
                  </a:moveTo>
                  <a:cubicBezTo>
                    <a:pt x="51546" y="1068423"/>
                    <a:pt x="50982" y="1071805"/>
                    <a:pt x="51233" y="1075124"/>
                  </a:cubicBezTo>
                  <a:cubicBezTo>
                    <a:pt x="52423" y="1094226"/>
                    <a:pt x="53362" y="1113391"/>
                    <a:pt x="55053" y="1132431"/>
                  </a:cubicBezTo>
                  <a:cubicBezTo>
                    <a:pt x="65825" y="1252430"/>
                    <a:pt x="99270" y="1365916"/>
                    <a:pt x="152506" y="1473890"/>
                  </a:cubicBezTo>
                  <a:cubicBezTo>
                    <a:pt x="157892" y="1484788"/>
                    <a:pt x="164405" y="1488295"/>
                    <a:pt x="176180" y="1488295"/>
                  </a:cubicBezTo>
                  <a:cubicBezTo>
                    <a:pt x="289165" y="1487919"/>
                    <a:pt x="402149" y="1488107"/>
                    <a:pt x="515134" y="1487982"/>
                  </a:cubicBezTo>
                  <a:cubicBezTo>
                    <a:pt x="519581" y="1487982"/>
                    <a:pt x="524028" y="1486730"/>
                    <a:pt x="530165" y="1485853"/>
                  </a:cubicBezTo>
                  <a:cubicBezTo>
                    <a:pt x="502796" y="1345373"/>
                    <a:pt x="488266" y="1204894"/>
                    <a:pt x="488955" y="1062285"/>
                  </a:cubicBezTo>
                  <a:cubicBezTo>
                    <a:pt x="341899" y="1062285"/>
                    <a:pt x="197724" y="1062285"/>
                    <a:pt x="51859" y="1062285"/>
                  </a:cubicBezTo>
                  <a:close/>
                  <a:moveTo>
                    <a:pt x="1609032" y="1008861"/>
                  </a:moveTo>
                  <a:cubicBezTo>
                    <a:pt x="1634711" y="1013371"/>
                    <a:pt x="2006045" y="1012431"/>
                    <a:pt x="2021639" y="1007922"/>
                  </a:cubicBezTo>
                  <a:cubicBezTo>
                    <a:pt x="2017819" y="858737"/>
                    <a:pt x="1981994" y="717756"/>
                    <a:pt x="1913540" y="586108"/>
                  </a:cubicBezTo>
                  <a:cubicBezTo>
                    <a:pt x="1797235" y="586108"/>
                    <a:pt x="1683124" y="586108"/>
                    <a:pt x="1566757" y="586108"/>
                  </a:cubicBezTo>
                  <a:cubicBezTo>
                    <a:pt x="1594815" y="726963"/>
                    <a:pt x="1607779" y="867630"/>
                    <a:pt x="1609032" y="1008861"/>
                  </a:cubicBezTo>
                  <a:close/>
                  <a:moveTo>
                    <a:pt x="2021702" y="1064352"/>
                  </a:moveTo>
                  <a:cubicBezTo>
                    <a:pt x="2001723" y="1059717"/>
                    <a:pt x="1627884" y="1059905"/>
                    <a:pt x="1608969" y="1064665"/>
                  </a:cubicBezTo>
                  <a:cubicBezTo>
                    <a:pt x="1607842" y="1205770"/>
                    <a:pt x="1594564" y="1346375"/>
                    <a:pt x="1567007" y="1485289"/>
                  </a:cubicBezTo>
                  <a:cubicBezTo>
                    <a:pt x="1571454" y="1486667"/>
                    <a:pt x="1573333" y="1487731"/>
                    <a:pt x="1575274" y="1487731"/>
                  </a:cubicBezTo>
                  <a:cubicBezTo>
                    <a:pt x="1684125" y="1487919"/>
                    <a:pt x="1793039" y="1487857"/>
                    <a:pt x="1901891" y="1488233"/>
                  </a:cubicBezTo>
                  <a:cubicBezTo>
                    <a:pt x="1911222" y="1488233"/>
                    <a:pt x="1914980" y="1483473"/>
                    <a:pt x="1918613" y="1476208"/>
                  </a:cubicBezTo>
                  <a:cubicBezTo>
                    <a:pt x="1975356" y="1362847"/>
                    <a:pt x="2008988" y="1243098"/>
                    <a:pt x="2019072" y="1116773"/>
                  </a:cubicBezTo>
                  <a:cubicBezTo>
                    <a:pt x="2020512" y="1099237"/>
                    <a:pt x="2020888" y="1081575"/>
                    <a:pt x="2021702" y="1064352"/>
                  </a:cubicBezTo>
                  <a:close/>
                  <a:moveTo>
                    <a:pt x="1023064" y="50558"/>
                  </a:moveTo>
                  <a:cubicBezTo>
                    <a:pt x="1012668" y="51247"/>
                    <a:pt x="1004463" y="51247"/>
                    <a:pt x="996447" y="52499"/>
                  </a:cubicBezTo>
                  <a:cubicBezTo>
                    <a:pt x="947157" y="60265"/>
                    <a:pt x="901374" y="77739"/>
                    <a:pt x="859099" y="104106"/>
                  </a:cubicBezTo>
                  <a:cubicBezTo>
                    <a:pt x="801229" y="140244"/>
                    <a:pt x="755133" y="188469"/>
                    <a:pt x="716991" y="244523"/>
                  </a:cubicBezTo>
                  <a:cubicBezTo>
                    <a:pt x="659747" y="328698"/>
                    <a:pt x="622545" y="421641"/>
                    <a:pt x="596866" y="519657"/>
                  </a:cubicBezTo>
                  <a:cubicBezTo>
                    <a:pt x="595739" y="523979"/>
                    <a:pt x="595614" y="528551"/>
                    <a:pt x="595050" y="532998"/>
                  </a:cubicBezTo>
                  <a:cubicBezTo>
                    <a:pt x="627806" y="537068"/>
                    <a:pt x="1007908" y="535503"/>
                    <a:pt x="1023064" y="531244"/>
                  </a:cubicBezTo>
                  <a:cubicBezTo>
                    <a:pt x="1023064" y="372226"/>
                    <a:pt x="1023064" y="212958"/>
                    <a:pt x="1023064" y="50558"/>
                  </a:cubicBezTo>
                  <a:close/>
                  <a:moveTo>
                    <a:pt x="1022814" y="1541280"/>
                  </a:moveTo>
                  <a:cubicBezTo>
                    <a:pt x="1005904" y="1537021"/>
                    <a:pt x="615969" y="1536332"/>
                    <a:pt x="594424" y="1540466"/>
                  </a:cubicBezTo>
                  <a:cubicBezTo>
                    <a:pt x="595927" y="1547042"/>
                    <a:pt x="596741" y="1553869"/>
                    <a:pt x="598933" y="1560195"/>
                  </a:cubicBezTo>
                  <a:cubicBezTo>
                    <a:pt x="615217" y="1607355"/>
                    <a:pt x="629935" y="1655267"/>
                    <a:pt x="648724" y="1701425"/>
                  </a:cubicBezTo>
                  <a:cubicBezTo>
                    <a:pt x="677284" y="1771697"/>
                    <a:pt x="716428" y="1836018"/>
                    <a:pt x="768160" y="1891884"/>
                  </a:cubicBezTo>
                  <a:cubicBezTo>
                    <a:pt x="833045" y="1961904"/>
                    <a:pt x="910706" y="2008814"/>
                    <a:pt x="1007031" y="2020651"/>
                  </a:cubicBezTo>
                  <a:cubicBezTo>
                    <a:pt x="1012041" y="2021278"/>
                    <a:pt x="1017240" y="2020714"/>
                    <a:pt x="1022814" y="2020714"/>
                  </a:cubicBezTo>
                  <a:cubicBezTo>
                    <a:pt x="1022814" y="1859629"/>
                    <a:pt x="1022814" y="1700298"/>
                    <a:pt x="1022814" y="1541280"/>
                  </a:cubicBezTo>
                  <a:close/>
                  <a:moveTo>
                    <a:pt x="1502122" y="533687"/>
                  </a:moveTo>
                  <a:cubicBezTo>
                    <a:pt x="1500745" y="526296"/>
                    <a:pt x="1500369" y="520847"/>
                    <a:pt x="1498678" y="515900"/>
                  </a:cubicBezTo>
                  <a:cubicBezTo>
                    <a:pt x="1482832" y="469303"/>
                    <a:pt x="1468866" y="421954"/>
                    <a:pt x="1450390" y="376422"/>
                  </a:cubicBezTo>
                  <a:cubicBezTo>
                    <a:pt x="1419576" y="300389"/>
                    <a:pt x="1377739" y="230745"/>
                    <a:pt x="1320119" y="171434"/>
                  </a:cubicBezTo>
                  <a:cubicBezTo>
                    <a:pt x="1266508" y="116194"/>
                    <a:pt x="1203940" y="76048"/>
                    <a:pt x="1128283" y="58324"/>
                  </a:cubicBezTo>
                  <a:cubicBezTo>
                    <a:pt x="1111248" y="54315"/>
                    <a:pt x="1094087" y="49430"/>
                    <a:pt x="1076488" y="52061"/>
                  </a:cubicBezTo>
                  <a:cubicBezTo>
                    <a:pt x="1072229" y="74044"/>
                    <a:pt x="1072793" y="516526"/>
                    <a:pt x="1077052" y="533749"/>
                  </a:cubicBezTo>
                  <a:cubicBezTo>
                    <a:pt x="1217656" y="533687"/>
                    <a:pt x="1358386" y="533687"/>
                    <a:pt x="1502122" y="533687"/>
                  </a:cubicBezTo>
                  <a:close/>
                  <a:moveTo>
                    <a:pt x="1076300" y="1538838"/>
                  </a:moveTo>
                  <a:cubicBezTo>
                    <a:pt x="1071728" y="1566458"/>
                    <a:pt x="1072918" y="2005620"/>
                    <a:pt x="1077427" y="2020651"/>
                  </a:cubicBezTo>
                  <a:cubicBezTo>
                    <a:pt x="1101478" y="2020964"/>
                    <a:pt x="1124713" y="2015453"/>
                    <a:pt x="1147573" y="2008564"/>
                  </a:cubicBezTo>
                  <a:cubicBezTo>
                    <a:pt x="1231748" y="1983136"/>
                    <a:pt x="1298011" y="1932030"/>
                    <a:pt x="1352311" y="1864264"/>
                  </a:cubicBezTo>
                  <a:cubicBezTo>
                    <a:pt x="1426528" y="1771759"/>
                    <a:pt x="1469555" y="1664348"/>
                    <a:pt x="1500494" y="1551364"/>
                  </a:cubicBezTo>
                  <a:cubicBezTo>
                    <a:pt x="1501496" y="1547794"/>
                    <a:pt x="1500619" y="1543723"/>
                    <a:pt x="1500619" y="1538900"/>
                  </a:cubicBezTo>
                  <a:cubicBezTo>
                    <a:pt x="1358762" y="1538838"/>
                    <a:pt x="1218032" y="1538838"/>
                    <a:pt x="1076300" y="1538838"/>
                  </a:cubicBezTo>
                  <a:close/>
                  <a:moveTo>
                    <a:pt x="188768" y="1539088"/>
                  </a:moveTo>
                  <a:cubicBezTo>
                    <a:pt x="258413" y="1655956"/>
                    <a:pt x="345594" y="1751279"/>
                    <a:pt x="451377" y="1829441"/>
                  </a:cubicBezTo>
                  <a:cubicBezTo>
                    <a:pt x="557284" y="1907666"/>
                    <a:pt x="674214" y="1962656"/>
                    <a:pt x="802794" y="1992530"/>
                  </a:cubicBezTo>
                  <a:cubicBezTo>
                    <a:pt x="800039" y="1988084"/>
                    <a:pt x="796531" y="1984952"/>
                    <a:pt x="792836" y="1982071"/>
                  </a:cubicBezTo>
                  <a:cubicBezTo>
                    <a:pt x="762461" y="1958334"/>
                    <a:pt x="735467" y="1931278"/>
                    <a:pt x="711041" y="1901529"/>
                  </a:cubicBezTo>
                  <a:cubicBezTo>
                    <a:pt x="644340" y="1820423"/>
                    <a:pt x="600624" y="1727354"/>
                    <a:pt x="568307" y="1628336"/>
                  </a:cubicBezTo>
                  <a:cubicBezTo>
                    <a:pt x="558787" y="1599150"/>
                    <a:pt x="550583" y="1569589"/>
                    <a:pt x="541439" y="1539151"/>
                  </a:cubicBezTo>
                  <a:cubicBezTo>
                    <a:pt x="425072" y="1539088"/>
                    <a:pt x="309018" y="1539088"/>
                    <a:pt x="188768" y="1539088"/>
                  </a:cubicBezTo>
                  <a:close/>
                  <a:moveTo>
                    <a:pt x="1885356" y="534188"/>
                  </a:moveTo>
                  <a:cubicBezTo>
                    <a:pt x="1746818" y="309972"/>
                    <a:pt x="1555358" y="162415"/>
                    <a:pt x="1306090" y="87447"/>
                  </a:cubicBezTo>
                  <a:cubicBezTo>
                    <a:pt x="1306340" y="90265"/>
                    <a:pt x="1306153" y="91017"/>
                    <a:pt x="1306466" y="91330"/>
                  </a:cubicBezTo>
                  <a:cubicBezTo>
                    <a:pt x="1308846" y="93772"/>
                    <a:pt x="1311163" y="96215"/>
                    <a:pt x="1313793" y="98407"/>
                  </a:cubicBezTo>
                  <a:cubicBezTo>
                    <a:pt x="1363334" y="139430"/>
                    <a:pt x="1403417" y="188532"/>
                    <a:pt x="1437300" y="243020"/>
                  </a:cubicBezTo>
                  <a:cubicBezTo>
                    <a:pt x="1488281" y="325128"/>
                    <a:pt x="1521976" y="414501"/>
                    <a:pt x="1547655" y="507257"/>
                  </a:cubicBezTo>
                  <a:cubicBezTo>
                    <a:pt x="1550160" y="516275"/>
                    <a:pt x="1553103" y="525231"/>
                    <a:pt x="1555859" y="534250"/>
                  </a:cubicBezTo>
                  <a:cubicBezTo>
                    <a:pt x="1664898" y="534188"/>
                    <a:pt x="1772309" y="534188"/>
                    <a:pt x="1885356" y="534188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" name="图形 4"/>
            <p:cNvGrpSpPr/>
            <p:nvPr/>
          </p:nvGrpSpPr>
          <p:grpSpPr>
            <a:xfrm>
              <a:off x="10308669" y="437286"/>
              <a:ext cx="286717" cy="271398"/>
              <a:chOff x="7567305" y="-62"/>
              <a:chExt cx="1997151" cy="1890443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/>
            </p:nvSpPr>
            <p:spPr>
              <a:xfrm>
                <a:off x="7879555" y="257308"/>
                <a:ext cx="1677359" cy="1443861"/>
              </a:xfrm>
              <a:custGeom>
                <a:avLst/>
                <a:gdLst>
                  <a:gd name="connsiteX0" fmla="*/ 76997 w 1677359"/>
                  <a:gd name="connsiteY0" fmla="*/ 1441722 h 1443861"/>
                  <a:gd name="connsiteX1" fmla="*/ 179210 w 1677359"/>
                  <a:gd name="connsiteY1" fmla="*/ 1393371 h 1443861"/>
                  <a:gd name="connsiteX2" fmla="*/ 189168 w 1677359"/>
                  <a:gd name="connsiteY2" fmla="*/ 1331681 h 1443861"/>
                  <a:gd name="connsiteX3" fmla="*/ 135368 w 1677359"/>
                  <a:gd name="connsiteY3" fmla="*/ 1260408 h 1443861"/>
                  <a:gd name="connsiteX4" fmla="*/ 372611 w 1677359"/>
                  <a:gd name="connsiteY4" fmla="*/ 190497 h 1443861"/>
                  <a:gd name="connsiteX5" fmla="*/ 418457 w 1677359"/>
                  <a:gd name="connsiteY5" fmla="*/ 190497 h 1443861"/>
                  <a:gd name="connsiteX6" fmla="*/ 712881 w 1677359"/>
                  <a:gd name="connsiteY6" fmla="*/ 700620 h 1443861"/>
                  <a:gd name="connsiteX7" fmla="*/ 712818 w 1677359"/>
                  <a:gd name="connsiteY7" fmla="*/ 827696 h 1443861"/>
                  <a:gd name="connsiteX8" fmla="*/ 765114 w 1677359"/>
                  <a:gd name="connsiteY8" fmla="*/ 858134 h 1443861"/>
                  <a:gd name="connsiteX9" fmla="*/ 844717 w 1677359"/>
                  <a:gd name="connsiteY9" fmla="*/ 839784 h 1443861"/>
                  <a:gd name="connsiteX10" fmla="*/ 861001 w 1677359"/>
                  <a:gd name="connsiteY10" fmla="*/ 853750 h 1443861"/>
                  <a:gd name="connsiteX11" fmla="*/ 1111960 w 1677359"/>
                  <a:gd name="connsiteY11" fmla="*/ 1078718 h 1443861"/>
                  <a:gd name="connsiteX12" fmla="*/ 1126929 w 1677359"/>
                  <a:gd name="connsiteY12" fmla="*/ 1108091 h 1443861"/>
                  <a:gd name="connsiteX13" fmla="*/ 1201083 w 1677359"/>
                  <a:gd name="connsiteY13" fmla="*/ 1191327 h 1443861"/>
                  <a:gd name="connsiteX14" fmla="*/ 1301416 w 1677359"/>
                  <a:gd name="connsiteY14" fmla="*/ 1150617 h 1443861"/>
                  <a:gd name="connsiteX15" fmla="*/ 1297470 w 1677359"/>
                  <a:gd name="connsiteY15" fmla="*/ 1040764 h 1443861"/>
                  <a:gd name="connsiteX16" fmla="*/ 1287262 w 1677359"/>
                  <a:gd name="connsiteY16" fmla="*/ 1027361 h 1443861"/>
                  <a:gd name="connsiteX17" fmla="*/ 1554567 w 1677359"/>
                  <a:gd name="connsiteY17" fmla="*/ 440391 h 1443861"/>
                  <a:gd name="connsiteX18" fmla="*/ 1572354 w 1677359"/>
                  <a:gd name="connsiteY18" fmla="*/ 441832 h 1443861"/>
                  <a:gd name="connsiteX19" fmla="*/ 1620266 w 1677359"/>
                  <a:gd name="connsiteY19" fmla="*/ 433752 h 1443861"/>
                  <a:gd name="connsiteX20" fmla="*/ 1666425 w 1677359"/>
                  <a:gd name="connsiteY20" fmla="*/ 302856 h 1443861"/>
                  <a:gd name="connsiteX21" fmla="*/ 1532459 w 1677359"/>
                  <a:gd name="connsiteY21" fmla="*/ 264589 h 1443861"/>
                  <a:gd name="connsiteX22" fmla="*/ 1502584 w 1677359"/>
                  <a:gd name="connsiteY22" fmla="*/ 400371 h 1443861"/>
                  <a:gd name="connsiteX23" fmla="*/ 1505340 w 1677359"/>
                  <a:gd name="connsiteY23" fmla="*/ 437135 h 1443861"/>
                  <a:gd name="connsiteX24" fmla="*/ 1254820 w 1677359"/>
                  <a:gd name="connsiteY24" fmla="*/ 986526 h 1443861"/>
                  <a:gd name="connsiteX25" fmla="*/ 1245550 w 1677359"/>
                  <a:gd name="connsiteY25" fmla="*/ 1005315 h 1443861"/>
                  <a:gd name="connsiteX26" fmla="*/ 1141835 w 1677359"/>
                  <a:gd name="connsiteY26" fmla="*/ 1043582 h 1443861"/>
                  <a:gd name="connsiteX27" fmla="*/ 873214 w 1677359"/>
                  <a:gd name="connsiteY27" fmla="*/ 802456 h 1443861"/>
                  <a:gd name="connsiteX28" fmla="*/ 854550 w 1677359"/>
                  <a:gd name="connsiteY28" fmla="*/ 699993 h 1443861"/>
                  <a:gd name="connsiteX29" fmla="*/ 751587 w 1677359"/>
                  <a:gd name="connsiteY29" fmla="*/ 674816 h 1443861"/>
                  <a:gd name="connsiteX30" fmla="*/ 457601 w 1677359"/>
                  <a:gd name="connsiteY30" fmla="*/ 165883 h 1443861"/>
                  <a:gd name="connsiteX31" fmla="*/ 468373 w 1677359"/>
                  <a:gd name="connsiteY31" fmla="*/ 151729 h 1443861"/>
                  <a:gd name="connsiteX32" fmla="*/ 454093 w 1677359"/>
                  <a:gd name="connsiteY32" fmla="*/ 23462 h 1443861"/>
                  <a:gd name="connsiteX33" fmla="*/ 325075 w 1677359"/>
                  <a:gd name="connsiteY33" fmla="*/ 26719 h 1443861"/>
                  <a:gd name="connsiteX34" fmla="*/ 317810 w 1677359"/>
                  <a:gd name="connsiteY34" fmla="*/ 155236 h 1443861"/>
                  <a:gd name="connsiteX35" fmla="*/ 325702 w 1677359"/>
                  <a:gd name="connsiteY35" fmla="*/ 188368 h 1443861"/>
                  <a:gd name="connsiteX36" fmla="*/ 109314 w 1677359"/>
                  <a:gd name="connsiteY36" fmla="*/ 1164521 h 1443861"/>
                  <a:gd name="connsiteX37" fmla="*/ 89586 w 1677359"/>
                  <a:gd name="connsiteY37" fmla="*/ 1251326 h 1443861"/>
                  <a:gd name="connsiteX38" fmla="*/ 25 w 1677359"/>
                  <a:gd name="connsiteY38" fmla="*/ 1349969 h 1443861"/>
                  <a:gd name="connsiteX39" fmla="*/ 76997 w 1677359"/>
                  <a:gd name="connsiteY39" fmla="*/ 1441722 h 1443861"/>
                  <a:gd name="connsiteX40" fmla="*/ 1580997 w 1677359"/>
                  <a:gd name="connsiteY40" fmla="*/ 299223 h 1443861"/>
                  <a:gd name="connsiteX41" fmla="*/ 1630037 w 1677359"/>
                  <a:gd name="connsiteY41" fmla="*/ 349077 h 1443861"/>
                  <a:gd name="connsiteX42" fmla="*/ 1579933 w 1677359"/>
                  <a:gd name="connsiteY42" fmla="*/ 395924 h 1443861"/>
                  <a:gd name="connsiteX43" fmla="*/ 1532521 w 1677359"/>
                  <a:gd name="connsiteY43" fmla="*/ 346947 h 1443861"/>
                  <a:gd name="connsiteX44" fmla="*/ 1580997 w 1677359"/>
                  <a:gd name="connsiteY44" fmla="*/ 299223 h 1443861"/>
                  <a:gd name="connsiteX45" fmla="*/ 1222502 w 1677359"/>
                  <a:gd name="connsiteY45" fmla="*/ 1049031 h 1443861"/>
                  <a:gd name="connsiteX46" fmla="*/ 1270101 w 1677359"/>
                  <a:gd name="connsiteY46" fmla="*/ 1097945 h 1443861"/>
                  <a:gd name="connsiteX47" fmla="*/ 1220748 w 1677359"/>
                  <a:gd name="connsiteY47" fmla="*/ 1146671 h 1443861"/>
                  <a:gd name="connsiteX48" fmla="*/ 1172649 w 1677359"/>
                  <a:gd name="connsiteY48" fmla="*/ 1098258 h 1443861"/>
                  <a:gd name="connsiteX49" fmla="*/ 1222502 w 1677359"/>
                  <a:gd name="connsiteY49" fmla="*/ 1049031 h 1443861"/>
                  <a:gd name="connsiteX50" fmla="*/ 784592 w 1677359"/>
                  <a:gd name="connsiteY50" fmla="*/ 716465 h 1443861"/>
                  <a:gd name="connsiteX51" fmla="*/ 833506 w 1677359"/>
                  <a:gd name="connsiteY51" fmla="*/ 766193 h 1443861"/>
                  <a:gd name="connsiteX52" fmla="*/ 784780 w 1677359"/>
                  <a:gd name="connsiteY52" fmla="*/ 813730 h 1443861"/>
                  <a:gd name="connsiteX53" fmla="*/ 736054 w 1677359"/>
                  <a:gd name="connsiteY53" fmla="*/ 766381 h 1443861"/>
                  <a:gd name="connsiteX54" fmla="*/ 784592 w 1677359"/>
                  <a:gd name="connsiteY54" fmla="*/ 716465 h 1443861"/>
                  <a:gd name="connsiteX55" fmla="*/ 390711 w 1677359"/>
                  <a:gd name="connsiteY55" fmla="*/ 46824 h 1443861"/>
                  <a:gd name="connsiteX56" fmla="*/ 439751 w 1677359"/>
                  <a:gd name="connsiteY56" fmla="*/ 96301 h 1443861"/>
                  <a:gd name="connsiteX57" fmla="*/ 391776 w 1677359"/>
                  <a:gd name="connsiteY57" fmla="*/ 144339 h 1443861"/>
                  <a:gd name="connsiteX58" fmla="*/ 342361 w 1677359"/>
                  <a:gd name="connsiteY58" fmla="*/ 95299 h 1443861"/>
                  <a:gd name="connsiteX59" fmla="*/ 390711 w 1677359"/>
                  <a:gd name="connsiteY59" fmla="*/ 46824 h 1443861"/>
                  <a:gd name="connsiteX60" fmla="*/ 96037 w 1677359"/>
                  <a:gd name="connsiteY60" fmla="*/ 1299802 h 1443861"/>
                  <a:gd name="connsiteX61" fmla="*/ 143886 w 1677359"/>
                  <a:gd name="connsiteY61" fmla="*/ 1348027 h 1443861"/>
                  <a:gd name="connsiteX62" fmla="*/ 94847 w 1677359"/>
                  <a:gd name="connsiteY62" fmla="*/ 1397067 h 1443861"/>
                  <a:gd name="connsiteX63" fmla="*/ 46496 w 1677359"/>
                  <a:gd name="connsiteY63" fmla="*/ 1348842 h 1443861"/>
                  <a:gd name="connsiteX64" fmla="*/ 96037 w 1677359"/>
                  <a:gd name="connsiteY64" fmla="*/ 1299802 h 144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677359" h="1443861">
                    <a:moveTo>
                      <a:pt x="76997" y="1441722"/>
                    </a:moveTo>
                    <a:cubicBezTo>
                      <a:pt x="115703" y="1450866"/>
                      <a:pt x="159669" y="1429947"/>
                      <a:pt x="179210" y="1393371"/>
                    </a:cubicBezTo>
                    <a:cubicBezTo>
                      <a:pt x="189606" y="1373894"/>
                      <a:pt x="192863" y="1353226"/>
                      <a:pt x="189168" y="1331681"/>
                    </a:cubicBezTo>
                    <a:cubicBezTo>
                      <a:pt x="183594" y="1299113"/>
                      <a:pt x="162801" y="1277130"/>
                      <a:pt x="135368" y="1260408"/>
                    </a:cubicBezTo>
                    <a:cubicBezTo>
                      <a:pt x="214595" y="903040"/>
                      <a:pt x="293510" y="547113"/>
                      <a:pt x="372611" y="190497"/>
                    </a:cubicBezTo>
                    <a:cubicBezTo>
                      <a:pt x="388832" y="190497"/>
                      <a:pt x="403050" y="190497"/>
                      <a:pt x="418457" y="190497"/>
                    </a:cubicBezTo>
                    <a:cubicBezTo>
                      <a:pt x="516598" y="360538"/>
                      <a:pt x="615053" y="531142"/>
                      <a:pt x="712881" y="700620"/>
                    </a:cubicBezTo>
                    <a:cubicBezTo>
                      <a:pt x="682130" y="751538"/>
                      <a:pt x="682505" y="793563"/>
                      <a:pt x="712818" y="827696"/>
                    </a:cubicBezTo>
                    <a:cubicBezTo>
                      <a:pt x="726910" y="843542"/>
                      <a:pt x="744321" y="853688"/>
                      <a:pt x="765114" y="858134"/>
                    </a:cubicBezTo>
                    <a:cubicBezTo>
                      <a:pt x="794425" y="864460"/>
                      <a:pt x="820292" y="855504"/>
                      <a:pt x="844717" y="839784"/>
                    </a:cubicBezTo>
                    <a:cubicBezTo>
                      <a:pt x="850667" y="844857"/>
                      <a:pt x="855928" y="849178"/>
                      <a:pt x="861001" y="853750"/>
                    </a:cubicBezTo>
                    <a:cubicBezTo>
                      <a:pt x="944612" y="928781"/>
                      <a:pt x="1028098" y="1003937"/>
                      <a:pt x="1111960" y="1078718"/>
                    </a:cubicBezTo>
                    <a:cubicBezTo>
                      <a:pt x="1121167" y="1086985"/>
                      <a:pt x="1125739" y="1095315"/>
                      <a:pt x="1126929" y="1108091"/>
                    </a:cubicBezTo>
                    <a:cubicBezTo>
                      <a:pt x="1131000" y="1149740"/>
                      <a:pt x="1160686" y="1181932"/>
                      <a:pt x="1201083" y="1191327"/>
                    </a:cubicBezTo>
                    <a:cubicBezTo>
                      <a:pt x="1238786" y="1200095"/>
                      <a:pt x="1279997" y="1183373"/>
                      <a:pt x="1301416" y="1150617"/>
                    </a:cubicBezTo>
                    <a:cubicBezTo>
                      <a:pt x="1323212" y="1117235"/>
                      <a:pt x="1321709" y="1073832"/>
                      <a:pt x="1297470" y="1040764"/>
                    </a:cubicBezTo>
                    <a:cubicBezTo>
                      <a:pt x="1294277" y="1036442"/>
                      <a:pt x="1290957" y="1032183"/>
                      <a:pt x="1287262" y="1027361"/>
                    </a:cubicBezTo>
                    <a:cubicBezTo>
                      <a:pt x="1376448" y="831517"/>
                      <a:pt x="1465507" y="636048"/>
                      <a:pt x="1554567" y="440391"/>
                    </a:cubicBezTo>
                    <a:cubicBezTo>
                      <a:pt x="1561644" y="441018"/>
                      <a:pt x="1567156" y="442458"/>
                      <a:pt x="1572354" y="441832"/>
                    </a:cubicBezTo>
                    <a:cubicBezTo>
                      <a:pt x="1588450" y="439765"/>
                      <a:pt x="1605674" y="439828"/>
                      <a:pt x="1620266" y="433752"/>
                    </a:cubicBezTo>
                    <a:cubicBezTo>
                      <a:pt x="1671498" y="412396"/>
                      <a:pt x="1691853" y="352208"/>
                      <a:pt x="1666425" y="302856"/>
                    </a:cubicBezTo>
                    <a:cubicBezTo>
                      <a:pt x="1641123" y="253753"/>
                      <a:pt x="1580872" y="236530"/>
                      <a:pt x="1532459" y="264589"/>
                    </a:cubicBezTo>
                    <a:cubicBezTo>
                      <a:pt x="1485423" y="291833"/>
                      <a:pt x="1470643" y="355214"/>
                      <a:pt x="1502584" y="400371"/>
                    </a:cubicBezTo>
                    <a:cubicBezTo>
                      <a:pt x="1512041" y="413711"/>
                      <a:pt x="1511728" y="423231"/>
                      <a:pt x="1505340" y="437135"/>
                    </a:cubicBezTo>
                    <a:cubicBezTo>
                      <a:pt x="1421478" y="620077"/>
                      <a:pt x="1338243" y="803333"/>
                      <a:pt x="1254820" y="986526"/>
                    </a:cubicBezTo>
                    <a:cubicBezTo>
                      <a:pt x="1252001" y="992664"/>
                      <a:pt x="1248870" y="998614"/>
                      <a:pt x="1245550" y="1005315"/>
                    </a:cubicBezTo>
                    <a:cubicBezTo>
                      <a:pt x="1203150" y="996484"/>
                      <a:pt x="1169580" y="1011077"/>
                      <a:pt x="1141835" y="1043582"/>
                    </a:cubicBezTo>
                    <a:cubicBezTo>
                      <a:pt x="1051710" y="962664"/>
                      <a:pt x="962650" y="882748"/>
                      <a:pt x="873214" y="802456"/>
                    </a:cubicBezTo>
                    <a:cubicBezTo>
                      <a:pt x="886241" y="764064"/>
                      <a:pt x="881732" y="729429"/>
                      <a:pt x="854550" y="699993"/>
                    </a:cubicBezTo>
                    <a:cubicBezTo>
                      <a:pt x="826555" y="669680"/>
                      <a:pt x="791294" y="664419"/>
                      <a:pt x="751587" y="674816"/>
                    </a:cubicBezTo>
                    <a:cubicBezTo>
                      <a:pt x="653320" y="504712"/>
                      <a:pt x="555491" y="335298"/>
                      <a:pt x="457601" y="165883"/>
                    </a:cubicBezTo>
                    <a:cubicBezTo>
                      <a:pt x="461797" y="160372"/>
                      <a:pt x="465179" y="156113"/>
                      <a:pt x="468373" y="151729"/>
                    </a:cubicBezTo>
                    <a:cubicBezTo>
                      <a:pt x="497496" y="111270"/>
                      <a:pt x="491233" y="55466"/>
                      <a:pt x="454093" y="23462"/>
                    </a:cubicBezTo>
                    <a:cubicBezTo>
                      <a:pt x="416327" y="-9043"/>
                      <a:pt x="360210" y="-7602"/>
                      <a:pt x="325075" y="26719"/>
                    </a:cubicBezTo>
                    <a:cubicBezTo>
                      <a:pt x="289376" y="61604"/>
                      <a:pt x="285555" y="116781"/>
                      <a:pt x="317810" y="155236"/>
                    </a:cubicBezTo>
                    <a:cubicBezTo>
                      <a:pt x="326891" y="166071"/>
                      <a:pt x="328708" y="174965"/>
                      <a:pt x="325702" y="188368"/>
                    </a:cubicBezTo>
                    <a:cubicBezTo>
                      <a:pt x="253301" y="513669"/>
                      <a:pt x="181339" y="839095"/>
                      <a:pt x="109314" y="1164521"/>
                    </a:cubicBezTo>
                    <a:cubicBezTo>
                      <a:pt x="102801" y="1193832"/>
                      <a:pt x="96037" y="1223018"/>
                      <a:pt x="89586" y="1251326"/>
                    </a:cubicBezTo>
                    <a:cubicBezTo>
                      <a:pt x="28333" y="1269113"/>
                      <a:pt x="-977" y="1301869"/>
                      <a:pt x="25" y="1349969"/>
                    </a:cubicBezTo>
                    <a:cubicBezTo>
                      <a:pt x="901" y="1394749"/>
                      <a:pt x="31152" y="1430887"/>
                      <a:pt x="76997" y="1441722"/>
                    </a:cubicBezTo>
                    <a:close/>
                    <a:moveTo>
                      <a:pt x="1580997" y="299223"/>
                    </a:moveTo>
                    <a:cubicBezTo>
                      <a:pt x="1608805" y="299286"/>
                      <a:pt x="1631289" y="322083"/>
                      <a:pt x="1630037" y="349077"/>
                    </a:cubicBezTo>
                    <a:cubicBezTo>
                      <a:pt x="1628784" y="375882"/>
                      <a:pt x="1606801" y="396425"/>
                      <a:pt x="1579933" y="395924"/>
                    </a:cubicBezTo>
                    <a:cubicBezTo>
                      <a:pt x="1552751" y="395423"/>
                      <a:pt x="1532333" y="374316"/>
                      <a:pt x="1532521" y="346947"/>
                    </a:cubicBezTo>
                    <a:cubicBezTo>
                      <a:pt x="1532709" y="319703"/>
                      <a:pt x="1553565" y="299223"/>
                      <a:pt x="1580997" y="299223"/>
                    </a:cubicBezTo>
                    <a:close/>
                    <a:moveTo>
                      <a:pt x="1222502" y="1049031"/>
                    </a:moveTo>
                    <a:cubicBezTo>
                      <a:pt x="1248932" y="1049532"/>
                      <a:pt x="1270101" y="1071327"/>
                      <a:pt x="1270101" y="1097945"/>
                    </a:cubicBezTo>
                    <a:cubicBezTo>
                      <a:pt x="1270101" y="1125816"/>
                      <a:pt x="1248557" y="1147047"/>
                      <a:pt x="1220748" y="1146671"/>
                    </a:cubicBezTo>
                    <a:cubicBezTo>
                      <a:pt x="1194256" y="1146296"/>
                      <a:pt x="1172586" y="1124500"/>
                      <a:pt x="1172649" y="1098258"/>
                    </a:cubicBezTo>
                    <a:cubicBezTo>
                      <a:pt x="1172712" y="1071453"/>
                      <a:pt x="1195947" y="1048530"/>
                      <a:pt x="1222502" y="1049031"/>
                    </a:cubicBezTo>
                    <a:close/>
                    <a:moveTo>
                      <a:pt x="784592" y="716465"/>
                    </a:moveTo>
                    <a:cubicBezTo>
                      <a:pt x="811711" y="716402"/>
                      <a:pt x="833945" y="739012"/>
                      <a:pt x="833506" y="766193"/>
                    </a:cubicBezTo>
                    <a:cubicBezTo>
                      <a:pt x="833068" y="792623"/>
                      <a:pt x="811461" y="813730"/>
                      <a:pt x="784780" y="813730"/>
                    </a:cubicBezTo>
                    <a:cubicBezTo>
                      <a:pt x="757912" y="813792"/>
                      <a:pt x="736492" y="792936"/>
                      <a:pt x="736054" y="766381"/>
                    </a:cubicBezTo>
                    <a:cubicBezTo>
                      <a:pt x="735616" y="738761"/>
                      <a:pt x="757223" y="716528"/>
                      <a:pt x="784592" y="716465"/>
                    </a:cubicBezTo>
                    <a:close/>
                    <a:moveTo>
                      <a:pt x="390711" y="46824"/>
                    </a:moveTo>
                    <a:cubicBezTo>
                      <a:pt x="417768" y="46448"/>
                      <a:pt x="439876" y="68744"/>
                      <a:pt x="439751" y="96301"/>
                    </a:cubicBezTo>
                    <a:cubicBezTo>
                      <a:pt x="439625" y="123232"/>
                      <a:pt x="418770" y="144151"/>
                      <a:pt x="391776" y="144339"/>
                    </a:cubicBezTo>
                    <a:cubicBezTo>
                      <a:pt x="364282" y="144527"/>
                      <a:pt x="341985" y="122418"/>
                      <a:pt x="342361" y="95299"/>
                    </a:cubicBezTo>
                    <a:cubicBezTo>
                      <a:pt x="342674" y="69308"/>
                      <a:pt x="364720" y="47199"/>
                      <a:pt x="390711" y="46824"/>
                    </a:cubicBezTo>
                    <a:close/>
                    <a:moveTo>
                      <a:pt x="96037" y="1299802"/>
                    </a:moveTo>
                    <a:cubicBezTo>
                      <a:pt x="123030" y="1300115"/>
                      <a:pt x="143761" y="1321034"/>
                      <a:pt x="143886" y="1348027"/>
                    </a:cubicBezTo>
                    <a:cubicBezTo>
                      <a:pt x="144011" y="1375898"/>
                      <a:pt x="122529" y="1397380"/>
                      <a:pt x="94847" y="1397067"/>
                    </a:cubicBezTo>
                    <a:cubicBezTo>
                      <a:pt x="68417" y="1396754"/>
                      <a:pt x="46872" y="1375271"/>
                      <a:pt x="46496" y="1348842"/>
                    </a:cubicBezTo>
                    <a:cubicBezTo>
                      <a:pt x="46121" y="1321848"/>
                      <a:pt x="68730" y="1299426"/>
                      <a:pt x="96037" y="1299802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7567305" y="-62"/>
                <a:ext cx="1997151" cy="1890443"/>
              </a:xfrm>
              <a:custGeom>
                <a:avLst/>
                <a:gdLst>
                  <a:gd name="connsiteX0" fmla="*/ 1966651 w 1997151"/>
                  <a:gd name="connsiteY0" fmla="*/ 1843581 h 1890443"/>
                  <a:gd name="connsiteX1" fmla="*/ 203362 w 1997151"/>
                  <a:gd name="connsiteY1" fmla="*/ 1843581 h 1890443"/>
                  <a:gd name="connsiteX2" fmla="*/ 178685 w 1997151"/>
                  <a:gd name="connsiteY2" fmla="*/ 1843518 h 1890443"/>
                  <a:gd name="connsiteX3" fmla="*/ 108038 w 1997151"/>
                  <a:gd name="connsiteY3" fmla="*/ 1772370 h 1890443"/>
                  <a:gd name="connsiteX4" fmla="*/ 108038 w 1997151"/>
                  <a:gd name="connsiteY4" fmla="*/ 1665523 h 1890443"/>
                  <a:gd name="connsiteX5" fmla="*/ 110356 w 1997151"/>
                  <a:gd name="connsiteY5" fmla="*/ 1650617 h 1890443"/>
                  <a:gd name="connsiteX6" fmla="*/ 144113 w 1997151"/>
                  <a:gd name="connsiteY6" fmla="*/ 1650492 h 1890443"/>
                  <a:gd name="connsiteX7" fmla="*/ 171170 w 1997151"/>
                  <a:gd name="connsiteY7" fmla="*/ 1626004 h 1890443"/>
                  <a:gd name="connsiteX8" fmla="*/ 144051 w 1997151"/>
                  <a:gd name="connsiteY8" fmla="*/ 1604208 h 1890443"/>
                  <a:gd name="connsiteX9" fmla="*/ 109041 w 1997151"/>
                  <a:gd name="connsiteY9" fmla="*/ 1603081 h 1890443"/>
                  <a:gd name="connsiteX10" fmla="*/ 109041 w 1997151"/>
                  <a:gd name="connsiteY10" fmla="*/ 1364022 h 1890443"/>
                  <a:gd name="connsiteX11" fmla="*/ 127892 w 1997151"/>
                  <a:gd name="connsiteY11" fmla="*/ 1362456 h 1890443"/>
                  <a:gd name="connsiteX12" fmla="*/ 150439 w 1997151"/>
                  <a:gd name="connsiteY12" fmla="*/ 1361454 h 1890443"/>
                  <a:gd name="connsiteX13" fmla="*/ 171295 w 1997151"/>
                  <a:gd name="connsiteY13" fmla="*/ 1337655 h 1890443"/>
                  <a:gd name="connsiteX14" fmla="*/ 150126 w 1997151"/>
                  <a:gd name="connsiteY14" fmla="*/ 1316235 h 1890443"/>
                  <a:gd name="connsiteX15" fmla="*/ 127579 w 1997151"/>
                  <a:gd name="connsiteY15" fmla="*/ 1315358 h 1890443"/>
                  <a:gd name="connsiteX16" fmla="*/ 110418 w 1997151"/>
                  <a:gd name="connsiteY16" fmla="*/ 1313605 h 1890443"/>
                  <a:gd name="connsiteX17" fmla="*/ 111483 w 1997151"/>
                  <a:gd name="connsiteY17" fmla="*/ 1088449 h 1890443"/>
                  <a:gd name="connsiteX18" fmla="*/ 127516 w 1997151"/>
                  <a:gd name="connsiteY18" fmla="*/ 1087572 h 1890443"/>
                  <a:gd name="connsiteX19" fmla="*/ 143926 w 1997151"/>
                  <a:gd name="connsiteY19" fmla="*/ 1087447 h 1890443"/>
                  <a:gd name="connsiteX20" fmla="*/ 171170 w 1997151"/>
                  <a:gd name="connsiteY20" fmla="*/ 1063585 h 1890443"/>
                  <a:gd name="connsiteX21" fmla="*/ 144364 w 1997151"/>
                  <a:gd name="connsiteY21" fmla="*/ 1041226 h 1890443"/>
                  <a:gd name="connsiteX22" fmla="*/ 109291 w 1997151"/>
                  <a:gd name="connsiteY22" fmla="*/ 1040349 h 1890443"/>
                  <a:gd name="connsiteX23" fmla="*/ 109291 w 1997151"/>
                  <a:gd name="connsiteY23" fmla="*/ 825528 h 1890443"/>
                  <a:gd name="connsiteX24" fmla="*/ 132652 w 1997151"/>
                  <a:gd name="connsiteY24" fmla="*/ 825528 h 1890443"/>
                  <a:gd name="connsiteX25" fmla="*/ 151128 w 1997151"/>
                  <a:gd name="connsiteY25" fmla="*/ 825215 h 1890443"/>
                  <a:gd name="connsiteX26" fmla="*/ 171170 w 1997151"/>
                  <a:gd name="connsiteY26" fmla="*/ 805048 h 1890443"/>
                  <a:gd name="connsiteX27" fmla="*/ 155575 w 1997151"/>
                  <a:gd name="connsiteY27" fmla="*/ 781374 h 1890443"/>
                  <a:gd name="connsiteX28" fmla="*/ 135283 w 1997151"/>
                  <a:gd name="connsiteY28" fmla="*/ 779369 h 1890443"/>
                  <a:gd name="connsiteX29" fmla="*/ 109103 w 1997151"/>
                  <a:gd name="connsiteY29" fmla="*/ 778305 h 1890443"/>
                  <a:gd name="connsiteX30" fmla="*/ 109103 w 1997151"/>
                  <a:gd name="connsiteY30" fmla="*/ 558285 h 1890443"/>
                  <a:gd name="connsiteX31" fmla="*/ 124009 w 1997151"/>
                  <a:gd name="connsiteY31" fmla="*/ 556030 h 1890443"/>
                  <a:gd name="connsiteX32" fmla="*/ 150689 w 1997151"/>
                  <a:gd name="connsiteY32" fmla="*/ 554966 h 1890443"/>
                  <a:gd name="connsiteX33" fmla="*/ 171232 w 1997151"/>
                  <a:gd name="connsiteY33" fmla="*/ 533045 h 1890443"/>
                  <a:gd name="connsiteX34" fmla="*/ 151692 w 1997151"/>
                  <a:gd name="connsiteY34" fmla="*/ 510185 h 1890443"/>
                  <a:gd name="connsiteX35" fmla="*/ 131274 w 1997151"/>
                  <a:gd name="connsiteY35" fmla="*/ 508933 h 1890443"/>
                  <a:gd name="connsiteX36" fmla="*/ 109228 w 1997151"/>
                  <a:gd name="connsiteY36" fmla="*/ 507492 h 1890443"/>
                  <a:gd name="connsiteX37" fmla="*/ 109228 w 1997151"/>
                  <a:gd name="connsiteY37" fmla="*/ 287284 h 1890443"/>
                  <a:gd name="connsiteX38" fmla="*/ 128456 w 1997151"/>
                  <a:gd name="connsiteY38" fmla="*/ 286094 h 1890443"/>
                  <a:gd name="connsiteX39" fmla="*/ 146932 w 1997151"/>
                  <a:gd name="connsiteY39" fmla="*/ 285907 h 1890443"/>
                  <a:gd name="connsiteX40" fmla="*/ 171420 w 1997151"/>
                  <a:gd name="connsiteY40" fmla="*/ 263234 h 1890443"/>
                  <a:gd name="connsiteX41" fmla="*/ 147809 w 1997151"/>
                  <a:gd name="connsiteY41" fmla="*/ 240061 h 1890443"/>
                  <a:gd name="connsiteX42" fmla="*/ 125199 w 1997151"/>
                  <a:gd name="connsiteY42" fmla="*/ 239748 h 1890443"/>
                  <a:gd name="connsiteX43" fmla="*/ 107537 w 1997151"/>
                  <a:gd name="connsiteY43" fmla="*/ 237556 h 1890443"/>
                  <a:gd name="connsiteX44" fmla="*/ 107537 w 1997151"/>
                  <a:gd name="connsiteY44" fmla="*/ 0 h 1890443"/>
                  <a:gd name="connsiteX45" fmla="*/ 61504 w 1997151"/>
                  <a:gd name="connsiteY45" fmla="*/ 0 h 1890443"/>
                  <a:gd name="connsiteX46" fmla="*/ 61504 w 1997151"/>
                  <a:gd name="connsiteY46" fmla="*/ 60814 h 1890443"/>
                  <a:gd name="connsiteX47" fmla="*/ 61504 w 1997151"/>
                  <a:gd name="connsiteY47" fmla="*/ 120438 h 1890443"/>
                  <a:gd name="connsiteX48" fmla="*/ 61441 w 1997151"/>
                  <a:gd name="connsiteY48" fmla="*/ 180062 h 1890443"/>
                  <a:gd name="connsiteX49" fmla="*/ 60001 w 1997151"/>
                  <a:gd name="connsiteY49" fmla="*/ 239936 h 1890443"/>
                  <a:gd name="connsiteX50" fmla="*/ 27246 w 1997151"/>
                  <a:gd name="connsiteY50" fmla="*/ 240124 h 1890443"/>
                  <a:gd name="connsiteX51" fmla="*/ 9834 w 1997151"/>
                  <a:gd name="connsiteY51" fmla="*/ 244696 h 1890443"/>
                  <a:gd name="connsiteX52" fmla="*/ 753 w 1997151"/>
                  <a:gd name="connsiteY52" fmla="*/ 267869 h 1890443"/>
                  <a:gd name="connsiteX53" fmla="*/ 22987 w 1997151"/>
                  <a:gd name="connsiteY53" fmla="*/ 285781 h 1890443"/>
                  <a:gd name="connsiteX54" fmla="*/ 58686 w 1997151"/>
                  <a:gd name="connsiteY54" fmla="*/ 285969 h 1890443"/>
                  <a:gd name="connsiteX55" fmla="*/ 57997 w 1997151"/>
                  <a:gd name="connsiteY55" fmla="*/ 508056 h 1890443"/>
                  <a:gd name="connsiteX56" fmla="*/ 42026 w 1997151"/>
                  <a:gd name="connsiteY56" fmla="*/ 508995 h 1890443"/>
                  <a:gd name="connsiteX57" fmla="*/ 25617 w 1997151"/>
                  <a:gd name="connsiteY57" fmla="*/ 509308 h 1890443"/>
                  <a:gd name="connsiteX58" fmla="*/ 127 w 1997151"/>
                  <a:gd name="connsiteY58" fmla="*/ 533358 h 1890443"/>
                  <a:gd name="connsiteX59" fmla="*/ 25053 w 1997151"/>
                  <a:gd name="connsiteY59" fmla="*/ 555655 h 1890443"/>
                  <a:gd name="connsiteX60" fmla="*/ 43529 w 1997151"/>
                  <a:gd name="connsiteY60" fmla="*/ 556156 h 1890443"/>
                  <a:gd name="connsiteX61" fmla="*/ 60001 w 1997151"/>
                  <a:gd name="connsiteY61" fmla="*/ 558097 h 1890443"/>
                  <a:gd name="connsiteX62" fmla="*/ 60001 w 1997151"/>
                  <a:gd name="connsiteY62" fmla="*/ 779808 h 1890443"/>
                  <a:gd name="connsiteX63" fmla="*/ 21922 w 1997151"/>
                  <a:gd name="connsiteY63" fmla="*/ 779996 h 1890443"/>
                  <a:gd name="connsiteX64" fmla="*/ 314 w 1997151"/>
                  <a:gd name="connsiteY64" fmla="*/ 798847 h 1890443"/>
                  <a:gd name="connsiteX65" fmla="*/ 12402 w 1997151"/>
                  <a:gd name="connsiteY65" fmla="*/ 822897 h 1890443"/>
                  <a:gd name="connsiteX66" fmla="*/ 28310 w 1997151"/>
                  <a:gd name="connsiteY66" fmla="*/ 825590 h 1890443"/>
                  <a:gd name="connsiteX67" fmla="*/ 59813 w 1997151"/>
                  <a:gd name="connsiteY67" fmla="*/ 826405 h 1890443"/>
                  <a:gd name="connsiteX68" fmla="*/ 57684 w 1997151"/>
                  <a:gd name="connsiteY68" fmla="*/ 1041602 h 1890443"/>
                  <a:gd name="connsiteX69" fmla="*/ 25743 w 1997151"/>
                  <a:gd name="connsiteY69" fmla="*/ 1041915 h 1890443"/>
                  <a:gd name="connsiteX70" fmla="*/ 7267 w 1997151"/>
                  <a:gd name="connsiteY70" fmla="*/ 1048679 h 1890443"/>
                  <a:gd name="connsiteX71" fmla="*/ 1442 w 1997151"/>
                  <a:gd name="connsiteY71" fmla="*/ 1071038 h 1890443"/>
                  <a:gd name="connsiteX72" fmla="*/ 22861 w 1997151"/>
                  <a:gd name="connsiteY72" fmla="*/ 1087447 h 1890443"/>
                  <a:gd name="connsiteX73" fmla="*/ 60126 w 1997151"/>
                  <a:gd name="connsiteY73" fmla="*/ 1087572 h 1890443"/>
                  <a:gd name="connsiteX74" fmla="*/ 60126 w 1997151"/>
                  <a:gd name="connsiteY74" fmla="*/ 1313980 h 1890443"/>
                  <a:gd name="connsiteX75" fmla="*/ 42778 w 1997151"/>
                  <a:gd name="connsiteY75" fmla="*/ 1315609 h 1890443"/>
                  <a:gd name="connsiteX76" fmla="*/ 24302 w 1997151"/>
                  <a:gd name="connsiteY76" fmla="*/ 1316110 h 1890443"/>
                  <a:gd name="connsiteX77" fmla="*/ 1 w 1997151"/>
                  <a:gd name="connsiteY77" fmla="*/ 1338907 h 1890443"/>
                  <a:gd name="connsiteX78" fmla="*/ 23989 w 1997151"/>
                  <a:gd name="connsiteY78" fmla="*/ 1362206 h 1890443"/>
                  <a:gd name="connsiteX79" fmla="*/ 36327 w 1997151"/>
                  <a:gd name="connsiteY79" fmla="*/ 1362644 h 1890443"/>
                  <a:gd name="connsiteX80" fmla="*/ 60377 w 1997151"/>
                  <a:gd name="connsiteY80" fmla="*/ 1363959 h 1890443"/>
                  <a:gd name="connsiteX81" fmla="*/ 60377 w 1997151"/>
                  <a:gd name="connsiteY81" fmla="*/ 1604709 h 1890443"/>
                  <a:gd name="connsiteX82" fmla="*/ 20795 w 1997151"/>
                  <a:gd name="connsiteY82" fmla="*/ 1604897 h 1890443"/>
                  <a:gd name="connsiteX83" fmla="*/ 314 w 1997151"/>
                  <a:gd name="connsiteY83" fmla="*/ 1624688 h 1890443"/>
                  <a:gd name="connsiteX84" fmla="*/ 15972 w 1997151"/>
                  <a:gd name="connsiteY84" fmla="*/ 1648425 h 1890443"/>
                  <a:gd name="connsiteX85" fmla="*/ 36202 w 1997151"/>
                  <a:gd name="connsiteY85" fmla="*/ 1650805 h 1890443"/>
                  <a:gd name="connsiteX86" fmla="*/ 61567 w 1997151"/>
                  <a:gd name="connsiteY86" fmla="*/ 1651933 h 1890443"/>
                  <a:gd name="connsiteX87" fmla="*/ 61567 w 1997151"/>
                  <a:gd name="connsiteY87" fmla="*/ 1676421 h 1890443"/>
                  <a:gd name="connsiteX88" fmla="*/ 61755 w 1997151"/>
                  <a:gd name="connsiteY88" fmla="*/ 1777130 h 1890443"/>
                  <a:gd name="connsiteX89" fmla="*/ 137788 w 1997151"/>
                  <a:gd name="connsiteY89" fmla="*/ 1883413 h 1890443"/>
                  <a:gd name="connsiteX90" fmla="*/ 184197 w 1997151"/>
                  <a:gd name="connsiteY90" fmla="*/ 1890052 h 1890443"/>
                  <a:gd name="connsiteX91" fmla="*/ 420500 w 1997151"/>
                  <a:gd name="connsiteY91" fmla="*/ 1890366 h 1890443"/>
                  <a:gd name="connsiteX92" fmla="*/ 1967966 w 1997151"/>
                  <a:gd name="connsiteY92" fmla="*/ 1890366 h 1890443"/>
                  <a:gd name="connsiteX93" fmla="*/ 1997151 w 1997151"/>
                  <a:gd name="connsiteY93" fmla="*/ 1890366 h 1890443"/>
                  <a:gd name="connsiteX94" fmla="*/ 1997151 w 1997151"/>
                  <a:gd name="connsiteY94" fmla="*/ 1843769 h 1890443"/>
                  <a:gd name="connsiteX95" fmla="*/ 1966651 w 1997151"/>
                  <a:gd name="connsiteY95" fmla="*/ 1843581 h 1890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997151" h="1890443">
                    <a:moveTo>
                      <a:pt x="1966651" y="1843581"/>
                    </a:moveTo>
                    <a:cubicBezTo>
                      <a:pt x="1378867" y="1843581"/>
                      <a:pt x="791145" y="1843581"/>
                      <a:pt x="203362" y="1843581"/>
                    </a:cubicBezTo>
                    <a:cubicBezTo>
                      <a:pt x="195157" y="1843581"/>
                      <a:pt x="186890" y="1843706"/>
                      <a:pt x="178685" y="1843518"/>
                    </a:cubicBezTo>
                    <a:cubicBezTo>
                      <a:pt x="135032" y="1842516"/>
                      <a:pt x="108665" y="1816337"/>
                      <a:pt x="108038" y="1772370"/>
                    </a:cubicBezTo>
                    <a:cubicBezTo>
                      <a:pt x="107537" y="1736734"/>
                      <a:pt x="107851" y="1701097"/>
                      <a:pt x="108038" y="1665523"/>
                    </a:cubicBezTo>
                    <a:cubicBezTo>
                      <a:pt x="108038" y="1661014"/>
                      <a:pt x="109416" y="1656567"/>
                      <a:pt x="110356" y="1650617"/>
                    </a:cubicBezTo>
                    <a:cubicBezTo>
                      <a:pt x="122318" y="1650617"/>
                      <a:pt x="133216" y="1651056"/>
                      <a:pt x="144113" y="1650492"/>
                    </a:cubicBezTo>
                    <a:cubicBezTo>
                      <a:pt x="161211" y="1649615"/>
                      <a:pt x="171858" y="1639657"/>
                      <a:pt x="171170" y="1626004"/>
                    </a:cubicBezTo>
                    <a:cubicBezTo>
                      <a:pt x="170481" y="1612789"/>
                      <a:pt x="160710" y="1604897"/>
                      <a:pt x="144051" y="1604208"/>
                    </a:cubicBezTo>
                    <a:cubicBezTo>
                      <a:pt x="132652" y="1603770"/>
                      <a:pt x="121316" y="1603457"/>
                      <a:pt x="109041" y="1603081"/>
                    </a:cubicBezTo>
                    <a:cubicBezTo>
                      <a:pt x="109041" y="1522351"/>
                      <a:pt x="109041" y="1443938"/>
                      <a:pt x="109041" y="1364022"/>
                    </a:cubicBezTo>
                    <a:cubicBezTo>
                      <a:pt x="115992" y="1363458"/>
                      <a:pt x="121942" y="1362832"/>
                      <a:pt x="127892" y="1362456"/>
                    </a:cubicBezTo>
                    <a:cubicBezTo>
                      <a:pt x="135408" y="1362018"/>
                      <a:pt x="143049" y="1362644"/>
                      <a:pt x="150439" y="1361454"/>
                    </a:cubicBezTo>
                    <a:cubicBezTo>
                      <a:pt x="163779" y="1359325"/>
                      <a:pt x="172046" y="1349366"/>
                      <a:pt x="171295" y="1337655"/>
                    </a:cubicBezTo>
                    <a:cubicBezTo>
                      <a:pt x="170606" y="1326506"/>
                      <a:pt x="162464" y="1317863"/>
                      <a:pt x="150126" y="1316235"/>
                    </a:cubicBezTo>
                    <a:cubicBezTo>
                      <a:pt x="142673" y="1315296"/>
                      <a:pt x="135095" y="1315797"/>
                      <a:pt x="127579" y="1315358"/>
                    </a:cubicBezTo>
                    <a:cubicBezTo>
                      <a:pt x="121692" y="1314982"/>
                      <a:pt x="115804" y="1314168"/>
                      <a:pt x="110418" y="1313605"/>
                    </a:cubicBezTo>
                    <a:cubicBezTo>
                      <a:pt x="106159" y="1288239"/>
                      <a:pt x="107162" y="1103794"/>
                      <a:pt x="111483" y="1088449"/>
                    </a:cubicBezTo>
                    <a:cubicBezTo>
                      <a:pt x="116681" y="1088136"/>
                      <a:pt x="122067" y="1087760"/>
                      <a:pt x="127516" y="1087572"/>
                    </a:cubicBezTo>
                    <a:cubicBezTo>
                      <a:pt x="132965" y="1087385"/>
                      <a:pt x="138477" y="1087698"/>
                      <a:pt x="143926" y="1087447"/>
                    </a:cubicBezTo>
                    <a:cubicBezTo>
                      <a:pt x="161274" y="1086758"/>
                      <a:pt x="171921" y="1077426"/>
                      <a:pt x="171170" y="1063585"/>
                    </a:cubicBezTo>
                    <a:cubicBezTo>
                      <a:pt x="170606" y="1053627"/>
                      <a:pt x="163028" y="1040474"/>
                      <a:pt x="144364" y="1041226"/>
                    </a:cubicBezTo>
                    <a:cubicBezTo>
                      <a:pt x="132965" y="1041664"/>
                      <a:pt x="121567" y="1040725"/>
                      <a:pt x="109291" y="1040349"/>
                    </a:cubicBezTo>
                    <a:cubicBezTo>
                      <a:pt x="109291" y="968137"/>
                      <a:pt x="109291" y="897991"/>
                      <a:pt x="109291" y="825528"/>
                    </a:cubicBezTo>
                    <a:cubicBezTo>
                      <a:pt x="117997" y="825528"/>
                      <a:pt x="125324" y="825528"/>
                      <a:pt x="132652" y="825528"/>
                    </a:cubicBezTo>
                    <a:cubicBezTo>
                      <a:pt x="138790" y="825465"/>
                      <a:pt x="145053" y="825904"/>
                      <a:pt x="151128" y="825215"/>
                    </a:cubicBezTo>
                    <a:cubicBezTo>
                      <a:pt x="162025" y="823962"/>
                      <a:pt x="169980" y="815570"/>
                      <a:pt x="171170" y="805048"/>
                    </a:cubicBezTo>
                    <a:cubicBezTo>
                      <a:pt x="172360" y="794776"/>
                      <a:pt x="166159" y="784380"/>
                      <a:pt x="155575" y="781374"/>
                    </a:cubicBezTo>
                    <a:cubicBezTo>
                      <a:pt x="149124" y="779557"/>
                      <a:pt x="142109" y="779808"/>
                      <a:pt x="135283" y="779369"/>
                    </a:cubicBezTo>
                    <a:cubicBezTo>
                      <a:pt x="126702" y="778868"/>
                      <a:pt x="118059" y="778681"/>
                      <a:pt x="109103" y="778305"/>
                    </a:cubicBezTo>
                    <a:cubicBezTo>
                      <a:pt x="109103" y="703712"/>
                      <a:pt x="109103" y="631437"/>
                      <a:pt x="109103" y="558285"/>
                    </a:cubicBezTo>
                    <a:cubicBezTo>
                      <a:pt x="114802" y="557408"/>
                      <a:pt x="119374" y="556344"/>
                      <a:pt x="124009" y="556030"/>
                    </a:cubicBezTo>
                    <a:cubicBezTo>
                      <a:pt x="132903" y="555467"/>
                      <a:pt x="141859" y="556093"/>
                      <a:pt x="150689" y="554966"/>
                    </a:cubicBezTo>
                    <a:cubicBezTo>
                      <a:pt x="162965" y="553400"/>
                      <a:pt x="170919" y="544256"/>
                      <a:pt x="171232" y="533045"/>
                    </a:cubicBezTo>
                    <a:cubicBezTo>
                      <a:pt x="171545" y="521960"/>
                      <a:pt x="163842" y="512440"/>
                      <a:pt x="151692" y="510185"/>
                    </a:cubicBezTo>
                    <a:cubicBezTo>
                      <a:pt x="145053" y="508933"/>
                      <a:pt x="138038" y="509371"/>
                      <a:pt x="131274" y="508933"/>
                    </a:cubicBezTo>
                    <a:cubicBezTo>
                      <a:pt x="124072" y="508494"/>
                      <a:pt x="116807" y="507993"/>
                      <a:pt x="109228" y="507492"/>
                    </a:cubicBezTo>
                    <a:cubicBezTo>
                      <a:pt x="109228" y="433025"/>
                      <a:pt x="109228" y="360750"/>
                      <a:pt x="109228" y="287284"/>
                    </a:cubicBezTo>
                    <a:cubicBezTo>
                      <a:pt x="116431" y="286846"/>
                      <a:pt x="122443" y="286282"/>
                      <a:pt x="128456" y="286094"/>
                    </a:cubicBezTo>
                    <a:cubicBezTo>
                      <a:pt x="134593" y="285907"/>
                      <a:pt x="140794" y="286345"/>
                      <a:pt x="146932" y="285907"/>
                    </a:cubicBezTo>
                    <a:cubicBezTo>
                      <a:pt x="161525" y="284842"/>
                      <a:pt x="171044" y="275823"/>
                      <a:pt x="171420" y="263234"/>
                    </a:cubicBezTo>
                    <a:cubicBezTo>
                      <a:pt x="171796" y="250646"/>
                      <a:pt x="162401" y="241189"/>
                      <a:pt x="147809" y="240061"/>
                    </a:cubicBezTo>
                    <a:cubicBezTo>
                      <a:pt x="140293" y="239498"/>
                      <a:pt x="132715" y="240124"/>
                      <a:pt x="125199" y="239748"/>
                    </a:cubicBezTo>
                    <a:cubicBezTo>
                      <a:pt x="120001" y="239498"/>
                      <a:pt x="114802" y="238496"/>
                      <a:pt x="107537" y="237556"/>
                    </a:cubicBezTo>
                    <a:cubicBezTo>
                      <a:pt x="107537" y="157828"/>
                      <a:pt x="107537" y="79352"/>
                      <a:pt x="107537" y="0"/>
                    </a:cubicBezTo>
                    <a:cubicBezTo>
                      <a:pt x="91379" y="0"/>
                      <a:pt x="77600" y="0"/>
                      <a:pt x="61504" y="0"/>
                    </a:cubicBezTo>
                    <a:cubicBezTo>
                      <a:pt x="61504" y="21357"/>
                      <a:pt x="61504" y="41085"/>
                      <a:pt x="61504" y="60814"/>
                    </a:cubicBezTo>
                    <a:cubicBezTo>
                      <a:pt x="61504" y="80668"/>
                      <a:pt x="61504" y="100521"/>
                      <a:pt x="61504" y="120438"/>
                    </a:cubicBezTo>
                    <a:cubicBezTo>
                      <a:pt x="61504" y="140354"/>
                      <a:pt x="61755" y="160145"/>
                      <a:pt x="61441" y="180062"/>
                    </a:cubicBezTo>
                    <a:cubicBezTo>
                      <a:pt x="61128" y="199602"/>
                      <a:pt x="62944" y="219268"/>
                      <a:pt x="60001" y="239936"/>
                    </a:cubicBezTo>
                    <a:cubicBezTo>
                      <a:pt x="47663" y="239936"/>
                      <a:pt x="37392" y="239435"/>
                      <a:pt x="27246" y="240124"/>
                    </a:cubicBezTo>
                    <a:cubicBezTo>
                      <a:pt x="21296" y="240562"/>
                      <a:pt x="14782" y="241690"/>
                      <a:pt x="9834" y="244696"/>
                    </a:cubicBezTo>
                    <a:cubicBezTo>
                      <a:pt x="1567" y="249706"/>
                      <a:pt x="-1565" y="258099"/>
                      <a:pt x="753" y="267869"/>
                    </a:cubicBezTo>
                    <a:cubicBezTo>
                      <a:pt x="3195" y="278203"/>
                      <a:pt x="11087" y="285092"/>
                      <a:pt x="22987" y="285781"/>
                    </a:cubicBezTo>
                    <a:cubicBezTo>
                      <a:pt x="35074" y="286470"/>
                      <a:pt x="47225" y="285969"/>
                      <a:pt x="58686" y="285969"/>
                    </a:cubicBezTo>
                    <a:cubicBezTo>
                      <a:pt x="63133" y="311648"/>
                      <a:pt x="62318" y="492336"/>
                      <a:pt x="57997" y="508056"/>
                    </a:cubicBezTo>
                    <a:cubicBezTo>
                      <a:pt x="52861" y="508369"/>
                      <a:pt x="47475" y="508807"/>
                      <a:pt x="42026" y="508995"/>
                    </a:cubicBezTo>
                    <a:cubicBezTo>
                      <a:pt x="36577" y="509183"/>
                      <a:pt x="31066" y="508807"/>
                      <a:pt x="25617" y="509308"/>
                    </a:cubicBezTo>
                    <a:cubicBezTo>
                      <a:pt x="9834" y="510749"/>
                      <a:pt x="-312" y="520456"/>
                      <a:pt x="127" y="533358"/>
                    </a:cubicBezTo>
                    <a:cubicBezTo>
                      <a:pt x="565" y="545696"/>
                      <a:pt x="9897" y="554277"/>
                      <a:pt x="25053" y="555655"/>
                    </a:cubicBezTo>
                    <a:cubicBezTo>
                      <a:pt x="31191" y="556218"/>
                      <a:pt x="37392" y="555717"/>
                      <a:pt x="43529" y="556156"/>
                    </a:cubicBezTo>
                    <a:cubicBezTo>
                      <a:pt x="48790" y="556469"/>
                      <a:pt x="54051" y="557346"/>
                      <a:pt x="60001" y="558097"/>
                    </a:cubicBezTo>
                    <a:cubicBezTo>
                      <a:pt x="60001" y="632063"/>
                      <a:pt x="60001" y="704902"/>
                      <a:pt x="60001" y="779808"/>
                    </a:cubicBezTo>
                    <a:cubicBezTo>
                      <a:pt x="46285" y="779808"/>
                      <a:pt x="34009" y="779056"/>
                      <a:pt x="21922" y="779996"/>
                    </a:cubicBezTo>
                    <a:cubicBezTo>
                      <a:pt x="10210" y="780935"/>
                      <a:pt x="2194" y="788827"/>
                      <a:pt x="314" y="798847"/>
                    </a:cubicBezTo>
                    <a:cubicBezTo>
                      <a:pt x="-1314" y="807741"/>
                      <a:pt x="3759" y="819140"/>
                      <a:pt x="12402" y="822897"/>
                    </a:cubicBezTo>
                    <a:cubicBezTo>
                      <a:pt x="17225" y="824964"/>
                      <a:pt x="22924" y="825277"/>
                      <a:pt x="28310" y="825590"/>
                    </a:cubicBezTo>
                    <a:cubicBezTo>
                      <a:pt x="38957" y="826154"/>
                      <a:pt x="49605" y="826154"/>
                      <a:pt x="59813" y="826405"/>
                    </a:cubicBezTo>
                    <a:cubicBezTo>
                      <a:pt x="63696" y="862668"/>
                      <a:pt x="62193" y="1025005"/>
                      <a:pt x="57684" y="1041602"/>
                    </a:cubicBezTo>
                    <a:cubicBezTo>
                      <a:pt x="47412" y="1041602"/>
                      <a:pt x="36452" y="1040850"/>
                      <a:pt x="25743" y="1041915"/>
                    </a:cubicBezTo>
                    <a:cubicBezTo>
                      <a:pt x="19354" y="1042541"/>
                      <a:pt x="12089" y="1044733"/>
                      <a:pt x="7267" y="1048679"/>
                    </a:cubicBezTo>
                    <a:cubicBezTo>
                      <a:pt x="690" y="1054003"/>
                      <a:pt x="-1815" y="1062207"/>
                      <a:pt x="1442" y="1071038"/>
                    </a:cubicBezTo>
                    <a:cubicBezTo>
                      <a:pt x="5137" y="1080996"/>
                      <a:pt x="12152" y="1087009"/>
                      <a:pt x="22861" y="1087447"/>
                    </a:cubicBezTo>
                    <a:cubicBezTo>
                      <a:pt x="34949" y="1087886"/>
                      <a:pt x="47099" y="1087572"/>
                      <a:pt x="60126" y="1087572"/>
                    </a:cubicBezTo>
                    <a:cubicBezTo>
                      <a:pt x="60126" y="1164607"/>
                      <a:pt x="60126" y="1238887"/>
                      <a:pt x="60126" y="1313980"/>
                    </a:cubicBezTo>
                    <a:cubicBezTo>
                      <a:pt x="53488" y="1314607"/>
                      <a:pt x="48164" y="1315296"/>
                      <a:pt x="42778" y="1315609"/>
                    </a:cubicBezTo>
                    <a:cubicBezTo>
                      <a:pt x="36640" y="1315922"/>
                      <a:pt x="30440" y="1315546"/>
                      <a:pt x="24302" y="1316110"/>
                    </a:cubicBezTo>
                    <a:cubicBezTo>
                      <a:pt x="9521" y="1317550"/>
                      <a:pt x="189" y="1326506"/>
                      <a:pt x="1" y="1338907"/>
                    </a:cubicBezTo>
                    <a:cubicBezTo>
                      <a:pt x="-124" y="1351183"/>
                      <a:pt x="9145" y="1360389"/>
                      <a:pt x="23989" y="1362206"/>
                    </a:cubicBezTo>
                    <a:cubicBezTo>
                      <a:pt x="28060" y="1362707"/>
                      <a:pt x="32193" y="1362456"/>
                      <a:pt x="36327" y="1362644"/>
                    </a:cubicBezTo>
                    <a:cubicBezTo>
                      <a:pt x="44218" y="1363020"/>
                      <a:pt x="52110" y="1363458"/>
                      <a:pt x="60377" y="1363959"/>
                    </a:cubicBezTo>
                    <a:cubicBezTo>
                      <a:pt x="60377" y="1444815"/>
                      <a:pt x="60377" y="1523290"/>
                      <a:pt x="60377" y="1604709"/>
                    </a:cubicBezTo>
                    <a:cubicBezTo>
                      <a:pt x="46473" y="1604709"/>
                      <a:pt x="33571" y="1604021"/>
                      <a:pt x="20795" y="1604897"/>
                    </a:cubicBezTo>
                    <a:cubicBezTo>
                      <a:pt x="9834" y="1605649"/>
                      <a:pt x="1755" y="1614354"/>
                      <a:pt x="314" y="1624688"/>
                    </a:cubicBezTo>
                    <a:cubicBezTo>
                      <a:pt x="-1001" y="1634396"/>
                      <a:pt x="5513" y="1645231"/>
                      <a:pt x="15972" y="1648425"/>
                    </a:cubicBezTo>
                    <a:cubicBezTo>
                      <a:pt x="22360" y="1650367"/>
                      <a:pt x="29375" y="1650367"/>
                      <a:pt x="36202" y="1650805"/>
                    </a:cubicBezTo>
                    <a:cubicBezTo>
                      <a:pt x="44093" y="1651369"/>
                      <a:pt x="52047" y="1651557"/>
                      <a:pt x="61567" y="1651933"/>
                    </a:cubicBezTo>
                    <a:cubicBezTo>
                      <a:pt x="61567" y="1661578"/>
                      <a:pt x="61567" y="1669031"/>
                      <a:pt x="61567" y="1676421"/>
                    </a:cubicBezTo>
                    <a:cubicBezTo>
                      <a:pt x="61567" y="1709991"/>
                      <a:pt x="61066" y="1743560"/>
                      <a:pt x="61755" y="1777130"/>
                    </a:cubicBezTo>
                    <a:cubicBezTo>
                      <a:pt x="62757" y="1827297"/>
                      <a:pt x="92256" y="1869134"/>
                      <a:pt x="137788" y="1883413"/>
                    </a:cubicBezTo>
                    <a:cubicBezTo>
                      <a:pt x="152506" y="1888048"/>
                      <a:pt x="168664" y="1889927"/>
                      <a:pt x="184197" y="1890052"/>
                    </a:cubicBezTo>
                    <a:cubicBezTo>
                      <a:pt x="262985" y="1890679"/>
                      <a:pt x="341774" y="1890366"/>
                      <a:pt x="420500" y="1890366"/>
                    </a:cubicBezTo>
                    <a:cubicBezTo>
                      <a:pt x="936322" y="1890366"/>
                      <a:pt x="1452144" y="1890366"/>
                      <a:pt x="1967966" y="1890366"/>
                    </a:cubicBezTo>
                    <a:cubicBezTo>
                      <a:pt x="1977297" y="1890366"/>
                      <a:pt x="1986692" y="1890366"/>
                      <a:pt x="1997151" y="1890366"/>
                    </a:cubicBezTo>
                    <a:cubicBezTo>
                      <a:pt x="1997151" y="1874019"/>
                      <a:pt x="1997151" y="1860616"/>
                      <a:pt x="1997151" y="1843769"/>
                    </a:cubicBezTo>
                    <a:cubicBezTo>
                      <a:pt x="1985627" y="1843581"/>
                      <a:pt x="1976170" y="1843581"/>
                      <a:pt x="1966651" y="1843581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图形 4"/>
            <p:cNvGrpSpPr/>
            <p:nvPr/>
          </p:nvGrpSpPr>
          <p:grpSpPr>
            <a:xfrm>
              <a:off x="11230320" y="409978"/>
              <a:ext cx="281024" cy="298706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10" name="任意多边形: 形状 9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378200" y="1544507"/>
            <a:ext cx="5372100" cy="707886"/>
            <a:chOff x="3378200" y="1544507"/>
            <a:chExt cx="5372100" cy="707886"/>
          </a:xfrm>
        </p:grpSpPr>
        <p:sp>
          <p:nvSpPr>
            <p:cNvPr id="18" name="文本框 17"/>
            <p:cNvSpPr txBox="1"/>
            <p:nvPr/>
          </p:nvSpPr>
          <p:spPr>
            <a:xfrm>
              <a:off x="4718050" y="1544507"/>
              <a:ext cx="27559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目 录</a:t>
              </a:r>
              <a:endParaRPr lang="zh-CN" altLang="en-US" sz="4000" spc="300" dirty="0">
                <a:solidFill>
                  <a:schemeClr val="accent5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3782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009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/>
          <p:cNvGrpSpPr/>
          <p:nvPr>
            <p:custDataLst>
              <p:tags r:id="rId2"/>
            </p:custDataLst>
          </p:nvPr>
        </p:nvGrpSpPr>
        <p:grpSpPr>
          <a:xfrm>
            <a:off x="2099362" y="3241916"/>
            <a:ext cx="4383236" cy="678966"/>
            <a:chOff x="1810076" y="3166502"/>
            <a:chExt cx="4383236" cy="678966"/>
          </a:xfrm>
        </p:grpSpPr>
        <p:sp>
          <p:nvSpPr>
            <p:cNvPr id="21" name="矩形: 圆角 20"/>
            <p:cNvSpPr/>
            <p:nvPr>
              <p:custDataLst>
                <p:tags r:id="rId3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4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01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" name="矩形 136"/>
            <p:cNvSpPr/>
            <p:nvPr>
              <p:custDataLst>
                <p:tags r:id="rId5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需求</a:t>
              </a:r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分析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38" name="文本框 137"/>
            <p:cNvSpPr txBox="1"/>
            <p:nvPr>
              <p:custDataLst>
                <p:tags r:id="rId6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0" name="组合 139"/>
          <p:cNvGrpSpPr/>
          <p:nvPr>
            <p:custDataLst>
              <p:tags r:id="rId7"/>
            </p:custDataLst>
          </p:nvPr>
        </p:nvGrpSpPr>
        <p:grpSpPr>
          <a:xfrm>
            <a:off x="6245854" y="3241916"/>
            <a:ext cx="4383236" cy="678966"/>
            <a:chOff x="1810076" y="3166502"/>
            <a:chExt cx="4383236" cy="678966"/>
          </a:xfrm>
        </p:grpSpPr>
        <p:sp>
          <p:nvSpPr>
            <p:cNvPr id="141" name="矩形: 圆角 140"/>
            <p:cNvSpPr/>
            <p:nvPr>
              <p:custDataLst>
                <p:tags r:id="rId8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2" name="文本框 141"/>
            <p:cNvSpPr txBox="1"/>
            <p:nvPr>
              <p:custDataLst>
                <p:tags r:id="rId9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02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" name="矩形 142"/>
            <p:cNvSpPr/>
            <p:nvPr>
              <p:custDataLst>
                <p:tags r:id="rId10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前端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11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5" name="组合 144"/>
          <p:cNvGrpSpPr/>
          <p:nvPr>
            <p:custDataLst>
              <p:tags r:id="rId12"/>
            </p:custDataLst>
          </p:nvPr>
        </p:nvGrpSpPr>
        <p:grpSpPr>
          <a:xfrm>
            <a:off x="2099362" y="4438819"/>
            <a:ext cx="4383236" cy="678966"/>
            <a:chOff x="1810076" y="3166502"/>
            <a:chExt cx="4383236" cy="678966"/>
          </a:xfrm>
        </p:grpSpPr>
        <p:sp>
          <p:nvSpPr>
            <p:cNvPr id="146" name="矩形: 圆角 145"/>
            <p:cNvSpPr/>
            <p:nvPr>
              <p:custDataLst>
                <p:tags r:id="rId13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文本框 146"/>
            <p:cNvSpPr txBox="1"/>
            <p:nvPr>
              <p:custDataLst>
                <p:tags r:id="rId14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03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8" name="矩形 147"/>
            <p:cNvSpPr/>
            <p:nvPr>
              <p:custDataLst>
                <p:tags r:id="rId15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后端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49" name="文本框 148"/>
            <p:cNvSpPr txBox="1"/>
            <p:nvPr>
              <p:custDataLst>
                <p:tags r:id="rId16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0" name="组合 149"/>
          <p:cNvGrpSpPr/>
          <p:nvPr>
            <p:custDataLst>
              <p:tags r:id="rId17"/>
            </p:custDataLst>
          </p:nvPr>
        </p:nvGrpSpPr>
        <p:grpSpPr>
          <a:xfrm>
            <a:off x="6245854" y="4438819"/>
            <a:ext cx="4383236" cy="678966"/>
            <a:chOff x="1810076" y="3166502"/>
            <a:chExt cx="4383236" cy="678966"/>
          </a:xfrm>
        </p:grpSpPr>
        <p:sp>
          <p:nvSpPr>
            <p:cNvPr id="151" name="矩形: 圆角 150"/>
            <p:cNvSpPr/>
            <p:nvPr>
              <p:custDataLst>
                <p:tags r:id="rId18"/>
              </p:custDataLst>
            </p:nvPr>
          </p:nvSpPr>
          <p:spPr>
            <a:xfrm>
              <a:off x="1906864" y="3166502"/>
              <a:ext cx="758532" cy="605397"/>
            </a:xfrm>
            <a:prstGeom prst="roundRect">
              <a:avLst>
                <a:gd name="adj" fmla="val 48741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19"/>
              </p:custDataLst>
            </p:nvPr>
          </p:nvSpPr>
          <p:spPr>
            <a:xfrm>
              <a:off x="1810076" y="3283319"/>
              <a:ext cx="952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04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3" name="矩形 152"/>
            <p:cNvSpPr/>
            <p:nvPr>
              <p:custDataLst>
                <p:tags r:id="rId20"/>
              </p:custDataLst>
            </p:nvPr>
          </p:nvSpPr>
          <p:spPr>
            <a:xfrm>
              <a:off x="2857596" y="3189826"/>
              <a:ext cx="333571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solidFill>
                    <a:srgbClr val="2D508F"/>
                  </a:solidFill>
                  <a:cs typeface="+mn-ea"/>
                  <a:sym typeface="+mn-lt"/>
                </a:rPr>
                <a:t>测试</a:t>
              </a:r>
              <a:endParaRPr lang="zh-CN" altLang="en-US" sz="2800" spc="300" dirty="0">
                <a:solidFill>
                  <a:srgbClr val="2D508F"/>
                </a:solidFill>
                <a:cs typeface="+mn-ea"/>
                <a:sym typeface="+mn-lt"/>
              </a:endParaRPr>
            </a:p>
          </p:txBody>
        </p:sp>
        <p:sp>
          <p:nvSpPr>
            <p:cNvPr id="154" name="文本框 153"/>
            <p:cNvSpPr txBox="1"/>
            <p:nvPr>
              <p:custDataLst>
                <p:tags r:id="rId21"/>
              </p:custDataLst>
            </p:nvPr>
          </p:nvSpPr>
          <p:spPr>
            <a:xfrm>
              <a:off x="2908435" y="3645413"/>
              <a:ext cx="274628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DAILY REPORT</a:t>
              </a:r>
              <a:r>
                <a:rPr lang="en-US" altLang="zh-CN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 </a:t>
              </a:r>
              <a:r>
                <a:rPr lang="zh-CN" altLang="en-US" sz="700" i="1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rPr>
                <a:t>INTRODUCTION</a:t>
              </a:r>
              <a:endParaRPr lang="zh-CN" altLang="en-US" sz="700" i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8" name="图形 156"/>
          <p:cNvGrpSpPr/>
          <p:nvPr>
            <p:custDataLst>
              <p:tags r:id="rId22"/>
            </p:custDataLst>
          </p:nvPr>
        </p:nvGrpSpPr>
        <p:grpSpPr>
          <a:xfrm>
            <a:off x="10002461" y="4536302"/>
            <a:ext cx="505213" cy="713525"/>
            <a:chOff x="4737497" y="1518591"/>
            <a:chExt cx="2691442" cy="3801191"/>
          </a:xfrm>
        </p:grpSpPr>
        <p:sp>
          <p:nvSpPr>
            <p:cNvPr id="160" name="任意多边形: 形状 159"/>
            <p:cNvSpPr/>
            <p:nvPr>
              <p:custDataLst>
                <p:tags r:id="rId23"/>
              </p:custDataLst>
            </p:nvPr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>
              <p:custDataLst>
                <p:tags r:id="rId24"/>
              </p:custDataLst>
            </p:nvPr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>
              <p:custDataLst>
                <p:tags r:id="rId25"/>
              </p:custDataLst>
            </p:nvPr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>
              <p:custDataLst>
                <p:tags r:id="rId26"/>
              </p:custDataLst>
            </p:nvPr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noFill/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>
              <p:custDataLst>
                <p:tags r:id="rId27"/>
              </p:custDataLst>
            </p:nvPr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rgbClr val="0573E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02　范围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245" y="676656"/>
            <a:ext cx="11064240" cy="6076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三批测试，一共 114 条用例</a:t>
            </a:r>
            <a:endParaRPr sz="28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材料：测试材料/01-测试用例总表.xlsx（用例总览页）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7246" y="1691640"/>
          <a:ext cx="11063605" cy="230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065"/>
                <a:gridCol w="1164590"/>
                <a:gridCol w="1552575"/>
                <a:gridCol w="4270375"/>
              </a:tblGrid>
              <a:tr h="3841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批次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用例数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第一批　11 位手机号校验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 通过 / 9 前后端不一致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第二批　挑战A 功能验证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 通过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第二批　边界与异常对抗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通过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第三批　浏览器手工走查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手动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23（25 次）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 次符合预期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114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116 条执行记录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7246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7246" y="4343400"/>
            <a:ext cx="54864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837" y="4453128"/>
            <a:ext cx="2340864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114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837" y="4946904"/>
            <a:ext cx="2340864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用例总数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598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598" y="4343400"/>
            <a:ext cx="54864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8190" y="4453128"/>
            <a:ext cx="2340864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91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48190" y="4946904"/>
            <a:ext cx="2340864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自动用例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950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950" y="4343400"/>
            <a:ext cx="54864" cy="105156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542" y="4453128"/>
            <a:ext cx="2340864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sz="2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4542" y="4946904"/>
            <a:ext cx="2340864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手动用例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16302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6302" y="4343400"/>
            <a:ext cx="54864" cy="105156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894" y="4453128"/>
            <a:ext cx="2340864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26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80894" y="4946904"/>
            <a:ext cx="2340864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已知假通过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04　结果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245" y="676656"/>
            <a:ext cx="11064240" cy="6076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挑战A 功能：59 条全部通过</a:t>
            </a:r>
            <a:endParaRPr sz="28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材料：测试材料/02-测试报告.md 第四节 ＋ 测试脚本/证据/challengeA-20261028-194546.json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7246" y="1737360"/>
            <a:ext cx="3553968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7246" y="1737360"/>
            <a:ext cx="54864" cy="11887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838" y="1847088"/>
            <a:ext cx="3279648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59 / 59</a:t>
            </a:r>
            <a:endParaRPr sz="26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838" y="2340864"/>
            <a:ext cx="3279648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挑战A 自动用例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22382" y="1737360"/>
            <a:ext cx="3553968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382" y="1737360"/>
            <a:ext cx="54864" cy="11887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6974" y="1847088"/>
            <a:ext cx="3279648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6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6974" y="2340864"/>
            <a:ext cx="3279648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通过率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77518" y="1737360"/>
            <a:ext cx="3553968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518" y="1737360"/>
            <a:ext cx="54864" cy="11887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110" y="1847088"/>
            <a:ext cx="3279648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26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2110" y="2340864"/>
            <a:ext cx="3279648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新增失败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7246" y="3200400"/>
          <a:ext cx="1106360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635"/>
                <a:gridCol w="1184910"/>
                <a:gridCol w="5136515"/>
                <a:gridCol w="118554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条数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条数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密码强度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队列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客户账号 / 访问控制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交易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多商品 / 库存 / 类别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售罄作废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边界与异常对抗</a:t>
                      </a:r>
                      <a:endParaRPr sz="130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价格边界（含 BUG-001 回归）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67246" y="534924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7246" y="5349240"/>
            <a:ext cx="54864" cy="6583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125" y="5440680"/>
            <a:ext cx="107442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旧缺陷 BUG-001 已修复：price=0.001 现在返回 422 正常拒绝，不再 500。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05　发现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246" y="676656"/>
            <a:ext cx="11064240" cy="6076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发现 7 个问题</a:t>
            </a:r>
            <a:endParaRPr sz="28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材料：测试材料/02-测试报告.md 第六节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7246" y="169164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50976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严重度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团队自己的集成测试编译不过：queueHead 重复定义，mvn test 必然失败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需求文档 C-29 / C-30 各出现两次，含义不同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商品状态少一个「草稿」：需求 5 态，代码 4 态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卖家种子密码 seller123 改密后无法回退（不满足新强度策略）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schema.sql 商品 status 缺 CHECK 约束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前端密码规则落后后端：前端查 6 位，后端要 8 位 + 3 类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我自己的一条用例标题写错（K02），审计时发现并已改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7246" y="5806440"/>
            <a:ext cx="109728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问题 1 最严重。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05　发现 · 最严重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245" y="676656"/>
            <a:ext cx="11064240" cy="6076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问题 1：团队自己的集成测试编译不过</a:t>
            </a:r>
            <a:endParaRPr sz="28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材料：测试材料/02-测试报告.md 第六节 · 问题 1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245" y="1600200"/>
            <a:ext cx="11064240" cy="8375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[ERROR] BackendIntegrationTest.java:[533,20]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   已在类 com.shop.BackendIntegrationTest 中定义了方法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   queueHead(java.lang.String,java.lang.String)</a:t>
            </a:r>
            <a:endParaRPr sz="120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7246" y="2606040"/>
          <a:ext cx="5485765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320"/>
                <a:gridCol w="1502410"/>
                <a:gridCol w="1804035"/>
              </a:tblGrid>
              <a:tr h="42037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queueHead 定义次数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f856f60^（提交前）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次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正常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f856f60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次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正常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fa8c4e0（10-25 23:11）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 次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★ 就是这次新增了一遍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8d10723（最新）</a:t>
                      </a:r>
                      <a:endParaRPr sz="11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 次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仍未修复</a:t>
                      </a:r>
                      <a:endParaRPr sz="11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398" y="2606040"/>
            <a:ext cx="118872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两处定义</a:t>
            </a:r>
            <a:endParaRPr sz="12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397" y="2606040"/>
            <a:ext cx="4160520" cy="33845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L216–220 与 L529–537，函数体完全相同</a:t>
            </a:r>
            <a:endParaRPr sz="11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398" y="3108960"/>
            <a:ext cx="118872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后果</a:t>
            </a:r>
            <a:endParaRPr sz="12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397" y="3108960"/>
            <a:ext cx="4160520" cy="33845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mvn test 必然失败 → 那套 34 KB 集成测试一条都跑不了</a:t>
            </a:r>
            <a:endParaRPr sz="11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398" y="3611880"/>
            <a:ext cx="118872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根因推断</a:t>
            </a:r>
            <a:endParaRPr sz="12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397" y="3611880"/>
            <a:ext cx="4160520" cy="5861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4 分钟 5 个提交、信息都是 Update Xxx.java → GitHub 网页编辑器，无本地编译</a:t>
            </a:r>
            <a:endParaRPr sz="11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398" y="4114800"/>
            <a:ext cx="118872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修复验证</a:t>
            </a:r>
            <a:endParaRPr sz="12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8397" y="4114800"/>
            <a:ext cx="4160520" cy="5861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删掉 L529–537 后 mvn test-compile → BUILD SUCCESS；已 git checkout 还原</a:t>
            </a:r>
            <a:endParaRPr sz="11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7246" y="480060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7246" y="4800600"/>
            <a:ext cx="54864" cy="6583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125" y="4892040"/>
            <a:ext cx="107442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团队以为自己有自动化回归，其实没有——我的功能测试是独立脚本，不依赖它。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245" y="5669280"/>
            <a:ext cx="1106424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它不在运行时行为里，但主程序不受影响：主代码 41 个 Java 文件编译通过，坏的只是测试代码。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06　手动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材料：测试材料/03-手动测试指南.md ＋ 测试脚本/证据/manual-20261028-204109.json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7246" y="1691640"/>
            <a:ext cx="3553968" cy="10058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7246" y="1691640"/>
            <a:ext cx="54864" cy="10058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838" y="1801368"/>
            <a:ext cx="3279648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sz="2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838" y="2295144"/>
            <a:ext cx="3279648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手动用例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22382" y="1691640"/>
            <a:ext cx="3553968" cy="10058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382" y="1691640"/>
            <a:ext cx="54864" cy="10058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6974" y="1801368"/>
            <a:ext cx="3279648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sz="2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6974" y="2295144"/>
            <a:ext cx="3279648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执行次数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77518" y="1691640"/>
            <a:ext cx="3553968" cy="10058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518" y="1691640"/>
            <a:ext cx="54864" cy="10058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110" y="1801368"/>
            <a:ext cx="3279648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sz="26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2110" y="2295144"/>
            <a:ext cx="3279648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符合预期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7246" y="3260090"/>
          <a:ext cx="1106360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464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脚本测不到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手动怎么看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页面能不能打开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 个路由逐个点，确认不白屏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提示文案是否可读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看红字是不是人话、有没有暴露技术细节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跳转链路是否通</a:t>
                      </a:r>
                      <a:endParaRPr sz="12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 → 登录 → 浏览 → 下单 → 我的意向，整条走通</a:t>
                      </a:r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67246" y="539496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7246" y="5394960"/>
            <a:ext cx="54864" cy="6583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125" y="5486400"/>
            <a:ext cx="107442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手动还确认了问题 6：注册填 6 位强密码 Ab1!ab，前端放行、后端返回 422 长度不足。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03　方法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245" y="676656"/>
            <a:ext cx="11064240" cy="6076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黑盒 + 真实进程 + 预期来自需求</a:t>
            </a:r>
            <a:endParaRPr sz="28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材料：测试材料/02-测试报告.md 第二节 ＋ 测试脚本/README.md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7246" y="1737360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7246" y="1856232"/>
            <a:ext cx="1691640" cy="34925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黑盒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58886" y="1737360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910" y="1869123"/>
            <a:ext cx="9052560" cy="3308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只通过 HTTP 接口观察，不 mock、不注入、不读内部状态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7246" y="2450592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246" y="2569464"/>
            <a:ext cx="1691640" cy="34925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真实进程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8886" y="2450592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910" y="2582355"/>
            <a:ext cx="9052560" cy="3308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真 Spring Boot 进程 + 真 SQLite 落库，走完整 路由→鉴权→校验→业务→持久化 链路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7246" y="3163824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246" y="3282696"/>
            <a:ext cx="1691640" cy="34925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预期来自需求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58886" y="3163824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910" y="3295587"/>
            <a:ext cx="9052560" cy="3308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断言值取自 C-xx / FR-xxx / NFR-xxx，不是先读代码再抄行为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7246" y="3877056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246" y="3995928"/>
            <a:ext cx="1691640" cy="34925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证据可复核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258886" y="3877056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910" y="4008819"/>
            <a:ext cx="9052560" cy="3308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每条留下原始响应，第三方可用同样请求体重放比对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7246" y="4590288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246" y="4709160"/>
            <a:ext cx="1691640" cy="34925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可重复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58886" y="4590288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910" y="4722051"/>
            <a:ext cx="9052560" cy="33083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每轮清空数据库 + 数据带时间戳后缀，两次运行结果一致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67246" y="544068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246" y="5440680"/>
            <a:ext cx="54864" cy="6583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125" y="5532120"/>
            <a:ext cx="107442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关键一句：如果先读代码、再把代码行为写成「预期」，测试就退化成复述实现——永远 100% 通过，却毫无价值。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07　自审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材料：测试材料/04-测试过程审计.xlsx（逐条审计页）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7246" y="2103120"/>
            <a:ext cx="210312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246" y="2221992"/>
            <a:ext cx="210312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摊开原始响应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70366" y="2103120"/>
            <a:ext cx="8961120" cy="5486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958" y="2212848"/>
            <a:ext cx="868680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不看结论列，看脚本落盘的 JSON 原文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7246" y="2761488"/>
            <a:ext cx="210312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7246" y="2880360"/>
            <a:ext cx="210312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判定断言强度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70366" y="2761488"/>
            <a:ext cx="8961120" cy="5486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958" y="2871216"/>
            <a:ext cx="868680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只断言状态码 = 弱；校验了字段值 = 强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7246" y="3419856"/>
            <a:ext cx="210312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7246" y="3538728"/>
            <a:ext cx="210312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弱断言强化复验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70366" y="3419856"/>
            <a:ext cx="8961120" cy="5486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958" y="3529584"/>
            <a:ext cx="868680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200 要有真实载荷、4xx 错误码语义要对、预期提到的状态值必须真出现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7246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7246" y="4160520"/>
            <a:ext cx="54864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837" y="4270248"/>
            <a:ext cx="1777593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116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837" y="4764024"/>
            <a:ext cx="1777593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审计记录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20327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20327" y="4160520"/>
            <a:ext cx="54864" cy="9144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4918" y="4270248"/>
            <a:ext cx="1777593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26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84918" y="4764024"/>
            <a:ext cx="1777593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已知假通过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73408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3408" y="4160520"/>
            <a:ext cx="54864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7999" y="4270248"/>
            <a:ext cx="1777593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37999" y="4764024"/>
            <a:ext cx="1777593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弱断言经复验通过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326489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26489" y="4160520"/>
            <a:ext cx="54864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1081" y="4270248"/>
            <a:ext cx="1777593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68</a:t>
            </a:r>
            <a:endParaRPr sz="2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1081" y="4764024"/>
            <a:ext cx="1777593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强断言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579570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79570" y="4160520"/>
            <a:ext cx="54864" cy="9144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44161" y="4270248"/>
            <a:ext cx="1777593" cy="5708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6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744161" y="4764024"/>
            <a:ext cx="1777593" cy="29400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需浏览器验证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67246" y="539496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7246" y="5394960"/>
            <a:ext cx="54864" cy="6583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0125" y="5486400"/>
            <a:ext cx="107442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审计脚本第一版还用「响应体长度 &gt; 30」判 200，把 B08、K02 两条短而合法的响应误报成假通过；核实后改为 JSON 语义判断。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08　过程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856" y="685546"/>
            <a:ext cx="11064240" cy="6076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sz="28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材料：过程记录/AI出错与修正记录.md ＋ 测试脚本/修正补丁/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246" y="1645920"/>
            <a:ext cx="13716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我让它做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57718" y="1645920"/>
            <a:ext cx="4297680" cy="360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写测试脚本、批量发请求、记录响应、生成表格文档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7246" y="2267712"/>
            <a:ext cx="13716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我不让它做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718" y="2267712"/>
            <a:ext cx="4297680" cy="360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定预期值、判断通过与否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7246" y="2926080"/>
            <a:ext cx="5760720" cy="47548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7246" y="2926080"/>
            <a:ext cx="54864" cy="47548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126" y="3017520"/>
            <a:ext cx="54864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预期我定：预期值从需求条款读，不让 AI 生成</a:t>
            </a:r>
            <a:endParaRPr sz="12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7246" y="3493008"/>
            <a:ext cx="5760720" cy="47548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7246" y="3493008"/>
            <a:ext cx="54864" cy="47548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126" y="3584448"/>
            <a:ext cx="54864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结果我核：每条都调原始响应看，不看它总结的结论</a:t>
            </a:r>
            <a:endParaRPr sz="12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7246" y="4059936"/>
            <a:ext cx="5760720" cy="47548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7246" y="4059936"/>
            <a:ext cx="54864" cy="47548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126" y="4151376"/>
            <a:ext cx="54864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出错我记：这次一共 23 处，全部落档</a:t>
            </a:r>
            <a:endParaRPr sz="12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38278" y="164592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出的错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我是怎么发现的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E02 文案写错</a:t>
                      </a:r>
                      <a:endParaRPr sz="10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自查逻辑矛盾：12345 是纯数字，怎么会报「只能输入数字」</a:t>
                      </a:r>
                      <a:endParaRPr sz="10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E06 假失败</a:t>
                      </a:r>
                      <a:endParaRPr sz="10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看响应体，发现是首次提交成功——是用例写反了，不是系统错</a:t>
                      </a:r>
                      <a:endParaRPr sz="10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E21 八条同时失败</a:t>
                      </a:r>
                      <a:endParaRPr sz="1050" b="1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报错都是「必须选二级类别」可我明明传了 id → 怀疑脚本</a:t>
                      </a:r>
                      <a:endParaRPr sz="10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538278" y="4069080"/>
            <a:ext cx="51206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8278" y="4069080"/>
            <a:ext cx="54864" cy="6583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1158" y="4160520"/>
            <a:ext cx="4800600" cy="33083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结果，我一条都没有直接采信。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7245" y="384048"/>
            <a:ext cx="10972800" cy="3124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09　收尾</a:t>
            </a:r>
            <a:endParaRPr sz="12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7245" y="676656"/>
            <a:ext cx="11064240" cy="6076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结论与遗留</a:t>
            </a:r>
            <a:endParaRPr sz="28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7246" y="2147483647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7246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7245" y="6382512"/>
            <a:ext cx="11064240" cy="2660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材料：第2次评审测试/README.md（材料总索引）</a:t>
            </a:r>
            <a:endParaRPr sz="95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7246" y="1645920"/>
            <a:ext cx="5486400" cy="4044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7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7246" y="2103120"/>
            <a:ext cx="557784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·　挑战A 新增功能接口层实现正确：59 条自动用例全部通过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7246" y="2670048"/>
            <a:ext cx="557784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·　旧缺陷 BUG-001 已修复（price=0.001 返回 422 而非 500）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7246" y="3236976"/>
            <a:ext cx="557784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·　手动 23 项已执行（25 次），全部符合预期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7246" y="3803904"/>
            <a:ext cx="557784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·　116 条记录审计：已知假通过 0 条</a:t>
            </a:r>
            <a:endParaRPr sz="12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1118" y="1645920"/>
            <a:ext cx="5486400" cy="40449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遗留</a:t>
            </a:r>
            <a:endParaRPr sz="17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1118" y="2103120"/>
            <a:ext cx="521208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·　页面渲染与交互需人工在浏览器确认（TC-P16 / P17）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1118" y="2670048"/>
            <a:ext cx="521208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·　富媒体（图片 / 视频）上传未覆盖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1118" y="3236976"/>
            <a:ext cx="521208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·　性能与并发一致性（NFR-005）未压测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1118" y="3803904"/>
            <a:ext cx="5212080" cy="32194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·　团队集成测试编译不过，无法执行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7246" y="4800600"/>
            <a:ext cx="1106424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565" y="5029200"/>
            <a:ext cx="10515600" cy="42608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这周挑战A 正式落地，我按需求重写 59 条用例并全部跑通；同时挖出 7 个问题，最严重的是团队集成测试编译不过。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2357168"/>
            <a:ext cx="12192000" cy="4500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919821" y="680041"/>
            <a:ext cx="2352353" cy="497128"/>
            <a:chOff x="9271922" y="328372"/>
            <a:chExt cx="2352353" cy="497128"/>
          </a:xfrm>
        </p:grpSpPr>
        <p:grpSp>
          <p:nvGrpSpPr>
            <p:cNvPr id="10" name="组合 9"/>
            <p:cNvGrpSpPr/>
            <p:nvPr/>
          </p:nvGrpSpPr>
          <p:grpSpPr>
            <a:xfrm>
              <a:off x="9271922" y="328372"/>
              <a:ext cx="2352353" cy="497128"/>
              <a:chOff x="9753600" y="368300"/>
              <a:chExt cx="1502375" cy="317500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9753600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0346038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0938475" y="368300"/>
                <a:ext cx="317500" cy="3175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1" name="任意多边形: 形状 10"/>
            <p:cNvSpPr/>
            <p:nvPr/>
          </p:nvSpPr>
          <p:spPr>
            <a:xfrm>
              <a:off x="9364766" y="430942"/>
              <a:ext cx="297524" cy="297484"/>
            </a:xfrm>
            <a:custGeom>
              <a:avLst/>
              <a:gdLst>
                <a:gd name="connsiteX0" fmla="*/ 1 w 2072432"/>
                <a:gd name="connsiteY0" fmla="*/ 1035792 h 2072153"/>
                <a:gd name="connsiteX1" fmla="*/ 1040914 w 2072432"/>
                <a:gd name="connsiteY1" fmla="*/ 15 h 2072153"/>
                <a:gd name="connsiteX2" fmla="*/ 2072432 w 2072432"/>
                <a:gd name="connsiteY2" fmla="*/ 1037483 h 2072153"/>
                <a:gd name="connsiteX3" fmla="*/ 1042292 w 2072432"/>
                <a:gd name="connsiteY3" fmla="*/ 2072133 h 2072153"/>
                <a:gd name="connsiteX4" fmla="*/ 1 w 2072432"/>
                <a:gd name="connsiteY4" fmla="*/ 1035792 h 2072153"/>
                <a:gd name="connsiteX5" fmla="*/ 1303585 w 2072432"/>
                <a:gd name="connsiteY5" fmla="*/ 1981132 h 2072153"/>
                <a:gd name="connsiteX6" fmla="*/ 1337217 w 2072432"/>
                <a:gd name="connsiteY6" fmla="*/ 1974806 h 2072153"/>
                <a:gd name="connsiteX7" fmla="*/ 1874396 w 2072432"/>
                <a:gd name="connsiteY7" fmla="*/ 1554620 h 2072153"/>
                <a:gd name="connsiteX8" fmla="*/ 1881974 w 2072432"/>
                <a:gd name="connsiteY8" fmla="*/ 1539088 h 2072153"/>
                <a:gd name="connsiteX9" fmla="*/ 1554982 w 2072432"/>
                <a:gd name="connsiteY9" fmla="*/ 1539088 h 2072153"/>
                <a:gd name="connsiteX10" fmla="*/ 1547655 w 2072432"/>
                <a:gd name="connsiteY10" fmla="*/ 1565330 h 2072153"/>
                <a:gd name="connsiteX11" fmla="*/ 1463730 w 2072432"/>
                <a:gd name="connsiteY11" fmla="*/ 1783346 h 2072153"/>
                <a:gd name="connsiteX12" fmla="*/ 1303585 w 2072432"/>
                <a:gd name="connsiteY12" fmla="*/ 1981633 h 2072153"/>
                <a:gd name="connsiteX13" fmla="*/ 1303898 w 2072432"/>
                <a:gd name="connsiteY13" fmla="*/ 1982447 h 2072153"/>
                <a:gd name="connsiteX14" fmla="*/ 1303585 w 2072432"/>
                <a:gd name="connsiteY14" fmla="*/ 1981132 h 2072153"/>
                <a:gd name="connsiteX15" fmla="*/ 802920 w 2072432"/>
                <a:gd name="connsiteY15" fmla="*/ 79493 h 2072153"/>
                <a:gd name="connsiteX16" fmla="*/ 782815 w 2072432"/>
                <a:gd name="connsiteY16" fmla="*/ 83063 h 2072153"/>
                <a:gd name="connsiteX17" fmla="*/ 195157 w 2072432"/>
                <a:gd name="connsiteY17" fmla="*/ 522351 h 2072153"/>
                <a:gd name="connsiteX18" fmla="*/ 190397 w 2072432"/>
                <a:gd name="connsiteY18" fmla="*/ 533812 h 2072153"/>
                <a:gd name="connsiteX19" fmla="*/ 541251 w 2072432"/>
                <a:gd name="connsiteY19" fmla="*/ 533812 h 2072153"/>
                <a:gd name="connsiteX20" fmla="*/ 547138 w 2072432"/>
                <a:gd name="connsiteY20" fmla="*/ 513645 h 2072153"/>
                <a:gd name="connsiteX21" fmla="*/ 610645 w 2072432"/>
                <a:gd name="connsiteY21" fmla="*/ 333834 h 2072153"/>
                <a:gd name="connsiteX22" fmla="*/ 796844 w 2072432"/>
                <a:gd name="connsiteY22" fmla="*/ 86946 h 2072153"/>
                <a:gd name="connsiteX23" fmla="*/ 802606 w 2072432"/>
                <a:gd name="connsiteY23" fmla="*/ 79180 h 2072153"/>
                <a:gd name="connsiteX24" fmla="*/ 805174 w 2072432"/>
                <a:gd name="connsiteY24" fmla="*/ 77489 h 2072153"/>
                <a:gd name="connsiteX25" fmla="*/ 802920 w 2072432"/>
                <a:gd name="connsiteY25" fmla="*/ 79493 h 2072153"/>
                <a:gd name="connsiteX26" fmla="*/ 1022939 w 2072432"/>
                <a:gd name="connsiteY26" fmla="*/ 586233 h 2072153"/>
                <a:gd name="connsiteX27" fmla="*/ 582336 w 2072432"/>
                <a:gd name="connsiteY27" fmla="*/ 586233 h 2072153"/>
                <a:gd name="connsiteX28" fmla="*/ 542817 w 2072432"/>
                <a:gd name="connsiteY28" fmla="*/ 1010114 h 2072153"/>
                <a:gd name="connsiteX29" fmla="*/ 1022939 w 2072432"/>
                <a:gd name="connsiteY29" fmla="*/ 1008110 h 2072153"/>
                <a:gd name="connsiteX30" fmla="*/ 1022939 w 2072432"/>
                <a:gd name="connsiteY30" fmla="*/ 586233 h 2072153"/>
                <a:gd name="connsiteX31" fmla="*/ 582775 w 2072432"/>
                <a:gd name="connsiteY31" fmla="*/ 1486604 h 2072153"/>
                <a:gd name="connsiteX32" fmla="*/ 1022250 w 2072432"/>
                <a:gd name="connsiteY32" fmla="*/ 1484725 h 2072153"/>
                <a:gd name="connsiteX33" fmla="*/ 1020622 w 2072432"/>
                <a:gd name="connsiteY33" fmla="*/ 1062911 h 2072153"/>
                <a:gd name="connsiteX34" fmla="*/ 541063 w 2072432"/>
                <a:gd name="connsiteY34" fmla="*/ 1064352 h 2072153"/>
                <a:gd name="connsiteX35" fmla="*/ 582775 w 2072432"/>
                <a:gd name="connsiteY35" fmla="*/ 1486604 h 2072153"/>
                <a:gd name="connsiteX36" fmla="*/ 1074860 w 2072432"/>
                <a:gd name="connsiteY36" fmla="*/ 1010365 h 2072153"/>
                <a:gd name="connsiteX37" fmla="*/ 1556109 w 2072432"/>
                <a:gd name="connsiteY37" fmla="*/ 1010365 h 2072153"/>
                <a:gd name="connsiteX38" fmla="*/ 1514085 w 2072432"/>
                <a:gd name="connsiteY38" fmla="*/ 586296 h 2072153"/>
                <a:gd name="connsiteX39" fmla="*/ 1074860 w 2072432"/>
                <a:gd name="connsiteY39" fmla="*/ 586296 h 2072153"/>
                <a:gd name="connsiteX40" fmla="*/ 1074860 w 2072432"/>
                <a:gd name="connsiteY40" fmla="*/ 1010365 h 2072153"/>
                <a:gd name="connsiteX41" fmla="*/ 1076300 w 2072432"/>
                <a:gd name="connsiteY41" fmla="*/ 1061972 h 2072153"/>
                <a:gd name="connsiteX42" fmla="*/ 1077177 w 2072432"/>
                <a:gd name="connsiteY42" fmla="*/ 1486541 h 2072153"/>
                <a:gd name="connsiteX43" fmla="*/ 1514711 w 2072432"/>
                <a:gd name="connsiteY43" fmla="*/ 1486541 h 2072153"/>
                <a:gd name="connsiteX44" fmla="*/ 1554982 w 2072432"/>
                <a:gd name="connsiteY44" fmla="*/ 1061972 h 2072153"/>
                <a:gd name="connsiteX45" fmla="*/ 1076300 w 2072432"/>
                <a:gd name="connsiteY45" fmla="*/ 1061972 h 2072153"/>
                <a:gd name="connsiteX46" fmla="*/ 489142 w 2072432"/>
                <a:gd name="connsiteY46" fmla="*/ 1010427 h 2072153"/>
                <a:gd name="connsiteX47" fmla="*/ 530228 w 2072432"/>
                <a:gd name="connsiteY47" fmla="*/ 586108 h 2072153"/>
                <a:gd name="connsiteX48" fmla="*/ 158894 w 2072432"/>
                <a:gd name="connsiteY48" fmla="*/ 586108 h 2072153"/>
                <a:gd name="connsiteX49" fmla="*/ 50919 w 2072432"/>
                <a:gd name="connsiteY49" fmla="*/ 1010427 h 2072153"/>
                <a:gd name="connsiteX50" fmla="*/ 489142 w 2072432"/>
                <a:gd name="connsiteY50" fmla="*/ 1010427 h 2072153"/>
                <a:gd name="connsiteX51" fmla="*/ 51859 w 2072432"/>
                <a:gd name="connsiteY51" fmla="*/ 1062285 h 2072153"/>
                <a:gd name="connsiteX52" fmla="*/ 51233 w 2072432"/>
                <a:gd name="connsiteY52" fmla="*/ 1075124 h 2072153"/>
                <a:gd name="connsiteX53" fmla="*/ 55053 w 2072432"/>
                <a:gd name="connsiteY53" fmla="*/ 1132431 h 2072153"/>
                <a:gd name="connsiteX54" fmla="*/ 152506 w 2072432"/>
                <a:gd name="connsiteY54" fmla="*/ 1473890 h 2072153"/>
                <a:gd name="connsiteX55" fmla="*/ 176180 w 2072432"/>
                <a:gd name="connsiteY55" fmla="*/ 1488295 h 2072153"/>
                <a:gd name="connsiteX56" fmla="*/ 515134 w 2072432"/>
                <a:gd name="connsiteY56" fmla="*/ 1487982 h 2072153"/>
                <a:gd name="connsiteX57" fmla="*/ 530165 w 2072432"/>
                <a:gd name="connsiteY57" fmla="*/ 1485853 h 2072153"/>
                <a:gd name="connsiteX58" fmla="*/ 488955 w 2072432"/>
                <a:gd name="connsiteY58" fmla="*/ 1062285 h 2072153"/>
                <a:gd name="connsiteX59" fmla="*/ 51859 w 2072432"/>
                <a:gd name="connsiteY59" fmla="*/ 1062285 h 2072153"/>
                <a:gd name="connsiteX60" fmla="*/ 1609032 w 2072432"/>
                <a:gd name="connsiteY60" fmla="*/ 1008861 h 2072153"/>
                <a:gd name="connsiteX61" fmla="*/ 2021639 w 2072432"/>
                <a:gd name="connsiteY61" fmla="*/ 1007922 h 2072153"/>
                <a:gd name="connsiteX62" fmla="*/ 1913540 w 2072432"/>
                <a:gd name="connsiteY62" fmla="*/ 586108 h 2072153"/>
                <a:gd name="connsiteX63" fmla="*/ 1566757 w 2072432"/>
                <a:gd name="connsiteY63" fmla="*/ 586108 h 2072153"/>
                <a:gd name="connsiteX64" fmla="*/ 1609032 w 2072432"/>
                <a:gd name="connsiteY64" fmla="*/ 1008861 h 2072153"/>
                <a:gd name="connsiteX65" fmla="*/ 2021702 w 2072432"/>
                <a:gd name="connsiteY65" fmla="*/ 1064352 h 2072153"/>
                <a:gd name="connsiteX66" fmla="*/ 1608969 w 2072432"/>
                <a:gd name="connsiteY66" fmla="*/ 1064665 h 2072153"/>
                <a:gd name="connsiteX67" fmla="*/ 1567007 w 2072432"/>
                <a:gd name="connsiteY67" fmla="*/ 1485289 h 2072153"/>
                <a:gd name="connsiteX68" fmla="*/ 1575274 w 2072432"/>
                <a:gd name="connsiteY68" fmla="*/ 1487731 h 2072153"/>
                <a:gd name="connsiteX69" fmla="*/ 1901891 w 2072432"/>
                <a:gd name="connsiteY69" fmla="*/ 1488233 h 2072153"/>
                <a:gd name="connsiteX70" fmla="*/ 1918613 w 2072432"/>
                <a:gd name="connsiteY70" fmla="*/ 1476208 h 2072153"/>
                <a:gd name="connsiteX71" fmla="*/ 2019072 w 2072432"/>
                <a:gd name="connsiteY71" fmla="*/ 1116773 h 2072153"/>
                <a:gd name="connsiteX72" fmla="*/ 2021702 w 2072432"/>
                <a:gd name="connsiteY72" fmla="*/ 1064352 h 2072153"/>
                <a:gd name="connsiteX73" fmla="*/ 1023064 w 2072432"/>
                <a:gd name="connsiteY73" fmla="*/ 50558 h 2072153"/>
                <a:gd name="connsiteX74" fmla="*/ 996447 w 2072432"/>
                <a:gd name="connsiteY74" fmla="*/ 52499 h 2072153"/>
                <a:gd name="connsiteX75" fmla="*/ 859099 w 2072432"/>
                <a:gd name="connsiteY75" fmla="*/ 104106 h 2072153"/>
                <a:gd name="connsiteX76" fmla="*/ 716991 w 2072432"/>
                <a:gd name="connsiteY76" fmla="*/ 244523 h 2072153"/>
                <a:gd name="connsiteX77" fmla="*/ 596866 w 2072432"/>
                <a:gd name="connsiteY77" fmla="*/ 519657 h 2072153"/>
                <a:gd name="connsiteX78" fmla="*/ 595050 w 2072432"/>
                <a:gd name="connsiteY78" fmla="*/ 532998 h 2072153"/>
                <a:gd name="connsiteX79" fmla="*/ 1023064 w 2072432"/>
                <a:gd name="connsiteY79" fmla="*/ 531244 h 2072153"/>
                <a:gd name="connsiteX80" fmla="*/ 1023064 w 2072432"/>
                <a:gd name="connsiteY80" fmla="*/ 50558 h 2072153"/>
                <a:gd name="connsiteX81" fmla="*/ 1022814 w 2072432"/>
                <a:gd name="connsiteY81" fmla="*/ 1541280 h 2072153"/>
                <a:gd name="connsiteX82" fmla="*/ 594424 w 2072432"/>
                <a:gd name="connsiteY82" fmla="*/ 1540466 h 2072153"/>
                <a:gd name="connsiteX83" fmla="*/ 598933 w 2072432"/>
                <a:gd name="connsiteY83" fmla="*/ 1560195 h 2072153"/>
                <a:gd name="connsiteX84" fmla="*/ 648724 w 2072432"/>
                <a:gd name="connsiteY84" fmla="*/ 1701425 h 2072153"/>
                <a:gd name="connsiteX85" fmla="*/ 768160 w 2072432"/>
                <a:gd name="connsiteY85" fmla="*/ 1891884 h 2072153"/>
                <a:gd name="connsiteX86" fmla="*/ 1007031 w 2072432"/>
                <a:gd name="connsiteY86" fmla="*/ 2020651 h 2072153"/>
                <a:gd name="connsiteX87" fmla="*/ 1022814 w 2072432"/>
                <a:gd name="connsiteY87" fmla="*/ 2020714 h 2072153"/>
                <a:gd name="connsiteX88" fmla="*/ 1022814 w 2072432"/>
                <a:gd name="connsiteY88" fmla="*/ 1541280 h 2072153"/>
                <a:gd name="connsiteX89" fmla="*/ 1502122 w 2072432"/>
                <a:gd name="connsiteY89" fmla="*/ 533687 h 2072153"/>
                <a:gd name="connsiteX90" fmla="*/ 1498678 w 2072432"/>
                <a:gd name="connsiteY90" fmla="*/ 515900 h 2072153"/>
                <a:gd name="connsiteX91" fmla="*/ 1450390 w 2072432"/>
                <a:gd name="connsiteY91" fmla="*/ 376422 h 2072153"/>
                <a:gd name="connsiteX92" fmla="*/ 1320119 w 2072432"/>
                <a:gd name="connsiteY92" fmla="*/ 171434 h 2072153"/>
                <a:gd name="connsiteX93" fmla="*/ 1128283 w 2072432"/>
                <a:gd name="connsiteY93" fmla="*/ 58324 h 2072153"/>
                <a:gd name="connsiteX94" fmla="*/ 1076488 w 2072432"/>
                <a:gd name="connsiteY94" fmla="*/ 52061 h 2072153"/>
                <a:gd name="connsiteX95" fmla="*/ 1077052 w 2072432"/>
                <a:gd name="connsiteY95" fmla="*/ 533749 h 2072153"/>
                <a:gd name="connsiteX96" fmla="*/ 1502122 w 2072432"/>
                <a:gd name="connsiteY96" fmla="*/ 533687 h 2072153"/>
                <a:gd name="connsiteX97" fmla="*/ 1076300 w 2072432"/>
                <a:gd name="connsiteY97" fmla="*/ 1538838 h 2072153"/>
                <a:gd name="connsiteX98" fmla="*/ 1077427 w 2072432"/>
                <a:gd name="connsiteY98" fmla="*/ 2020651 h 2072153"/>
                <a:gd name="connsiteX99" fmla="*/ 1147573 w 2072432"/>
                <a:gd name="connsiteY99" fmla="*/ 2008564 h 2072153"/>
                <a:gd name="connsiteX100" fmla="*/ 1352311 w 2072432"/>
                <a:gd name="connsiteY100" fmla="*/ 1864264 h 2072153"/>
                <a:gd name="connsiteX101" fmla="*/ 1500494 w 2072432"/>
                <a:gd name="connsiteY101" fmla="*/ 1551364 h 2072153"/>
                <a:gd name="connsiteX102" fmla="*/ 1500619 w 2072432"/>
                <a:gd name="connsiteY102" fmla="*/ 1538900 h 2072153"/>
                <a:gd name="connsiteX103" fmla="*/ 1076300 w 2072432"/>
                <a:gd name="connsiteY103" fmla="*/ 1538838 h 2072153"/>
                <a:gd name="connsiteX104" fmla="*/ 188768 w 2072432"/>
                <a:gd name="connsiteY104" fmla="*/ 1539088 h 2072153"/>
                <a:gd name="connsiteX105" fmla="*/ 451377 w 2072432"/>
                <a:gd name="connsiteY105" fmla="*/ 1829441 h 2072153"/>
                <a:gd name="connsiteX106" fmla="*/ 802794 w 2072432"/>
                <a:gd name="connsiteY106" fmla="*/ 1992530 h 2072153"/>
                <a:gd name="connsiteX107" fmla="*/ 792836 w 2072432"/>
                <a:gd name="connsiteY107" fmla="*/ 1982071 h 2072153"/>
                <a:gd name="connsiteX108" fmla="*/ 711041 w 2072432"/>
                <a:gd name="connsiteY108" fmla="*/ 1901529 h 2072153"/>
                <a:gd name="connsiteX109" fmla="*/ 568307 w 2072432"/>
                <a:gd name="connsiteY109" fmla="*/ 1628336 h 2072153"/>
                <a:gd name="connsiteX110" fmla="*/ 541439 w 2072432"/>
                <a:gd name="connsiteY110" fmla="*/ 1539151 h 2072153"/>
                <a:gd name="connsiteX111" fmla="*/ 188768 w 2072432"/>
                <a:gd name="connsiteY111" fmla="*/ 1539088 h 2072153"/>
                <a:gd name="connsiteX112" fmla="*/ 1885356 w 2072432"/>
                <a:gd name="connsiteY112" fmla="*/ 534188 h 2072153"/>
                <a:gd name="connsiteX113" fmla="*/ 1306090 w 2072432"/>
                <a:gd name="connsiteY113" fmla="*/ 87447 h 2072153"/>
                <a:gd name="connsiteX114" fmla="*/ 1306466 w 2072432"/>
                <a:gd name="connsiteY114" fmla="*/ 91330 h 2072153"/>
                <a:gd name="connsiteX115" fmla="*/ 1313793 w 2072432"/>
                <a:gd name="connsiteY115" fmla="*/ 98407 h 2072153"/>
                <a:gd name="connsiteX116" fmla="*/ 1437300 w 2072432"/>
                <a:gd name="connsiteY116" fmla="*/ 243020 h 2072153"/>
                <a:gd name="connsiteX117" fmla="*/ 1547655 w 2072432"/>
                <a:gd name="connsiteY117" fmla="*/ 507257 h 2072153"/>
                <a:gd name="connsiteX118" fmla="*/ 1555859 w 2072432"/>
                <a:gd name="connsiteY118" fmla="*/ 534250 h 2072153"/>
                <a:gd name="connsiteX119" fmla="*/ 1885356 w 2072432"/>
                <a:gd name="connsiteY119" fmla="*/ 534188 h 207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2072432" h="2072153">
                  <a:moveTo>
                    <a:pt x="1" y="1035792"/>
                  </a:moveTo>
                  <a:cubicBezTo>
                    <a:pt x="1" y="464230"/>
                    <a:pt x="463527" y="-3054"/>
                    <a:pt x="1040914" y="15"/>
                  </a:cubicBezTo>
                  <a:cubicBezTo>
                    <a:pt x="1608343" y="3021"/>
                    <a:pt x="2073059" y="460221"/>
                    <a:pt x="2072432" y="1037483"/>
                  </a:cubicBezTo>
                  <a:cubicBezTo>
                    <a:pt x="2071806" y="1604474"/>
                    <a:pt x="1619366" y="2068563"/>
                    <a:pt x="1042292" y="2072133"/>
                  </a:cubicBezTo>
                  <a:cubicBezTo>
                    <a:pt x="449373" y="2075766"/>
                    <a:pt x="-876" y="1596019"/>
                    <a:pt x="1" y="1035792"/>
                  </a:cubicBezTo>
                  <a:close/>
                  <a:moveTo>
                    <a:pt x="1303585" y="1981132"/>
                  </a:moveTo>
                  <a:cubicBezTo>
                    <a:pt x="1314796" y="1979065"/>
                    <a:pt x="1326508" y="1978313"/>
                    <a:pt x="1337217" y="1974806"/>
                  </a:cubicBezTo>
                  <a:cubicBezTo>
                    <a:pt x="1566444" y="1898961"/>
                    <a:pt x="1745566" y="1758857"/>
                    <a:pt x="1874396" y="1554620"/>
                  </a:cubicBezTo>
                  <a:cubicBezTo>
                    <a:pt x="1877152" y="1550236"/>
                    <a:pt x="1878968" y="1545289"/>
                    <a:pt x="1881974" y="1539088"/>
                  </a:cubicBezTo>
                  <a:cubicBezTo>
                    <a:pt x="1771933" y="1539088"/>
                    <a:pt x="1664084" y="1539088"/>
                    <a:pt x="1554982" y="1539088"/>
                  </a:cubicBezTo>
                  <a:cubicBezTo>
                    <a:pt x="1552352" y="1548357"/>
                    <a:pt x="1549909" y="1556813"/>
                    <a:pt x="1547655" y="1565330"/>
                  </a:cubicBezTo>
                  <a:cubicBezTo>
                    <a:pt x="1527237" y="1640925"/>
                    <a:pt x="1500619" y="1714140"/>
                    <a:pt x="1463730" y="1783346"/>
                  </a:cubicBezTo>
                  <a:cubicBezTo>
                    <a:pt x="1423020" y="1859629"/>
                    <a:pt x="1372478" y="1928084"/>
                    <a:pt x="1303585" y="1981633"/>
                  </a:cubicBezTo>
                  <a:lnTo>
                    <a:pt x="1303898" y="1982447"/>
                  </a:lnTo>
                  <a:cubicBezTo>
                    <a:pt x="1303835" y="1982447"/>
                    <a:pt x="1303585" y="1981132"/>
                    <a:pt x="1303585" y="1981132"/>
                  </a:cubicBezTo>
                  <a:close/>
                  <a:moveTo>
                    <a:pt x="802920" y="79493"/>
                  </a:moveTo>
                  <a:cubicBezTo>
                    <a:pt x="796218" y="80620"/>
                    <a:pt x="789329" y="81246"/>
                    <a:pt x="782815" y="83063"/>
                  </a:cubicBezTo>
                  <a:cubicBezTo>
                    <a:pt x="530228" y="153584"/>
                    <a:pt x="334509" y="300327"/>
                    <a:pt x="195157" y="522351"/>
                  </a:cubicBezTo>
                  <a:cubicBezTo>
                    <a:pt x="193153" y="525545"/>
                    <a:pt x="192150" y="529428"/>
                    <a:pt x="190397" y="533812"/>
                  </a:cubicBezTo>
                  <a:cubicBezTo>
                    <a:pt x="308204" y="533812"/>
                    <a:pt x="424383" y="533812"/>
                    <a:pt x="541251" y="533812"/>
                  </a:cubicBezTo>
                  <a:cubicBezTo>
                    <a:pt x="543380" y="526547"/>
                    <a:pt x="545447" y="520158"/>
                    <a:pt x="547138" y="513645"/>
                  </a:cubicBezTo>
                  <a:cubicBezTo>
                    <a:pt x="563359" y="451954"/>
                    <a:pt x="583902" y="391767"/>
                    <a:pt x="610645" y="333834"/>
                  </a:cubicBezTo>
                  <a:cubicBezTo>
                    <a:pt x="654799" y="238072"/>
                    <a:pt x="712732" y="152645"/>
                    <a:pt x="796844" y="86946"/>
                  </a:cubicBezTo>
                  <a:cubicBezTo>
                    <a:pt x="799287" y="85004"/>
                    <a:pt x="800727" y="81810"/>
                    <a:pt x="802606" y="79180"/>
                  </a:cubicBezTo>
                  <a:cubicBezTo>
                    <a:pt x="803483" y="78616"/>
                    <a:pt x="804297" y="78052"/>
                    <a:pt x="805174" y="77489"/>
                  </a:cubicBezTo>
                  <a:cubicBezTo>
                    <a:pt x="804423" y="78115"/>
                    <a:pt x="803671" y="78804"/>
                    <a:pt x="802920" y="79493"/>
                  </a:cubicBezTo>
                  <a:close/>
                  <a:moveTo>
                    <a:pt x="1022939" y="586233"/>
                  </a:moveTo>
                  <a:cubicBezTo>
                    <a:pt x="874318" y="586233"/>
                    <a:pt x="728077" y="586233"/>
                    <a:pt x="582336" y="586233"/>
                  </a:cubicBezTo>
                  <a:cubicBezTo>
                    <a:pt x="555969" y="669156"/>
                    <a:pt x="529226" y="963141"/>
                    <a:pt x="542817" y="1010114"/>
                  </a:cubicBezTo>
                  <a:cubicBezTo>
                    <a:pt x="577013" y="1014060"/>
                    <a:pt x="1007720" y="1012431"/>
                    <a:pt x="1022939" y="1008110"/>
                  </a:cubicBezTo>
                  <a:cubicBezTo>
                    <a:pt x="1022939" y="868131"/>
                    <a:pt x="1022939" y="727965"/>
                    <a:pt x="1022939" y="586233"/>
                  </a:cubicBezTo>
                  <a:close/>
                  <a:moveTo>
                    <a:pt x="582775" y="1486604"/>
                  </a:moveTo>
                  <a:cubicBezTo>
                    <a:pt x="621605" y="1490675"/>
                    <a:pt x="1007470" y="1488921"/>
                    <a:pt x="1022250" y="1484725"/>
                  </a:cubicBezTo>
                  <a:cubicBezTo>
                    <a:pt x="1026196" y="1455477"/>
                    <a:pt x="1024756" y="1077066"/>
                    <a:pt x="1020622" y="1062911"/>
                  </a:cubicBezTo>
                  <a:cubicBezTo>
                    <a:pt x="993754" y="1059028"/>
                    <a:pt x="555906" y="1060343"/>
                    <a:pt x="541063" y="1064352"/>
                  </a:cubicBezTo>
                  <a:cubicBezTo>
                    <a:pt x="530040" y="1124790"/>
                    <a:pt x="559351" y="1424037"/>
                    <a:pt x="582775" y="1486604"/>
                  </a:cubicBezTo>
                  <a:close/>
                  <a:moveTo>
                    <a:pt x="1074860" y="1010365"/>
                  </a:moveTo>
                  <a:cubicBezTo>
                    <a:pt x="1236696" y="1010365"/>
                    <a:pt x="1396465" y="1010365"/>
                    <a:pt x="1556109" y="1010365"/>
                  </a:cubicBezTo>
                  <a:cubicBezTo>
                    <a:pt x="1564377" y="939029"/>
                    <a:pt x="1540264" y="659009"/>
                    <a:pt x="1514085" y="586296"/>
                  </a:cubicBezTo>
                  <a:cubicBezTo>
                    <a:pt x="1368157" y="586296"/>
                    <a:pt x="1222041" y="586296"/>
                    <a:pt x="1074860" y="586296"/>
                  </a:cubicBezTo>
                  <a:cubicBezTo>
                    <a:pt x="1074860" y="727903"/>
                    <a:pt x="1074860" y="868006"/>
                    <a:pt x="1074860" y="1010365"/>
                  </a:cubicBezTo>
                  <a:close/>
                  <a:moveTo>
                    <a:pt x="1076300" y="1061972"/>
                  </a:moveTo>
                  <a:cubicBezTo>
                    <a:pt x="1071979" y="1088464"/>
                    <a:pt x="1073043" y="1470821"/>
                    <a:pt x="1077177" y="1486541"/>
                  </a:cubicBezTo>
                  <a:cubicBezTo>
                    <a:pt x="1223042" y="1486541"/>
                    <a:pt x="1369096" y="1486541"/>
                    <a:pt x="1514711" y="1486541"/>
                  </a:cubicBezTo>
                  <a:cubicBezTo>
                    <a:pt x="1542018" y="1397231"/>
                    <a:pt x="1566882" y="1106690"/>
                    <a:pt x="1554982" y="1061972"/>
                  </a:cubicBezTo>
                  <a:cubicBezTo>
                    <a:pt x="1395839" y="1061972"/>
                    <a:pt x="1236571" y="1061972"/>
                    <a:pt x="1076300" y="1061972"/>
                  </a:cubicBezTo>
                  <a:close/>
                  <a:moveTo>
                    <a:pt x="489142" y="1010427"/>
                  </a:moveTo>
                  <a:cubicBezTo>
                    <a:pt x="488015" y="867442"/>
                    <a:pt x="502984" y="726901"/>
                    <a:pt x="530228" y="586108"/>
                  </a:cubicBezTo>
                  <a:cubicBezTo>
                    <a:pt x="405531" y="586108"/>
                    <a:pt x="282526" y="586108"/>
                    <a:pt x="158894" y="586108"/>
                  </a:cubicBezTo>
                  <a:cubicBezTo>
                    <a:pt x="90690" y="719197"/>
                    <a:pt x="54051" y="859802"/>
                    <a:pt x="50919" y="1010427"/>
                  </a:cubicBezTo>
                  <a:cubicBezTo>
                    <a:pt x="197912" y="1010427"/>
                    <a:pt x="342087" y="1010427"/>
                    <a:pt x="489142" y="1010427"/>
                  </a:cubicBezTo>
                  <a:close/>
                  <a:moveTo>
                    <a:pt x="51859" y="1062285"/>
                  </a:moveTo>
                  <a:cubicBezTo>
                    <a:pt x="51546" y="1068423"/>
                    <a:pt x="50982" y="1071805"/>
                    <a:pt x="51233" y="1075124"/>
                  </a:cubicBezTo>
                  <a:cubicBezTo>
                    <a:pt x="52423" y="1094226"/>
                    <a:pt x="53362" y="1113391"/>
                    <a:pt x="55053" y="1132431"/>
                  </a:cubicBezTo>
                  <a:cubicBezTo>
                    <a:pt x="65825" y="1252430"/>
                    <a:pt x="99270" y="1365916"/>
                    <a:pt x="152506" y="1473890"/>
                  </a:cubicBezTo>
                  <a:cubicBezTo>
                    <a:pt x="157892" y="1484788"/>
                    <a:pt x="164405" y="1488295"/>
                    <a:pt x="176180" y="1488295"/>
                  </a:cubicBezTo>
                  <a:cubicBezTo>
                    <a:pt x="289165" y="1487919"/>
                    <a:pt x="402149" y="1488107"/>
                    <a:pt x="515134" y="1487982"/>
                  </a:cubicBezTo>
                  <a:cubicBezTo>
                    <a:pt x="519581" y="1487982"/>
                    <a:pt x="524028" y="1486730"/>
                    <a:pt x="530165" y="1485853"/>
                  </a:cubicBezTo>
                  <a:cubicBezTo>
                    <a:pt x="502796" y="1345373"/>
                    <a:pt x="488266" y="1204894"/>
                    <a:pt x="488955" y="1062285"/>
                  </a:cubicBezTo>
                  <a:cubicBezTo>
                    <a:pt x="341899" y="1062285"/>
                    <a:pt x="197724" y="1062285"/>
                    <a:pt x="51859" y="1062285"/>
                  </a:cubicBezTo>
                  <a:close/>
                  <a:moveTo>
                    <a:pt x="1609032" y="1008861"/>
                  </a:moveTo>
                  <a:cubicBezTo>
                    <a:pt x="1634711" y="1013371"/>
                    <a:pt x="2006045" y="1012431"/>
                    <a:pt x="2021639" y="1007922"/>
                  </a:cubicBezTo>
                  <a:cubicBezTo>
                    <a:pt x="2017819" y="858737"/>
                    <a:pt x="1981994" y="717756"/>
                    <a:pt x="1913540" y="586108"/>
                  </a:cubicBezTo>
                  <a:cubicBezTo>
                    <a:pt x="1797235" y="586108"/>
                    <a:pt x="1683124" y="586108"/>
                    <a:pt x="1566757" y="586108"/>
                  </a:cubicBezTo>
                  <a:cubicBezTo>
                    <a:pt x="1594815" y="726963"/>
                    <a:pt x="1607779" y="867630"/>
                    <a:pt x="1609032" y="1008861"/>
                  </a:cubicBezTo>
                  <a:close/>
                  <a:moveTo>
                    <a:pt x="2021702" y="1064352"/>
                  </a:moveTo>
                  <a:cubicBezTo>
                    <a:pt x="2001723" y="1059717"/>
                    <a:pt x="1627884" y="1059905"/>
                    <a:pt x="1608969" y="1064665"/>
                  </a:cubicBezTo>
                  <a:cubicBezTo>
                    <a:pt x="1607842" y="1205770"/>
                    <a:pt x="1594564" y="1346375"/>
                    <a:pt x="1567007" y="1485289"/>
                  </a:cubicBezTo>
                  <a:cubicBezTo>
                    <a:pt x="1571454" y="1486667"/>
                    <a:pt x="1573333" y="1487731"/>
                    <a:pt x="1575274" y="1487731"/>
                  </a:cubicBezTo>
                  <a:cubicBezTo>
                    <a:pt x="1684125" y="1487919"/>
                    <a:pt x="1793039" y="1487857"/>
                    <a:pt x="1901891" y="1488233"/>
                  </a:cubicBezTo>
                  <a:cubicBezTo>
                    <a:pt x="1911222" y="1488233"/>
                    <a:pt x="1914980" y="1483473"/>
                    <a:pt x="1918613" y="1476208"/>
                  </a:cubicBezTo>
                  <a:cubicBezTo>
                    <a:pt x="1975356" y="1362847"/>
                    <a:pt x="2008988" y="1243098"/>
                    <a:pt x="2019072" y="1116773"/>
                  </a:cubicBezTo>
                  <a:cubicBezTo>
                    <a:pt x="2020512" y="1099237"/>
                    <a:pt x="2020888" y="1081575"/>
                    <a:pt x="2021702" y="1064352"/>
                  </a:cubicBezTo>
                  <a:close/>
                  <a:moveTo>
                    <a:pt x="1023064" y="50558"/>
                  </a:moveTo>
                  <a:cubicBezTo>
                    <a:pt x="1012668" y="51247"/>
                    <a:pt x="1004463" y="51247"/>
                    <a:pt x="996447" y="52499"/>
                  </a:cubicBezTo>
                  <a:cubicBezTo>
                    <a:pt x="947157" y="60265"/>
                    <a:pt x="901374" y="77739"/>
                    <a:pt x="859099" y="104106"/>
                  </a:cubicBezTo>
                  <a:cubicBezTo>
                    <a:pt x="801229" y="140244"/>
                    <a:pt x="755133" y="188469"/>
                    <a:pt x="716991" y="244523"/>
                  </a:cubicBezTo>
                  <a:cubicBezTo>
                    <a:pt x="659747" y="328698"/>
                    <a:pt x="622545" y="421641"/>
                    <a:pt x="596866" y="519657"/>
                  </a:cubicBezTo>
                  <a:cubicBezTo>
                    <a:pt x="595739" y="523979"/>
                    <a:pt x="595614" y="528551"/>
                    <a:pt x="595050" y="532998"/>
                  </a:cubicBezTo>
                  <a:cubicBezTo>
                    <a:pt x="627806" y="537068"/>
                    <a:pt x="1007908" y="535503"/>
                    <a:pt x="1023064" y="531244"/>
                  </a:cubicBezTo>
                  <a:cubicBezTo>
                    <a:pt x="1023064" y="372226"/>
                    <a:pt x="1023064" y="212958"/>
                    <a:pt x="1023064" y="50558"/>
                  </a:cubicBezTo>
                  <a:close/>
                  <a:moveTo>
                    <a:pt x="1022814" y="1541280"/>
                  </a:moveTo>
                  <a:cubicBezTo>
                    <a:pt x="1005904" y="1537021"/>
                    <a:pt x="615969" y="1536332"/>
                    <a:pt x="594424" y="1540466"/>
                  </a:cubicBezTo>
                  <a:cubicBezTo>
                    <a:pt x="595927" y="1547042"/>
                    <a:pt x="596741" y="1553869"/>
                    <a:pt x="598933" y="1560195"/>
                  </a:cubicBezTo>
                  <a:cubicBezTo>
                    <a:pt x="615217" y="1607355"/>
                    <a:pt x="629935" y="1655267"/>
                    <a:pt x="648724" y="1701425"/>
                  </a:cubicBezTo>
                  <a:cubicBezTo>
                    <a:pt x="677284" y="1771697"/>
                    <a:pt x="716428" y="1836018"/>
                    <a:pt x="768160" y="1891884"/>
                  </a:cubicBezTo>
                  <a:cubicBezTo>
                    <a:pt x="833045" y="1961904"/>
                    <a:pt x="910706" y="2008814"/>
                    <a:pt x="1007031" y="2020651"/>
                  </a:cubicBezTo>
                  <a:cubicBezTo>
                    <a:pt x="1012041" y="2021278"/>
                    <a:pt x="1017240" y="2020714"/>
                    <a:pt x="1022814" y="2020714"/>
                  </a:cubicBezTo>
                  <a:cubicBezTo>
                    <a:pt x="1022814" y="1859629"/>
                    <a:pt x="1022814" y="1700298"/>
                    <a:pt x="1022814" y="1541280"/>
                  </a:cubicBezTo>
                  <a:close/>
                  <a:moveTo>
                    <a:pt x="1502122" y="533687"/>
                  </a:moveTo>
                  <a:cubicBezTo>
                    <a:pt x="1500745" y="526296"/>
                    <a:pt x="1500369" y="520847"/>
                    <a:pt x="1498678" y="515900"/>
                  </a:cubicBezTo>
                  <a:cubicBezTo>
                    <a:pt x="1482832" y="469303"/>
                    <a:pt x="1468866" y="421954"/>
                    <a:pt x="1450390" y="376422"/>
                  </a:cubicBezTo>
                  <a:cubicBezTo>
                    <a:pt x="1419576" y="300389"/>
                    <a:pt x="1377739" y="230745"/>
                    <a:pt x="1320119" y="171434"/>
                  </a:cubicBezTo>
                  <a:cubicBezTo>
                    <a:pt x="1266508" y="116194"/>
                    <a:pt x="1203940" y="76048"/>
                    <a:pt x="1128283" y="58324"/>
                  </a:cubicBezTo>
                  <a:cubicBezTo>
                    <a:pt x="1111248" y="54315"/>
                    <a:pt x="1094087" y="49430"/>
                    <a:pt x="1076488" y="52061"/>
                  </a:cubicBezTo>
                  <a:cubicBezTo>
                    <a:pt x="1072229" y="74044"/>
                    <a:pt x="1072793" y="516526"/>
                    <a:pt x="1077052" y="533749"/>
                  </a:cubicBezTo>
                  <a:cubicBezTo>
                    <a:pt x="1217656" y="533687"/>
                    <a:pt x="1358386" y="533687"/>
                    <a:pt x="1502122" y="533687"/>
                  </a:cubicBezTo>
                  <a:close/>
                  <a:moveTo>
                    <a:pt x="1076300" y="1538838"/>
                  </a:moveTo>
                  <a:cubicBezTo>
                    <a:pt x="1071728" y="1566458"/>
                    <a:pt x="1072918" y="2005620"/>
                    <a:pt x="1077427" y="2020651"/>
                  </a:cubicBezTo>
                  <a:cubicBezTo>
                    <a:pt x="1101478" y="2020964"/>
                    <a:pt x="1124713" y="2015453"/>
                    <a:pt x="1147573" y="2008564"/>
                  </a:cubicBezTo>
                  <a:cubicBezTo>
                    <a:pt x="1231748" y="1983136"/>
                    <a:pt x="1298011" y="1932030"/>
                    <a:pt x="1352311" y="1864264"/>
                  </a:cubicBezTo>
                  <a:cubicBezTo>
                    <a:pt x="1426528" y="1771759"/>
                    <a:pt x="1469555" y="1664348"/>
                    <a:pt x="1500494" y="1551364"/>
                  </a:cubicBezTo>
                  <a:cubicBezTo>
                    <a:pt x="1501496" y="1547794"/>
                    <a:pt x="1500619" y="1543723"/>
                    <a:pt x="1500619" y="1538900"/>
                  </a:cubicBezTo>
                  <a:cubicBezTo>
                    <a:pt x="1358762" y="1538838"/>
                    <a:pt x="1218032" y="1538838"/>
                    <a:pt x="1076300" y="1538838"/>
                  </a:cubicBezTo>
                  <a:close/>
                  <a:moveTo>
                    <a:pt x="188768" y="1539088"/>
                  </a:moveTo>
                  <a:cubicBezTo>
                    <a:pt x="258413" y="1655956"/>
                    <a:pt x="345594" y="1751279"/>
                    <a:pt x="451377" y="1829441"/>
                  </a:cubicBezTo>
                  <a:cubicBezTo>
                    <a:pt x="557284" y="1907666"/>
                    <a:pt x="674214" y="1962656"/>
                    <a:pt x="802794" y="1992530"/>
                  </a:cubicBezTo>
                  <a:cubicBezTo>
                    <a:pt x="800039" y="1988084"/>
                    <a:pt x="796531" y="1984952"/>
                    <a:pt x="792836" y="1982071"/>
                  </a:cubicBezTo>
                  <a:cubicBezTo>
                    <a:pt x="762461" y="1958334"/>
                    <a:pt x="735467" y="1931278"/>
                    <a:pt x="711041" y="1901529"/>
                  </a:cubicBezTo>
                  <a:cubicBezTo>
                    <a:pt x="644340" y="1820423"/>
                    <a:pt x="600624" y="1727354"/>
                    <a:pt x="568307" y="1628336"/>
                  </a:cubicBezTo>
                  <a:cubicBezTo>
                    <a:pt x="558787" y="1599150"/>
                    <a:pt x="550583" y="1569589"/>
                    <a:pt x="541439" y="1539151"/>
                  </a:cubicBezTo>
                  <a:cubicBezTo>
                    <a:pt x="425072" y="1539088"/>
                    <a:pt x="309018" y="1539088"/>
                    <a:pt x="188768" y="1539088"/>
                  </a:cubicBezTo>
                  <a:close/>
                  <a:moveTo>
                    <a:pt x="1885356" y="534188"/>
                  </a:moveTo>
                  <a:cubicBezTo>
                    <a:pt x="1746818" y="309972"/>
                    <a:pt x="1555358" y="162415"/>
                    <a:pt x="1306090" y="87447"/>
                  </a:cubicBezTo>
                  <a:cubicBezTo>
                    <a:pt x="1306340" y="90265"/>
                    <a:pt x="1306153" y="91017"/>
                    <a:pt x="1306466" y="91330"/>
                  </a:cubicBezTo>
                  <a:cubicBezTo>
                    <a:pt x="1308846" y="93772"/>
                    <a:pt x="1311163" y="96215"/>
                    <a:pt x="1313793" y="98407"/>
                  </a:cubicBezTo>
                  <a:cubicBezTo>
                    <a:pt x="1363334" y="139430"/>
                    <a:pt x="1403417" y="188532"/>
                    <a:pt x="1437300" y="243020"/>
                  </a:cubicBezTo>
                  <a:cubicBezTo>
                    <a:pt x="1488281" y="325128"/>
                    <a:pt x="1521976" y="414501"/>
                    <a:pt x="1547655" y="507257"/>
                  </a:cubicBezTo>
                  <a:cubicBezTo>
                    <a:pt x="1550160" y="516275"/>
                    <a:pt x="1553103" y="525231"/>
                    <a:pt x="1555859" y="534250"/>
                  </a:cubicBezTo>
                  <a:cubicBezTo>
                    <a:pt x="1664898" y="534188"/>
                    <a:pt x="1772309" y="534188"/>
                    <a:pt x="1885356" y="534188"/>
                  </a:cubicBezTo>
                  <a:close/>
                </a:path>
              </a:pathLst>
            </a:custGeom>
            <a:solidFill>
              <a:schemeClr val="bg1"/>
            </a:solidFill>
            <a:ln w="6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2" name="图形 4"/>
            <p:cNvGrpSpPr/>
            <p:nvPr/>
          </p:nvGrpSpPr>
          <p:grpSpPr>
            <a:xfrm>
              <a:off x="10308669" y="437286"/>
              <a:ext cx="286717" cy="271398"/>
              <a:chOff x="7567305" y="-62"/>
              <a:chExt cx="1997151" cy="1890443"/>
            </a:xfrm>
            <a:solidFill>
              <a:schemeClr val="bg1"/>
            </a:solidFill>
          </p:grpSpPr>
          <p:sp>
            <p:nvSpPr>
              <p:cNvPr id="13" name="任意多边形: 形状 12"/>
              <p:cNvSpPr/>
              <p:nvPr/>
            </p:nvSpPr>
            <p:spPr>
              <a:xfrm>
                <a:off x="7879555" y="257308"/>
                <a:ext cx="1677359" cy="1443861"/>
              </a:xfrm>
              <a:custGeom>
                <a:avLst/>
                <a:gdLst>
                  <a:gd name="connsiteX0" fmla="*/ 76997 w 1677359"/>
                  <a:gd name="connsiteY0" fmla="*/ 1441722 h 1443861"/>
                  <a:gd name="connsiteX1" fmla="*/ 179210 w 1677359"/>
                  <a:gd name="connsiteY1" fmla="*/ 1393371 h 1443861"/>
                  <a:gd name="connsiteX2" fmla="*/ 189168 w 1677359"/>
                  <a:gd name="connsiteY2" fmla="*/ 1331681 h 1443861"/>
                  <a:gd name="connsiteX3" fmla="*/ 135368 w 1677359"/>
                  <a:gd name="connsiteY3" fmla="*/ 1260408 h 1443861"/>
                  <a:gd name="connsiteX4" fmla="*/ 372611 w 1677359"/>
                  <a:gd name="connsiteY4" fmla="*/ 190497 h 1443861"/>
                  <a:gd name="connsiteX5" fmla="*/ 418457 w 1677359"/>
                  <a:gd name="connsiteY5" fmla="*/ 190497 h 1443861"/>
                  <a:gd name="connsiteX6" fmla="*/ 712881 w 1677359"/>
                  <a:gd name="connsiteY6" fmla="*/ 700620 h 1443861"/>
                  <a:gd name="connsiteX7" fmla="*/ 712818 w 1677359"/>
                  <a:gd name="connsiteY7" fmla="*/ 827696 h 1443861"/>
                  <a:gd name="connsiteX8" fmla="*/ 765114 w 1677359"/>
                  <a:gd name="connsiteY8" fmla="*/ 858134 h 1443861"/>
                  <a:gd name="connsiteX9" fmla="*/ 844717 w 1677359"/>
                  <a:gd name="connsiteY9" fmla="*/ 839784 h 1443861"/>
                  <a:gd name="connsiteX10" fmla="*/ 861001 w 1677359"/>
                  <a:gd name="connsiteY10" fmla="*/ 853750 h 1443861"/>
                  <a:gd name="connsiteX11" fmla="*/ 1111960 w 1677359"/>
                  <a:gd name="connsiteY11" fmla="*/ 1078718 h 1443861"/>
                  <a:gd name="connsiteX12" fmla="*/ 1126929 w 1677359"/>
                  <a:gd name="connsiteY12" fmla="*/ 1108091 h 1443861"/>
                  <a:gd name="connsiteX13" fmla="*/ 1201083 w 1677359"/>
                  <a:gd name="connsiteY13" fmla="*/ 1191327 h 1443861"/>
                  <a:gd name="connsiteX14" fmla="*/ 1301416 w 1677359"/>
                  <a:gd name="connsiteY14" fmla="*/ 1150617 h 1443861"/>
                  <a:gd name="connsiteX15" fmla="*/ 1297470 w 1677359"/>
                  <a:gd name="connsiteY15" fmla="*/ 1040764 h 1443861"/>
                  <a:gd name="connsiteX16" fmla="*/ 1287262 w 1677359"/>
                  <a:gd name="connsiteY16" fmla="*/ 1027361 h 1443861"/>
                  <a:gd name="connsiteX17" fmla="*/ 1554567 w 1677359"/>
                  <a:gd name="connsiteY17" fmla="*/ 440391 h 1443861"/>
                  <a:gd name="connsiteX18" fmla="*/ 1572354 w 1677359"/>
                  <a:gd name="connsiteY18" fmla="*/ 441832 h 1443861"/>
                  <a:gd name="connsiteX19" fmla="*/ 1620266 w 1677359"/>
                  <a:gd name="connsiteY19" fmla="*/ 433752 h 1443861"/>
                  <a:gd name="connsiteX20" fmla="*/ 1666425 w 1677359"/>
                  <a:gd name="connsiteY20" fmla="*/ 302856 h 1443861"/>
                  <a:gd name="connsiteX21" fmla="*/ 1532459 w 1677359"/>
                  <a:gd name="connsiteY21" fmla="*/ 264589 h 1443861"/>
                  <a:gd name="connsiteX22" fmla="*/ 1502584 w 1677359"/>
                  <a:gd name="connsiteY22" fmla="*/ 400371 h 1443861"/>
                  <a:gd name="connsiteX23" fmla="*/ 1505340 w 1677359"/>
                  <a:gd name="connsiteY23" fmla="*/ 437135 h 1443861"/>
                  <a:gd name="connsiteX24" fmla="*/ 1254820 w 1677359"/>
                  <a:gd name="connsiteY24" fmla="*/ 986526 h 1443861"/>
                  <a:gd name="connsiteX25" fmla="*/ 1245550 w 1677359"/>
                  <a:gd name="connsiteY25" fmla="*/ 1005315 h 1443861"/>
                  <a:gd name="connsiteX26" fmla="*/ 1141835 w 1677359"/>
                  <a:gd name="connsiteY26" fmla="*/ 1043582 h 1443861"/>
                  <a:gd name="connsiteX27" fmla="*/ 873214 w 1677359"/>
                  <a:gd name="connsiteY27" fmla="*/ 802456 h 1443861"/>
                  <a:gd name="connsiteX28" fmla="*/ 854550 w 1677359"/>
                  <a:gd name="connsiteY28" fmla="*/ 699993 h 1443861"/>
                  <a:gd name="connsiteX29" fmla="*/ 751587 w 1677359"/>
                  <a:gd name="connsiteY29" fmla="*/ 674816 h 1443861"/>
                  <a:gd name="connsiteX30" fmla="*/ 457601 w 1677359"/>
                  <a:gd name="connsiteY30" fmla="*/ 165883 h 1443861"/>
                  <a:gd name="connsiteX31" fmla="*/ 468373 w 1677359"/>
                  <a:gd name="connsiteY31" fmla="*/ 151729 h 1443861"/>
                  <a:gd name="connsiteX32" fmla="*/ 454093 w 1677359"/>
                  <a:gd name="connsiteY32" fmla="*/ 23462 h 1443861"/>
                  <a:gd name="connsiteX33" fmla="*/ 325075 w 1677359"/>
                  <a:gd name="connsiteY33" fmla="*/ 26719 h 1443861"/>
                  <a:gd name="connsiteX34" fmla="*/ 317810 w 1677359"/>
                  <a:gd name="connsiteY34" fmla="*/ 155236 h 1443861"/>
                  <a:gd name="connsiteX35" fmla="*/ 325702 w 1677359"/>
                  <a:gd name="connsiteY35" fmla="*/ 188368 h 1443861"/>
                  <a:gd name="connsiteX36" fmla="*/ 109314 w 1677359"/>
                  <a:gd name="connsiteY36" fmla="*/ 1164521 h 1443861"/>
                  <a:gd name="connsiteX37" fmla="*/ 89586 w 1677359"/>
                  <a:gd name="connsiteY37" fmla="*/ 1251326 h 1443861"/>
                  <a:gd name="connsiteX38" fmla="*/ 25 w 1677359"/>
                  <a:gd name="connsiteY38" fmla="*/ 1349969 h 1443861"/>
                  <a:gd name="connsiteX39" fmla="*/ 76997 w 1677359"/>
                  <a:gd name="connsiteY39" fmla="*/ 1441722 h 1443861"/>
                  <a:gd name="connsiteX40" fmla="*/ 1580997 w 1677359"/>
                  <a:gd name="connsiteY40" fmla="*/ 299223 h 1443861"/>
                  <a:gd name="connsiteX41" fmla="*/ 1630037 w 1677359"/>
                  <a:gd name="connsiteY41" fmla="*/ 349077 h 1443861"/>
                  <a:gd name="connsiteX42" fmla="*/ 1579933 w 1677359"/>
                  <a:gd name="connsiteY42" fmla="*/ 395924 h 1443861"/>
                  <a:gd name="connsiteX43" fmla="*/ 1532521 w 1677359"/>
                  <a:gd name="connsiteY43" fmla="*/ 346947 h 1443861"/>
                  <a:gd name="connsiteX44" fmla="*/ 1580997 w 1677359"/>
                  <a:gd name="connsiteY44" fmla="*/ 299223 h 1443861"/>
                  <a:gd name="connsiteX45" fmla="*/ 1222502 w 1677359"/>
                  <a:gd name="connsiteY45" fmla="*/ 1049031 h 1443861"/>
                  <a:gd name="connsiteX46" fmla="*/ 1270101 w 1677359"/>
                  <a:gd name="connsiteY46" fmla="*/ 1097945 h 1443861"/>
                  <a:gd name="connsiteX47" fmla="*/ 1220748 w 1677359"/>
                  <a:gd name="connsiteY47" fmla="*/ 1146671 h 1443861"/>
                  <a:gd name="connsiteX48" fmla="*/ 1172649 w 1677359"/>
                  <a:gd name="connsiteY48" fmla="*/ 1098258 h 1443861"/>
                  <a:gd name="connsiteX49" fmla="*/ 1222502 w 1677359"/>
                  <a:gd name="connsiteY49" fmla="*/ 1049031 h 1443861"/>
                  <a:gd name="connsiteX50" fmla="*/ 784592 w 1677359"/>
                  <a:gd name="connsiteY50" fmla="*/ 716465 h 1443861"/>
                  <a:gd name="connsiteX51" fmla="*/ 833506 w 1677359"/>
                  <a:gd name="connsiteY51" fmla="*/ 766193 h 1443861"/>
                  <a:gd name="connsiteX52" fmla="*/ 784780 w 1677359"/>
                  <a:gd name="connsiteY52" fmla="*/ 813730 h 1443861"/>
                  <a:gd name="connsiteX53" fmla="*/ 736054 w 1677359"/>
                  <a:gd name="connsiteY53" fmla="*/ 766381 h 1443861"/>
                  <a:gd name="connsiteX54" fmla="*/ 784592 w 1677359"/>
                  <a:gd name="connsiteY54" fmla="*/ 716465 h 1443861"/>
                  <a:gd name="connsiteX55" fmla="*/ 390711 w 1677359"/>
                  <a:gd name="connsiteY55" fmla="*/ 46824 h 1443861"/>
                  <a:gd name="connsiteX56" fmla="*/ 439751 w 1677359"/>
                  <a:gd name="connsiteY56" fmla="*/ 96301 h 1443861"/>
                  <a:gd name="connsiteX57" fmla="*/ 391776 w 1677359"/>
                  <a:gd name="connsiteY57" fmla="*/ 144339 h 1443861"/>
                  <a:gd name="connsiteX58" fmla="*/ 342361 w 1677359"/>
                  <a:gd name="connsiteY58" fmla="*/ 95299 h 1443861"/>
                  <a:gd name="connsiteX59" fmla="*/ 390711 w 1677359"/>
                  <a:gd name="connsiteY59" fmla="*/ 46824 h 1443861"/>
                  <a:gd name="connsiteX60" fmla="*/ 96037 w 1677359"/>
                  <a:gd name="connsiteY60" fmla="*/ 1299802 h 1443861"/>
                  <a:gd name="connsiteX61" fmla="*/ 143886 w 1677359"/>
                  <a:gd name="connsiteY61" fmla="*/ 1348027 h 1443861"/>
                  <a:gd name="connsiteX62" fmla="*/ 94847 w 1677359"/>
                  <a:gd name="connsiteY62" fmla="*/ 1397067 h 1443861"/>
                  <a:gd name="connsiteX63" fmla="*/ 46496 w 1677359"/>
                  <a:gd name="connsiteY63" fmla="*/ 1348842 h 1443861"/>
                  <a:gd name="connsiteX64" fmla="*/ 96037 w 1677359"/>
                  <a:gd name="connsiteY64" fmla="*/ 1299802 h 144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677359" h="1443861">
                    <a:moveTo>
                      <a:pt x="76997" y="1441722"/>
                    </a:moveTo>
                    <a:cubicBezTo>
                      <a:pt x="115703" y="1450866"/>
                      <a:pt x="159669" y="1429947"/>
                      <a:pt x="179210" y="1393371"/>
                    </a:cubicBezTo>
                    <a:cubicBezTo>
                      <a:pt x="189606" y="1373894"/>
                      <a:pt x="192863" y="1353226"/>
                      <a:pt x="189168" y="1331681"/>
                    </a:cubicBezTo>
                    <a:cubicBezTo>
                      <a:pt x="183594" y="1299113"/>
                      <a:pt x="162801" y="1277130"/>
                      <a:pt x="135368" y="1260408"/>
                    </a:cubicBezTo>
                    <a:cubicBezTo>
                      <a:pt x="214595" y="903040"/>
                      <a:pt x="293510" y="547113"/>
                      <a:pt x="372611" y="190497"/>
                    </a:cubicBezTo>
                    <a:cubicBezTo>
                      <a:pt x="388832" y="190497"/>
                      <a:pt x="403050" y="190497"/>
                      <a:pt x="418457" y="190497"/>
                    </a:cubicBezTo>
                    <a:cubicBezTo>
                      <a:pt x="516598" y="360538"/>
                      <a:pt x="615053" y="531142"/>
                      <a:pt x="712881" y="700620"/>
                    </a:cubicBezTo>
                    <a:cubicBezTo>
                      <a:pt x="682130" y="751538"/>
                      <a:pt x="682505" y="793563"/>
                      <a:pt x="712818" y="827696"/>
                    </a:cubicBezTo>
                    <a:cubicBezTo>
                      <a:pt x="726910" y="843542"/>
                      <a:pt x="744321" y="853688"/>
                      <a:pt x="765114" y="858134"/>
                    </a:cubicBezTo>
                    <a:cubicBezTo>
                      <a:pt x="794425" y="864460"/>
                      <a:pt x="820292" y="855504"/>
                      <a:pt x="844717" y="839784"/>
                    </a:cubicBezTo>
                    <a:cubicBezTo>
                      <a:pt x="850667" y="844857"/>
                      <a:pt x="855928" y="849178"/>
                      <a:pt x="861001" y="853750"/>
                    </a:cubicBezTo>
                    <a:cubicBezTo>
                      <a:pt x="944612" y="928781"/>
                      <a:pt x="1028098" y="1003937"/>
                      <a:pt x="1111960" y="1078718"/>
                    </a:cubicBezTo>
                    <a:cubicBezTo>
                      <a:pt x="1121167" y="1086985"/>
                      <a:pt x="1125739" y="1095315"/>
                      <a:pt x="1126929" y="1108091"/>
                    </a:cubicBezTo>
                    <a:cubicBezTo>
                      <a:pt x="1131000" y="1149740"/>
                      <a:pt x="1160686" y="1181932"/>
                      <a:pt x="1201083" y="1191327"/>
                    </a:cubicBezTo>
                    <a:cubicBezTo>
                      <a:pt x="1238786" y="1200095"/>
                      <a:pt x="1279997" y="1183373"/>
                      <a:pt x="1301416" y="1150617"/>
                    </a:cubicBezTo>
                    <a:cubicBezTo>
                      <a:pt x="1323212" y="1117235"/>
                      <a:pt x="1321709" y="1073832"/>
                      <a:pt x="1297470" y="1040764"/>
                    </a:cubicBezTo>
                    <a:cubicBezTo>
                      <a:pt x="1294277" y="1036442"/>
                      <a:pt x="1290957" y="1032183"/>
                      <a:pt x="1287262" y="1027361"/>
                    </a:cubicBezTo>
                    <a:cubicBezTo>
                      <a:pt x="1376448" y="831517"/>
                      <a:pt x="1465507" y="636048"/>
                      <a:pt x="1554567" y="440391"/>
                    </a:cubicBezTo>
                    <a:cubicBezTo>
                      <a:pt x="1561644" y="441018"/>
                      <a:pt x="1567156" y="442458"/>
                      <a:pt x="1572354" y="441832"/>
                    </a:cubicBezTo>
                    <a:cubicBezTo>
                      <a:pt x="1588450" y="439765"/>
                      <a:pt x="1605674" y="439828"/>
                      <a:pt x="1620266" y="433752"/>
                    </a:cubicBezTo>
                    <a:cubicBezTo>
                      <a:pt x="1671498" y="412396"/>
                      <a:pt x="1691853" y="352208"/>
                      <a:pt x="1666425" y="302856"/>
                    </a:cubicBezTo>
                    <a:cubicBezTo>
                      <a:pt x="1641123" y="253753"/>
                      <a:pt x="1580872" y="236530"/>
                      <a:pt x="1532459" y="264589"/>
                    </a:cubicBezTo>
                    <a:cubicBezTo>
                      <a:pt x="1485423" y="291833"/>
                      <a:pt x="1470643" y="355214"/>
                      <a:pt x="1502584" y="400371"/>
                    </a:cubicBezTo>
                    <a:cubicBezTo>
                      <a:pt x="1512041" y="413711"/>
                      <a:pt x="1511728" y="423231"/>
                      <a:pt x="1505340" y="437135"/>
                    </a:cubicBezTo>
                    <a:cubicBezTo>
                      <a:pt x="1421478" y="620077"/>
                      <a:pt x="1338243" y="803333"/>
                      <a:pt x="1254820" y="986526"/>
                    </a:cubicBezTo>
                    <a:cubicBezTo>
                      <a:pt x="1252001" y="992664"/>
                      <a:pt x="1248870" y="998614"/>
                      <a:pt x="1245550" y="1005315"/>
                    </a:cubicBezTo>
                    <a:cubicBezTo>
                      <a:pt x="1203150" y="996484"/>
                      <a:pt x="1169580" y="1011077"/>
                      <a:pt x="1141835" y="1043582"/>
                    </a:cubicBezTo>
                    <a:cubicBezTo>
                      <a:pt x="1051710" y="962664"/>
                      <a:pt x="962650" y="882748"/>
                      <a:pt x="873214" y="802456"/>
                    </a:cubicBezTo>
                    <a:cubicBezTo>
                      <a:pt x="886241" y="764064"/>
                      <a:pt x="881732" y="729429"/>
                      <a:pt x="854550" y="699993"/>
                    </a:cubicBezTo>
                    <a:cubicBezTo>
                      <a:pt x="826555" y="669680"/>
                      <a:pt x="791294" y="664419"/>
                      <a:pt x="751587" y="674816"/>
                    </a:cubicBezTo>
                    <a:cubicBezTo>
                      <a:pt x="653320" y="504712"/>
                      <a:pt x="555491" y="335298"/>
                      <a:pt x="457601" y="165883"/>
                    </a:cubicBezTo>
                    <a:cubicBezTo>
                      <a:pt x="461797" y="160372"/>
                      <a:pt x="465179" y="156113"/>
                      <a:pt x="468373" y="151729"/>
                    </a:cubicBezTo>
                    <a:cubicBezTo>
                      <a:pt x="497496" y="111270"/>
                      <a:pt x="491233" y="55466"/>
                      <a:pt x="454093" y="23462"/>
                    </a:cubicBezTo>
                    <a:cubicBezTo>
                      <a:pt x="416327" y="-9043"/>
                      <a:pt x="360210" y="-7602"/>
                      <a:pt x="325075" y="26719"/>
                    </a:cubicBezTo>
                    <a:cubicBezTo>
                      <a:pt x="289376" y="61604"/>
                      <a:pt x="285555" y="116781"/>
                      <a:pt x="317810" y="155236"/>
                    </a:cubicBezTo>
                    <a:cubicBezTo>
                      <a:pt x="326891" y="166071"/>
                      <a:pt x="328708" y="174965"/>
                      <a:pt x="325702" y="188368"/>
                    </a:cubicBezTo>
                    <a:cubicBezTo>
                      <a:pt x="253301" y="513669"/>
                      <a:pt x="181339" y="839095"/>
                      <a:pt x="109314" y="1164521"/>
                    </a:cubicBezTo>
                    <a:cubicBezTo>
                      <a:pt x="102801" y="1193832"/>
                      <a:pt x="96037" y="1223018"/>
                      <a:pt x="89586" y="1251326"/>
                    </a:cubicBezTo>
                    <a:cubicBezTo>
                      <a:pt x="28333" y="1269113"/>
                      <a:pt x="-977" y="1301869"/>
                      <a:pt x="25" y="1349969"/>
                    </a:cubicBezTo>
                    <a:cubicBezTo>
                      <a:pt x="901" y="1394749"/>
                      <a:pt x="31152" y="1430887"/>
                      <a:pt x="76997" y="1441722"/>
                    </a:cubicBezTo>
                    <a:close/>
                    <a:moveTo>
                      <a:pt x="1580997" y="299223"/>
                    </a:moveTo>
                    <a:cubicBezTo>
                      <a:pt x="1608805" y="299286"/>
                      <a:pt x="1631289" y="322083"/>
                      <a:pt x="1630037" y="349077"/>
                    </a:cubicBezTo>
                    <a:cubicBezTo>
                      <a:pt x="1628784" y="375882"/>
                      <a:pt x="1606801" y="396425"/>
                      <a:pt x="1579933" y="395924"/>
                    </a:cubicBezTo>
                    <a:cubicBezTo>
                      <a:pt x="1552751" y="395423"/>
                      <a:pt x="1532333" y="374316"/>
                      <a:pt x="1532521" y="346947"/>
                    </a:cubicBezTo>
                    <a:cubicBezTo>
                      <a:pt x="1532709" y="319703"/>
                      <a:pt x="1553565" y="299223"/>
                      <a:pt x="1580997" y="299223"/>
                    </a:cubicBezTo>
                    <a:close/>
                    <a:moveTo>
                      <a:pt x="1222502" y="1049031"/>
                    </a:moveTo>
                    <a:cubicBezTo>
                      <a:pt x="1248932" y="1049532"/>
                      <a:pt x="1270101" y="1071327"/>
                      <a:pt x="1270101" y="1097945"/>
                    </a:cubicBezTo>
                    <a:cubicBezTo>
                      <a:pt x="1270101" y="1125816"/>
                      <a:pt x="1248557" y="1147047"/>
                      <a:pt x="1220748" y="1146671"/>
                    </a:cubicBezTo>
                    <a:cubicBezTo>
                      <a:pt x="1194256" y="1146296"/>
                      <a:pt x="1172586" y="1124500"/>
                      <a:pt x="1172649" y="1098258"/>
                    </a:cubicBezTo>
                    <a:cubicBezTo>
                      <a:pt x="1172712" y="1071453"/>
                      <a:pt x="1195947" y="1048530"/>
                      <a:pt x="1222502" y="1049031"/>
                    </a:cubicBezTo>
                    <a:close/>
                    <a:moveTo>
                      <a:pt x="784592" y="716465"/>
                    </a:moveTo>
                    <a:cubicBezTo>
                      <a:pt x="811711" y="716402"/>
                      <a:pt x="833945" y="739012"/>
                      <a:pt x="833506" y="766193"/>
                    </a:cubicBezTo>
                    <a:cubicBezTo>
                      <a:pt x="833068" y="792623"/>
                      <a:pt x="811461" y="813730"/>
                      <a:pt x="784780" y="813730"/>
                    </a:cubicBezTo>
                    <a:cubicBezTo>
                      <a:pt x="757912" y="813792"/>
                      <a:pt x="736492" y="792936"/>
                      <a:pt x="736054" y="766381"/>
                    </a:cubicBezTo>
                    <a:cubicBezTo>
                      <a:pt x="735616" y="738761"/>
                      <a:pt x="757223" y="716528"/>
                      <a:pt x="784592" y="716465"/>
                    </a:cubicBezTo>
                    <a:close/>
                    <a:moveTo>
                      <a:pt x="390711" y="46824"/>
                    </a:moveTo>
                    <a:cubicBezTo>
                      <a:pt x="417768" y="46448"/>
                      <a:pt x="439876" y="68744"/>
                      <a:pt x="439751" y="96301"/>
                    </a:cubicBezTo>
                    <a:cubicBezTo>
                      <a:pt x="439625" y="123232"/>
                      <a:pt x="418770" y="144151"/>
                      <a:pt x="391776" y="144339"/>
                    </a:cubicBezTo>
                    <a:cubicBezTo>
                      <a:pt x="364282" y="144527"/>
                      <a:pt x="341985" y="122418"/>
                      <a:pt x="342361" y="95299"/>
                    </a:cubicBezTo>
                    <a:cubicBezTo>
                      <a:pt x="342674" y="69308"/>
                      <a:pt x="364720" y="47199"/>
                      <a:pt x="390711" y="46824"/>
                    </a:cubicBezTo>
                    <a:close/>
                    <a:moveTo>
                      <a:pt x="96037" y="1299802"/>
                    </a:moveTo>
                    <a:cubicBezTo>
                      <a:pt x="123030" y="1300115"/>
                      <a:pt x="143761" y="1321034"/>
                      <a:pt x="143886" y="1348027"/>
                    </a:cubicBezTo>
                    <a:cubicBezTo>
                      <a:pt x="144011" y="1375898"/>
                      <a:pt x="122529" y="1397380"/>
                      <a:pt x="94847" y="1397067"/>
                    </a:cubicBezTo>
                    <a:cubicBezTo>
                      <a:pt x="68417" y="1396754"/>
                      <a:pt x="46872" y="1375271"/>
                      <a:pt x="46496" y="1348842"/>
                    </a:cubicBezTo>
                    <a:cubicBezTo>
                      <a:pt x="46121" y="1321848"/>
                      <a:pt x="68730" y="1299426"/>
                      <a:pt x="96037" y="1299802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7567305" y="-62"/>
                <a:ext cx="1997151" cy="1890443"/>
              </a:xfrm>
              <a:custGeom>
                <a:avLst/>
                <a:gdLst>
                  <a:gd name="connsiteX0" fmla="*/ 1966651 w 1997151"/>
                  <a:gd name="connsiteY0" fmla="*/ 1843581 h 1890443"/>
                  <a:gd name="connsiteX1" fmla="*/ 203362 w 1997151"/>
                  <a:gd name="connsiteY1" fmla="*/ 1843581 h 1890443"/>
                  <a:gd name="connsiteX2" fmla="*/ 178685 w 1997151"/>
                  <a:gd name="connsiteY2" fmla="*/ 1843518 h 1890443"/>
                  <a:gd name="connsiteX3" fmla="*/ 108038 w 1997151"/>
                  <a:gd name="connsiteY3" fmla="*/ 1772370 h 1890443"/>
                  <a:gd name="connsiteX4" fmla="*/ 108038 w 1997151"/>
                  <a:gd name="connsiteY4" fmla="*/ 1665523 h 1890443"/>
                  <a:gd name="connsiteX5" fmla="*/ 110356 w 1997151"/>
                  <a:gd name="connsiteY5" fmla="*/ 1650617 h 1890443"/>
                  <a:gd name="connsiteX6" fmla="*/ 144113 w 1997151"/>
                  <a:gd name="connsiteY6" fmla="*/ 1650492 h 1890443"/>
                  <a:gd name="connsiteX7" fmla="*/ 171170 w 1997151"/>
                  <a:gd name="connsiteY7" fmla="*/ 1626004 h 1890443"/>
                  <a:gd name="connsiteX8" fmla="*/ 144051 w 1997151"/>
                  <a:gd name="connsiteY8" fmla="*/ 1604208 h 1890443"/>
                  <a:gd name="connsiteX9" fmla="*/ 109041 w 1997151"/>
                  <a:gd name="connsiteY9" fmla="*/ 1603081 h 1890443"/>
                  <a:gd name="connsiteX10" fmla="*/ 109041 w 1997151"/>
                  <a:gd name="connsiteY10" fmla="*/ 1364022 h 1890443"/>
                  <a:gd name="connsiteX11" fmla="*/ 127892 w 1997151"/>
                  <a:gd name="connsiteY11" fmla="*/ 1362456 h 1890443"/>
                  <a:gd name="connsiteX12" fmla="*/ 150439 w 1997151"/>
                  <a:gd name="connsiteY12" fmla="*/ 1361454 h 1890443"/>
                  <a:gd name="connsiteX13" fmla="*/ 171295 w 1997151"/>
                  <a:gd name="connsiteY13" fmla="*/ 1337655 h 1890443"/>
                  <a:gd name="connsiteX14" fmla="*/ 150126 w 1997151"/>
                  <a:gd name="connsiteY14" fmla="*/ 1316235 h 1890443"/>
                  <a:gd name="connsiteX15" fmla="*/ 127579 w 1997151"/>
                  <a:gd name="connsiteY15" fmla="*/ 1315358 h 1890443"/>
                  <a:gd name="connsiteX16" fmla="*/ 110418 w 1997151"/>
                  <a:gd name="connsiteY16" fmla="*/ 1313605 h 1890443"/>
                  <a:gd name="connsiteX17" fmla="*/ 111483 w 1997151"/>
                  <a:gd name="connsiteY17" fmla="*/ 1088449 h 1890443"/>
                  <a:gd name="connsiteX18" fmla="*/ 127516 w 1997151"/>
                  <a:gd name="connsiteY18" fmla="*/ 1087572 h 1890443"/>
                  <a:gd name="connsiteX19" fmla="*/ 143926 w 1997151"/>
                  <a:gd name="connsiteY19" fmla="*/ 1087447 h 1890443"/>
                  <a:gd name="connsiteX20" fmla="*/ 171170 w 1997151"/>
                  <a:gd name="connsiteY20" fmla="*/ 1063585 h 1890443"/>
                  <a:gd name="connsiteX21" fmla="*/ 144364 w 1997151"/>
                  <a:gd name="connsiteY21" fmla="*/ 1041226 h 1890443"/>
                  <a:gd name="connsiteX22" fmla="*/ 109291 w 1997151"/>
                  <a:gd name="connsiteY22" fmla="*/ 1040349 h 1890443"/>
                  <a:gd name="connsiteX23" fmla="*/ 109291 w 1997151"/>
                  <a:gd name="connsiteY23" fmla="*/ 825528 h 1890443"/>
                  <a:gd name="connsiteX24" fmla="*/ 132652 w 1997151"/>
                  <a:gd name="connsiteY24" fmla="*/ 825528 h 1890443"/>
                  <a:gd name="connsiteX25" fmla="*/ 151128 w 1997151"/>
                  <a:gd name="connsiteY25" fmla="*/ 825215 h 1890443"/>
                  <a:gd name="connsiteX26" fmla="*/ 171170 w 1997151"/>
                  <a:gd name="connsiteY26" fmla="*/ 805048 h 1890443"/>
                  <a:gd name="connsiteX27" fmla="*/ 155575 w 1997151"/>
                  <a:gd name="connsiteY27" fmla="*/ 781374 h 1890443"/>
                  <a:gd name="connsiteX28" fmla="*/ 135283 w 1997151"/>
                  <a:gd name="connsiteY28" fmla="*/ 779369 h 1890443"/>
                  <a:gd name="connsiteX29" fmla="*/ 109103 w 1997151"/>
                  <a:gd name="connsiteY29" fmla="*/ 778305 h 1890443"/>
                  <a:gd name="connsiteX30" fmla="*/ 109103 w 1997151"/>
                  <a:gd name="connsiteY30" fmla="*/ 558285 h 1890443"/>
                  <a:gd name="connsiteX31" fmla="*/ 124009 w 1997151"/>
                  <a:gd name="connsiteY31" fmla="*/ 556030 h 1890443"/>
                  <a:gd name="connsiteX32" fmla="*/ 150689 w 1997151"/>
                  <a:gd name="connsiteY32" fmla="*/ 554966 h 1890443"/>
                  <a:gd name="connsiteX33" fmla="*/ 171232 w 1997151"/>
                  <a:gd name="connsiteY33" fmla="*/ 533045 h 1890443"/>
                  <a:gd name="connsiteX34" fmla="*/ 151692 w 1997151"/>
                  <a:gd name="connsiteY34" fmla="*/ 510185 h 1890443"/>
                  <a:gd name="connsiteX35" fmla="*/ 131274 w 1997151"/>
                  <a:gd name="connsiteY35" fmla="*/ 508933 h 1890443"/>
                  <a:gd name="connsiteX36" fmla="*/ 109228 w 1997151"/>
                  <a:gd name="connsiteY36" fmla="*/ 507492 h 1890443"/>
                  <a:gd name="connsiteX37" fmla="*/ 109228 w 1997151"/>
                  <a:gd name="connsiteY37" fmla="*/ 287284 h 1890443"/>
                  <a:gd name="connsiteX38" fmla="*/ 128456 w 1997151"/>
                  <a:gd name="connsiteY38" fmla="*/ 286094 h 1890443"/>
                  <a:gd name="connsiteX39" fmla="*/ 146932 w 1997151"/>
                  <a:gd name="connsiteY39" fmla="*/ 285907 h 1890443"/>
                  <a:gd name="connsiteX40" fmla="*/ 171420 w 1997151"/>
                  <a:gd name="connsiteY40" fmla="*/ 263234 h 1890443"/>
                  <a:gd name="connsiteX41" fmla="*/ 147809 w 1997151"/>
                  <a:gd name="connsiteY41" fmla="*/ 240061 h 1890443"/>
                  <a:gd name="connsiteX42" fmla="*/ 125199 w 1997151"/>
                  <a:gd name="connsiteY42" fmla="*/ 239748 h 1890443"/>
                  <a:gd name="connsiteX43" fmla="*/ 107537 w 1997151"/>
                  <a:gd name="connsiteY43" fmla="*/ 237556 h 1890443"/>
                  <a:gd name="connsiteX44" fmla="*/ 107537 w 1997151"/>
                  <a:gd name="connsiteY44" fmla="*/ 0 h 1890443"/>
                  <a:gd name="connsiteX45" fmla="*/ 61504 w 1997151"/>
                  <a:gd name="connsiteY45" fmla="*/ 0 h 1890443"/>
                  <a:gd name="connsiteX46" fmla="*/ 61504 w 1997151"/>
                  <a:gd name="connsiteY46" fmla="*/ 60814 h 1890443"/>
                  <a:gd name="connsiteX47" fmla="*/ 61504 w 1997151"/>
                  <a:gd name="connsiteY47" fmla="*/ 120438 h 1890443"/>
                  <a:gd name="connsiteX48" fmla="*/ 61441 w 1997151"/>
                  <a:gd name="connsiteY48" fmla="*/ 180062 h 1890443"/>
                  <a:gd name="connsiteX49" fmla="*/ 60001 w 1997151"/>
                  <a:gd name="connsiteY49" fmla="*/ 239936 h 1890443"/>
                  <a:gd name="connsiteX50" fmla="*/ 27246 w 1997151"/>
                  <a:gd name="connsiteY50" fmla="*/ 240124 h 1890443"/>
                  <a:gd name="connsiteX51" fmla="*/ 9834 w 1997151"/>
                  <a:gd name="connsiteY51" fmla="*/ 244696 h 1890443"/>
                  <a:gd name="connsiteX52" fmla="*/ 753 w 1997151"/>
                  <a:gd name="connsiteY52" fmla="*/ 267869 h 1890443"/>
                  <a:gd name="connsiteX53" fmla="*/ 22987 w 1997151"/>
                  <a:gd name="connsiteY53" fmla="*/ 285781 h 1890443"/>
                  <a:gd name="connsiteX54" fmla="*/ 58686 w 1997151"/>
                  <a:gd name="connsiteY54" fmla="*/ 285969 h 1890443"/>
                  <a:gd name="connsiteX55" fmla="*/ 57997 w 1997151"/>
                  <a:gd name="connsiteY55" fmla="*/ 508056 h 1890443"/>
                  <a:gd name="connsiteX56" fmla="*/ 42026 w 1997151"/>
                  <a:gd name="connsiteY56" fmla="*/ 508995 h 1890443"/>
                  <a:gd name="connsiteX57" fmla="*/ 25617 w 1997151"/>
                  <a:gd name="connsiteY57" fmla="*/ 509308 h 1890443"/>
                  <a:gd name="connsiteX58" fmla="*/ 127 w 1997151"/>
                  <a:gd name="connsiteY58" fmla="*/ 533358 h 1890443"/>
                  <a:gd name="connsiteX59" fmla="*/ 25053 w 1997151"/>
                  <a:gd name="connsiteY59" fmla="*/ 555655 h 1890443"/>
                  <a:gd name="connsiteX60" fmla="*/ 43529 w 1997151"/>
                  <a:gd name="connsiteY60" fmla="*/ 556156 h 1890443"/>
                  <a:gd name="connsiteX61" fmla="*/ 60001 w 1997151"/>
                  <a:gd name="connsiteY61" fmla="*/ 558097 h 1890443"/>
                  <a:gd name="connsiteX62" fmla="*/ 60001 w 1997151"/>
                  <a:gd name="connsiteY62" fmla="*/ 779808 h 1890443"/>
                  <a:gd name="connsiteX63" fmla="*/ 21922 w 1997151"/>
                  <a:gd name="connsiteY63" fmla="*/ 779996 h 1890443"/>
                  <a:gd name="connsiteX64" fmla="*/ 314 w 1997151"/>
                  <a:gd name="connsiteY64" fmla="*/ 798847 h 1890443"/>
                  <a:gd name="connsiteX65" fmla="*/ 12402 w 1997151"/>
                  <a:gd name="connsiteY65" fmla="*/ 822897 h 1890443"/>
                  <a:gd name="connsiteX66" fmla="*/ 28310 w 1997151"/>
                  <a:gd name="connsiteY66" fmla="*/ 825590 h 1890443"/>
                  <a:gd name="connsiteX67" fmla="*/ 59813 w 1997151"/>
                  <a:gd name="connsiteY67" fmla="*/ 826405 h 1890443"/>
                  <a:gd name="connsiteX68" fmla="*/ 57684 w 1997151"/>
                  <a:gd name="connsiteY68" fmla="*/ 1041602 h 1890443"/>
                  <a:gd name="connsiteX69" fmla="*/ 25743 w 1997151"/>
                  <a:gd name="connsiteY69" fmla="*/ 1041915 h 1890443"/>
                  <a:gd name="connsiteX70" fmla="*/ 7267 w 1997151"/>
                  <a:gd name="connsiteY70" fmla="*/ 1048679 h 1890443"/>
                  <a:gd name="connsiteX71" fmla="*/ 1442 w 1997151"/>
                  <a:gd name="connsiteY71" fmla="*/ 1071038 h 1890443"/>
                  <a:gd name="connsiteX72" fmla="*/ 22861 w 1997151"/>
                  <a:gd name="connsiteY72" fmla="*/ 1087447 h 1890443"/>
                  <a:gd name="connsiteX73" fmla="*/ 60126 w 1997151"/>
                  <a:gd name="connsiteY73" fmla="*/ 1087572 h 1890443"/>
                  <a:gd name="connsiteX74" fmla="*/ 60126 w 1997151"/>
                  <a:gd name="connsiteY74" fmla="*/ 1313980 h 1890443"/>
                  <a:gd name="connsiteX75" fmla="*/ 42778 w 1997151"/>
                  <a:gd name="connsiteY75" fmla="*/ 1315609 h 1890443"/>
                  <a:gd name="connsiteX76" fmla="*/ 24302 w 1997151"/>
                  <a:gd name="connsiteY76" fmla="*/ 1316110 h 1890443"/>
                  <a:gd name="connsiteX77" fmla="*/ 1 w 1997151"/>
                  <a:gd name="connsiteY77" fmla="*/ 1338907 h 1890443"/>
                  <a:gd name="connsiteX78" fmla="*/ 23989 w 1997151"/>
                  <a:gd name="connsiteY78" fmla="*/ 1362206 h 1890443"/>
                  <a:gd name="connsiteX79" fmla="*/ 36327 w 1997151"/>
                  <a:gd name="connsiteY79" fmla="*/ 1362644 h 1890443"/>
                  <a:gd name="connsiteX80" fmla="*/ 60377 w 1997151"/>
                  <a:gd name="connsiteY80" fmla="*/ 1363959 h 1890443"/>
                  <a:gd name="connsiteX81" fmla="*/ 60377 w 1997151"/>
                  <a:gd name="connsiteY81" fmla="*/ 1604709 h 1890443"/>
                  <a:gd name="connsiteX82" fmla="*/ 20795 w 1997151"/>
                  <a:gd name="connsiteY82" fmla="*/ 1604897 h 1890443"/>
                  <a:gd name="connsiteX83" fmla="*/ 314 w 1997151"/>
                  <a:gd name="connsiteY83" fmla="*/ 1624688 h 1890443"/>
                  <a:gd name="connsiteX84" fmla="*/ 15972 w 1997151"/>
                  <a:gd name="connsiteY84" fmla="*/ 1648425 h 1890443"/>
                  <a:gd name="connsiteX85" fmla="*/ 36202 w 1997151"/>
                  <a:gd name="connsiteY85" fmla="*/ 1650805 h 1890443"/>
                  <a:gd name="connsiteX86" fmla="*/ 61567 w 1997151"/>
                  <a:gd name="connsiteY86" fmla="*/ 1651933 h 1890443"/>
                  <a:gd name="connsiteX87" fmla="*/ 61567 w 1997151"/>
                  <a:gd name="connsiteY87" fmla="*/ 1676421 h 1890443"/>
                  <a:gd name="connsiteX88" fmla="*/ 61755 w 1997151"/>
                  <a:gd name="connsiteY88" fmla="*/ 1777130 h 1890443"/>
                  <a:gd name="connsiteX89" fmla="*/ 137788 w 1997151"/>
                  <a:gd name="connsiteY89" fmla="*/ 1883413 h 1890443"/>
                  <a:gd name="connsiteX90" fmla="*/ 184197 w 1997151"/>
                  <a:gd name="connsiteY90" fmla="*/ 1890052 h 1890443"/>
                  <a:gd name="connsiteX91" fmla="*/ 420500 w 1997151"/>
                  <a:gd name="connsiteY91" fmla="*/ 1890366 h 1890443"/>
                  <a:gd name="connsiteX92" fmla="*/ 1967966 w 1997151"/>
                  <a:gd name="connsiteY92" fmla="*/ 1890366 h 1890443"/>
                  <a:gd name="connsiteX93" fmla="*/ 1997151 w 1997151"/>
                  <a:gd name="connsiteY93" fmla="*/ 1890366 h 1890443"/>
                  <a:gd name="connsiteX94" fmla="*/ 1997151 w 1997151"/>
                  <a:gd name="connsiteY94" fmla="*/ 1843769 h 1890443"/>
                  <a:gd name="connsiteX95" fmla="*/ 1966651 w 1997151"/>
                  <a:gd name="connsiteY95" fmla="*/ 1843581 h 1890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1997151" h="1890443">
                    <a:moveTo>
                      <a:pt x="1966651" y="1843581"/>
                    </a:moveTo>
                    <a:cubicBezTo>
                      <a:pt x="1378867" y="1843581"/>
                      <a:pt x="791145" y="1843581"/>
                      <a:pt x="203362" y="1843581"/>
                    </a:cubicBezTo>
                    <a:cubicBezTo>
                      <a:pt x="195157" y="1843581"/>
                      <a:pt x="186890" y="1843706"/>
                      <a:pt x="178685" y="1843518"/>
                    </a:cubicBezTo>
                    <a:cubicBezTo>
                      <a:pt x="135032" y="1842516"/>
                      <a:pt x="108665" y="1816337"/>
                      <a:pt x="108038" y="1772370"/>
                    </a:cubicBezTo>
                    <a:cubicBezTo>
                      <a:pt x="107537" y="1736734"/>
                      <a:pt x="107851" y="1701097"/>
                      <a:pt x="108038" y="1665523"/>
                    </a:cubicBezTo>
                    <a:cubicBezTo>
                      <a:pt x="108038" y="1661014"/>
                      <a:pt x="109416" y="1656567"/>
                      <a:pt x="110356" y="1650617"/>
                    </a:cubicBezTo>
                    <a:cubicBezTo>
                      <a:pt x="122318" y="1650617"/>
                      <a:pt x="133216" y="1651056"/>
                      <a:pt x="144113" y="1650492"/>
                    </a:cubicBezTo>
                    <a:cubicBezTo>
                      <a:pt x="161211" y="1649615"/>
                      <a:pt x="171858" y="1639657"/>
                      <a:pt x="171170" y="1626004"/>
                    </a:cubicBezTo>
                    <a:cubicBezTo>
                      <a:pt x="170481" y="1612789"/>
                      <a:pt x="160710" y="1604897"/>
                      <a:pt x="144051" y="1604208"/>
                    </a:cubicBezTo>
                    <a:cubicBezTo>
                      <a:pt x="132652" y="1603770"/>
                      <a:pt x="121316" y="1603457"/>
                      <a:pt x="109041" y="1603081"/>
                    </a:cubicBezTo>
                    <a:cubicBezTo>
                      <a:pt x="109041" y="1522351"/>
                      <a:pt x="109041" y="1443938"/>
                      <a:pt x="109041" y="1364022"/>
                    </a:cubicBezTo>
                    <a:cubicBezTo>
                      <a:pt x="115992" y="1363458"/>
                      <a:pt x="121942" y="1362832"/>
                      <a:pt x="127892" y="1362456"/>
                    </a:cubicBezTo>
                    <a:cubicBezTo>
                      <a:pt x="135408" y="1362018"/>
                      <a:pt x="143049" y="1362644"/>
                      <a:pt x="150439" y="1361454"/>
                    </a:cubicBezTo>
                    <a:cubicBezTo>
                      <a:pt x="163779" y="1359325"/>
                      <a:pt x="172046" y="1349366"/>
                      <a:pt x="171295" y="1337655"/>
                    </a:cubicBezTo>
                    <a:cubicBezTo>
                      <a:pt x="170606" y="1326506"/>
                      <a:pt x="162464" y="1317863"/>
                      <a:pt x="150126" y="1316235"/>
                    </a:cubicBezTo>
                    <a:cubicBezTo>
                      <a:pt x="142673" y="1315296"/>
                      <a:pt x="135095" y="1315797"/>
                      <a:pt x="127579" y="1315358"/>
                    </a:cubicBezTo>
                    <a:cubicBezTo>
                      <a:pt x="121692" y="1314982"/>
                      <a:pt x="115804" y="1314168"/>
                      <a:pt x="110418" y="1313605"/>
                    </a:cubicBezTo>
                    <a:cubicBezTo>
                      <a:pt x="106159" y="1288239"/>
                      <a:pt x="107162" y="1103794"/>
                      <a:pt x="111483" y="1088449"/>
                    </a:cubicBezTo>
                    <a:cubicBezTo>
                      <a:pt x="116681" y="1088136"/>
                      <a:pt x="122067" y="1087760"/>
                      <a:pt x="127516" y="1087572"/>
                    </a:cubicBezTo>
                    <a:cubicBezTo>
                      <a:pt x="132965" y="1087385"/>
                      <a:pt x="138477" y="1087698"/>
                      <a:pt x="143926" y="1087447"/>
                    </a:cubicBezTo>
                    <a:cubicBezTo>
                      <a:pt x="161274" y="1086758"/>
                      <a:pt x="171921" y="1077426"/>
                      <a:pt x="171170" y="1063585"/>
                    </a:cubicBezTo>
                    <a:cubicBezTo>
                      <a:pt x="170606" y="1053627"/>
                      <a:pt x="163028" y="1040474"/>
                      <a:pt x="144364" y="1041226"/>
                    </a:cubicBezTo>
                    <a:cubicBezTo>
                      <a:pt x="132965" y="1041664"/>
                      <a:pt x="121567" y="1040725"/>
                      <a:pt x="109291" y="1040349"/>
                    </a:cubicBezTo>
                    <a:cubicBezTo>
                      <a:pt x="109291" y="968137"/>
                      <a:pt x="109291" y="897991"/>
                      <a:pt x="109291" y="825528"/>
                    </a:cubicBezTo>
                    <a:cubicBezTo>
                      <a:pt x="117997" y="825528"/>
                      <a:pt x="125324" y="825528"/>
                      <a:pt x="132652" y="825528"/>
                    </a:cubicBezTo>
                    <a:cubicBezTo>
                      <a:pt x="138790" y="825465"/>
                      <a:pt x="145053" y="825904"/>
                      <a:pt x="151128" y="825215"/>
                    </a:cubicBezTo>
                    <a:cubicBezTo>
                      <a:pt x="162025" y="823962"/>
                      <a:pt x="169980" y="815570"/>
                      <a:pt x="171170" y="805048"/>
                    </a:cubicBezTo>
                    <a:cubicBezTo>
                      <a:pt x="172360" y="794776"/>
                      <a:pt x="166159" y="784380"/>
                      <a:pt x="155575" y="781374"/>
                    </a:cubicBezTo>
                    <a:cubicBezTo>
                      <a:pt x="149124" y="779557"/>
                      <a:pt x="142109" y="779808"/>
                      <a:pt x="135283" y="779369"/>
                    </a:cubicBezTo>
                    <a:cubicBezTo>
                      <a:pt x="126702" y="778868"/>
                      <a:pt x="118059" y="778681"/>
                      <a:pt x="109103" y="778305"/>
                    </a:cubicBezTo>
                    <a:cubicBezTo>
                      <a:pt x="109103" y="703712"/>
                      <a:pt x="109103" y="631437"/>
                      <a:pt x="109103" y="558285"/>
                    </a:cubicBezTo>
                    <a:cubicBezTo>
                      <a:pt x="114802" y="557408"/>
                      <a:pt x="119374" y="556344"/>
                      <a:pt x="124009" y="556030"/>
                    </a:cubicBezTo>
                    <a:cubicBezTo>
                      <a:pt x="132903" y="555467"/>
                      <a:pt x="141859" y="556093"/>
                      <a:pt x="150689" y="554966"/>
                    </a:cubicBezTo>
                    <a:cubicBezTo>
                      <a:pt x="162965" y="553400"/>
                      <a:pt x="170919" y="544256"/>
                      <a:pt x="171232" y="533045"/>
                    </a:cubicBezTo>
                    <a:cubicBezTo>
                      <a:pt x="171545" y="521960"/>
                      <a:pt x="163842" y="512440"/>
                      <a:pt x="151692" y="510185"/>
                    </a:cubicBezTo>
                    <a:cubicBezTo>
                      <a:pt x="145053" y="508933"/>
                      <a:pt x="138038" y="509371"/>
                      <a:pt x="131274" y="508933"/>
                    </a:cubicBezTo>
                    <a:cubicBezTo>
                      <a:pt x="124072" y="508494"/>
                      <a:pt x="116807" y="507993"/>
                      <a:pt x="109228" y="507492"/>
                    </a:cubicBezTo>
                    <a:cubicBezTo>
                      <a:pt x="109228" y="433025"/>
                      <a:pt x="109228" y="360750"/>
                      <a:pt x="109228" y="287284"/>
                    </a:cubicBezTo>
                    <a:cubicBezTo>
                      <a:pt x="116431" y="286846"/>
                      <a:pt x="122443" y="286282"/>
                      <a:pt x="128456" y="286094"/>
                    </a:cubicBezTo>
                    <a:cubicBezTo>
                      <a:pt x="134593" y="285907"/>
                      <a:pt x="140794" y="286345"/>
                      <a:pt x="146932" y="285907"/>
                    </a:cubicBezTo>
                    <a:cubicBezTo>
                      <a:pt x="161525" y="284842"/>
                      <a:pt x="171044" y="275823"/>
                      <a:pt x="171420" y="263234"/>
                    </a:cubicBezTo>
                    <a:cubicBezTo>
                      <a:pt x="171796" y="250646"/>
                      <a:pt x="162401" y="241189"/>
                      <a:pt x="147809" y="240061"/>
                    </a:cubicBezTo>
                    <a:cubicBezTo>
                      <a:pt x="140293" y="239498"/>
                      <a:pt x="132715" y="240124"/>
                      <a:pt x="125199" y="239748"/>
                    </a:cubicBezTo>
                    <a:cubicBezTo>
                      <a:pt x="120001" y="239498"/>
                      <a:pt x="114802" y="238496"/>
                      <a:pt x="107537" y="237556"/>
                    </a:cubicBezTo>
                    <a:cubicBezTo>
                      <a:pt x="107537" y="157828"/>
                      <a:pt x="107537" y="79352"/>
                      <a:pt x="107537" y="0"/>
                    </a:cubicBezTo>
                    <a:cubicBezTo>
                      <a:pt x="91379" y="0"/>
                      <a:pt x="77600" y="0"/>
                      <a:pt x="61504" y="0"/>
                    </a:cubicBezTo>
                    <a:cubicBezTo>
                      <a:pt x="61504" y="21357"/>
                      <a:pt x="61504" y="41085"/>
                      <a:pt x="61504" y="60814"/>
                    </a:cubicBezTo>
                    <a:cubicBezTo>
                      <a:pt x="61504" y="80668"/>
                      <a:pt x="61504" y="100521"/>
                      <a:pt x="61504" y="120438"/>
                    </a:cubicBezTo>
                    <a:cubicBezTo>
                      <a:pt x="61504" y="140354"/>
                      <a:pt x="61755" y="160145"/>
                      <a:pt x="61441" y="180062"/>
                    </a:cubicBezTo>
                    <a:cubicBezTo>
                      <a:pt x="61128" y="199602"/>
                      <a:pt x="62944" y="219268"/>
                      <a:pt x="60001" y="239936"/>
                    </a:cubicBezTo>
                    <a:cubicBezTo>
                      <a:pt x="47663" y="239936"/>
                      <a:pt x="37392" y="239435"/>
                      <a:pt x="27246" y="240124"/>
                    </a:cubicBezTo>
                    <a:cubicBezTo>
                      <a:pt x="21296" y="240562"/>
                      <a:pt x="14782" y="241690"/>
                      <a:pt x="9834" y="244696"/>
                    </a:cubicBezTo>
                    <a:cubicBezTo>
                      <a:pt x="1567" y="249706"/>
                      <a:pt x="-1565" y="258099"/>
                      <a:pt x="753" y="267869"/>
                    </a:cubicBezTo>
                    <a:cubicBezTo>
                      <a:pt x="3195" y="278203"/>
                      <a:pt x="11087" y="285092"/>
                      <a:pt x="22987" y="285781"/>
                    </a:cubicBezTo>
                    <a:cubicBezTo>
                      <a:pt x="35074" y="286470"/>
                      <a:pt x="47225" y="285969"/>
                      <a:pt x="58686" y="285969"/>
                    </a:cubicBezTo>
                    <a:cubicBezTo>
                      <a:pt x="63133" y="311648"/>
                      <a:pt x="62318" y="492336"/>
                      <a:pt x="57997" y="508056"/>
                    </a:cubicBezTo>
                    <a:cubicBezTo>
                      <a:pt x="52861" y="508369"/>
                      <a:pt x="47475" y="508807"/>
                      <a:pt x="42026" y="508995"/>
                    </a:cubicBezTo>
                    <a:cubicBezTo>
                      <a:pt x="36577" y="509183"/>
                      <a:pt x="31066" y="508807"/>
                      <a:pt x="25617" y="509308"/>
                    </a:cubicBezTo>
                    <a:cubicBezTo>
                      <a:pt x="9834" y="510749"/>
                      <a:pt x="-312" y="520456"/>
                      <a:pt x="127" y="533358"/>
                    </a:cubicBezTo>
                    <a:cubicBezTo>
                      <a:pt x="565" y="545696"/>
                      <a:pt x="9897" y="554277"/>
                      <a:pt x="25053" y="555655"/>
                    </a:cubicBezTo>
                    <a:cubicBezTo>
                      <a:pt x="31191" y="556218"/>
                      <a:pt x="37392" y="555717"/>
                      <a:pt x="43529" y="556156"/>
                    </a:cubicBezTo>
                    <a:cubicBezTo>
                      <a:pt x="48790" y="556469"/>
                      <a:pt x="54051" y="557346"/>
                      <a:pt x="60001" y="558097"/>
                    </a:cubicBezTo>
                    <a:cubicBezTo>
                      <a:pt x="60001" y="632063"/>
                      <a:pt x="60001" y="704902"/>
                      <a:pt x="60001" y="779808"/>
                    </a:cubicBezTo>
                    <a:cubicBezTo>
                      <a:pt x="46285" y="779808"/>
                      <a:pt x="34009" y="779056"/>
                      <a:pt x="21922" y="779996"/>
                    </a:cubicBezTo>
                    <a:cubicBezTo>
                      <a:pt x="10210" y="780935"/>
                      <a:pt x="2194" y="788827"/>
                      <a:pt x="314" y="798847"/>
                    </a:cubicBezTo>
                    <a:cubicBezTo>
                      <a:pt x="-1314" y="807741"/>
                      <a:pt x="3759" y="819140"/>
                      <a:pt x="12402" y="822897"/>
                    </a:cubicBezTo>
                    <a:cubicBezTo>
                      <a:pt x="17225" y="824964"/>
                      <a:pt x="22924" y="825277"/>
                      <a:pt x="28310" y="825590"/>
                    </a:cubicBezTo>
                    <a:cubicBezTo>
                      <a:pt x="38957" y="826154"/>
                      <a:pt x="49605" y="826154"/>
                      <a:pt x="59813" y="826405"/>
                    </a:cubicBezTo>
                    <a:cubicBezTo>
                      <a:pt x="63696" y="862668"/>
                      <a:pt x="62193" y="1025005"/>
                      <a:pt x="57684" y="1041602"/>
                    </a:cubicBezTo>
                    <a:cubicBezTo>
                      <a:pt x="47412" y="1041602"/>
                      <a:pt x="36452" y="1040850"/>
                      <a:pt x="25743" y="1041915"/>
                    </a:cubicBezTo>
                    <a:cubicBezTo>
                      <a:pt x="19354" y="1042541"/>
                      <a:pt x="12089" y="1044733"/>
                      <a:pt x="7267" y="1048679"/>
                    </a:cubicBezTo>
                    <a:cubicBezTo>
                      <a:pt x="690" y="1054003"/>
                      <a:pt x="-1815" y="1062207"/>
                      <a:pt x="1442" y="1071038"/>
                    </a:cubicBezTo>
                    <a:cubicBezTo>
                      <a:pt x="5137" y="1080996"/>
                      <a:pt x="12152" y="1087009"/>
                      <a:pt x="22861" y="1087447"/>
                    </a:cubicBezTo>
                    <a:cubicBezTo>
                      <a:pt x="34949" y="1087886"/>
                      <a:pt x="47099" y="1087572"/>
                      <a:pt x="60126" y="1087572"/>
                    </a:cubicBezTo>
                    <a:cubicBezTo>
                      <a:pt x="60126" y="1164607"/>
                      <a:pt x="60126" y="1238887"/>
                      <a:pt x="60126" y="1313980"/>
                    </a:cubicBezTo>
                    <a:cubicBezTo>
                      <a:pt x="53488" y="1314607"/>
                      <a:pt x="48164" y="1315296"/>
                      <a:pt x="42778" y="1315609"/>
                    </a:cubicBezTo>
                    <a:cubicBezTo>
                      <a:pt x="36640" y="1315922"/>
                      <a:pt x="30440" y="1315546"/>
                      <a:pt x="24302" y="1316110"/>
                    </a:cubicBezTo>
                    <a:cubicBezTo>
                      <a:pt x="9521" y="1317550"/>
                      <a:pt x="189" y="1326506"/>
                      <a:pt x="1" y="1338907"/>
                    </a:cubicBezTo>
                    <a:cubicBezTo>
                      <a:pt x="-124" y="1351183"/>
                      <a:pt x="9145" y="1360389"/>
                      <a:pt x="23989" y="1362206"/>
                    </a:cubicBezTo>
                    <a:cubicBezTo>
                      <a:pt x="28060" y="1362707"/>
                      <a:pt x="32193" y="1362456"/>
                      <a:pt x="36327" y="1362644"/>
                    </a:cubicBezTo>
                    <a:cubicBezTo>
                      <a:pt x="44218" y="1363020"/>
                      <a:pt x="52110" y="1363458"/>
                      <a:pt x="60377" y="1363959"/>
                    </a:cubicBezTo>
                    <a:cubicBezTo>
                      <a:pt x="60377" y="1444815"/>
                      <a:pt x="60377" y="1523290"/>
                      <a:pt x="60377" y="1604709"/>
                    </a:cubicBezTo>
                    <a:cubicBezTo>
                      <a:pt x="46473" y="1604709"/>
                      <a:pt x="33571" y="1604021"/>
                      <a:pt x="20795" y="1604897"/>
                    </a:cubicBezTo>
                    <a:cubicBezTo>
                      <a:pt x="9834" y="1605649"/>
                      <a:pt x="1755" y="1614354"/>
                      <a:pt x="314" y="1624688"/>
                    </a:cubicBezTo>
                    <a:cubicBezTo>
                      <a:pt x="-1001" y="1634396"/>
                      <a:pt x="5513" y="1645231"/>
                      <a:pt x="15972" y="1648425"/>
                    </a:cubicBezTo>
                    <a:cubicBezTo>
                      <a:pt x="22360" y="1650367"/>
                      <a:pt x="29375" y="1650367"/>
                      <a:pt x="36202" y="1650805"/>
                    </a:cubicBezTo>
                    <a:cubicBezTo>
                      <a:pt x="44093" y="1651369"/>
                      <a:pt x="52047" y="1651557"/>
                      <a:pt x="61567" y="1651933"/>
                    </a:cubicBezTo>
                    <a:cubicBezTo>
                      <a:pt x="61567" y="1661578"/>
                      <a:pt x="61567" y="1669031"/>
                      <a:pt x="61567" y="1676421"/>
                    </a:cubicBezTo>
                    <a:cubicBezTo>
                      <a:pt x="61567" y="1709991"/>
                      <a:pt x="61066" y="1743560"/>
                      <a:pt x="61755" y="1777130"/>
                    </a:cubicBezTo>
                    <a:cubicBezTo>
                      <a:pt x="62757" y="1827297"/>
                      <a:pt x="92256" y="1869134"/>
                      <a:pt x="137788" y="1883413"/>
                    </a:cubicBezTo>
                    <a:cubicBezTo>
                      <a:pt x="152506" y="1888048"/>
                      <a:pt x="168664" y="1889927"/>
                      <a:pt x="184197" y="1890052"/>
                    </a:cubicBezTo>
                    <a:cubicBezTo>
                      <a:pt x="262985" y="1890679"/>
                      <a:pt x="341774" y="1890366"/>
                      <a:pt x="420500" y="1890366"/>
                    </a:cubicBezTo>
                    <a:cubicBezTo>
                      <a:pt x="936322" y="1890366"/>
                      <a:pt x="1452144" y="1890366"/>
                      <a:pt x="1967966" y="1890366"/>
                    </a:cubicBezTo>
                    <a:cubicBezTo>
                      <a:pt x="1977297" y="1890366"/>
                      <a:pt x="1986692" y="1890366"/>
                      <a:pt x="1997151" y="1890366"/>
                    </a:cubicBezTo>
                    <a:cubicBezTo>
                      <a:pt x="1997151" y="1874019"/>
                      <a:pt x="1997151" y="1860616"/>
                      <a:pt x="1997151" y="1843769"/>
                    </a:cubicBezTo>
                    <a:cubicBezTo>
                      <a:pt x="1985627" y="1843581"/>
                      <a:pt x="1976170" y="1843581"/>
                      <a:pt x="1966651" y="1843581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图形 4"/>
            <p:cNvGrpSpPr/>
            <p:nvPr/>
          </p:nvGrpSpPr>
          <p:grpSpPr>
            <a:xfrm>
              <a:off x="11230320" y="409978"/>
              <a:ext cx="281024" cy="298706"/>
              <a:chOff x="7567004" y="2256821"/>
              <a:chExt cx="1957493" cy="208065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/>
            </p:nvSpPr>
            <p:spPr>
              <a:xfrm>
                <a:off x="7567004" y="2256821"/>
                <a:ext cx="1957493" cy="2080656"/>
              </a:xfrm>
              <a:custGeom>
                <a:avLst/>
                <a:gdLst>
                  <a:gd name="connsiteX0" fmla="*/ 1957180 w 1957493"/>
                  <a:gd name="connsiteY0" fmla="*/ 866168 h 2080656"/>
                  <a:gd name="connsiteX1" fmla="*/ 1868684 w 1957493"/>
                  <a:gd name="connsiteY1" fmla="*/ 751930 h 2080656"/>
                  <a:gd name="connsiteX2" fmla="*/ 1823841 w 1957493"/>
                  <a:gd name="connsiteY2" fmla="*/ 748173 h 2080656"/>
                  <a:gd name="connsiteX3" fmla="*/ 1564928 w 1957493"/>
                  <a:gd name="connsiteY3" fmla="*/ 747922 h 2080656"/>
                  <a:gd name="connsiteX4" fmla="*/ 1538498 w 1957493"/>
                  <a:gd name="connsiteY4" fmla="*/ 746607 h 2080656"/>
                  <a:gd name="connsiteX5" fmla="*/ 1538498 w 1957493"/>
                  <a:gd name="connsiteY5" fmla="*/ 722807 h 2080656"/>
                  <a:gd name="connsiteX6" fmla="*/ 1538122 w 1957493"/>
                  <a:gd name="connsiteY6" fmla="*/ 564604 h 2080656"/>
                  <a:gd name="connsiteX7" fmla="*/ 1530043 w 1957493"/>
                  <a:gd name="connsiteY7" fmla="*/ 466525 h 2080656"/>
                  <a:gd name="connsiteX8" fmla="*/ 1028438 w 1957493"/>
                  <a:gd name="connsiteY8" fmla="*/ 2686 h 2080656"/>
                  <a:gd name="connsiteX9" fmla="*/ 706143 w 1957493"/>
                  <a:gd name="connsiteY9" fmla="*/ 71830 h 2080656"/>
                  <a:gd name="connsiteX10" fmla="*/ 419235 w 1957493"/>
                  <a:gd name="connsiteY10" fmla="*/ 553393 h 2080656"/>
                  <a:gd name="connsiteX11" fmla="*/ 418859 w 1957493"/>
                  <a:gd name="connsiteY11" fmla="*/ 721868 h 2080656"/>
                  <a:gd name="connsiteX12" fmla="*/ 418859 w 1957493"/>
                  <a:gd name="connsiteY12" fmla="*/ 747922 h 2080656"/>
                  <a:gd name="connsiteX13" fmla="*/ 391364 w 1957493"/>
                  <a:gd name="connsiteY13" fmla="*/ 747922 h 2080656"/>
                  <a:gd name="connsiteX14" fmla="*/ 169466 w 1957493"/>
                  <a:gd name="connsiteY14" fmla="*/ 747985 h 2080656"/>
                  <a:gd name="connsiteX15" fmla="*/ 107838 w 1957493"/>
                  <a:gd name="connsiteY15" fmla="*/ 748987 h 2080656"/>
                  <a:gd name="connsiteX16" fmla="*/ 5625 w 1957493"/>
                  <a:gd name="connsiteY16" fmla="*/ 831032 h 2080656"/>
                  <a:gd name="connsiteX17" fmla="*/ 239 w 1957493"/>
                  <a:gd name="connsiteY17" fmla="*/ 873558 h 2080656"/>
                  <a:gd name="connsiteX18" fmla="*/ 51 w 1957493"/>
                  <a:gd name="connsiteY18" fmla="*/ 1954367 h 2080656"/>
                  <a:gd name="connsiteX19" fmla="*/ 302 w 1957493"/>
                  <a:gd name="connsiteY19" fmla="*/ 1968771 h 2080656"/>
                  <a:gd name="connsiteX20" fmla="*/ 111345 w 1957493"/>
                  <a:gd name="connsiteY20" fmla="*/ 2079940 h 2080656"/>
                  <a:gd name="connsiteX21" fmla="*/ 140092 w 1957493"/>
                  <a:gd name="connsiteY21" fmla="*/ 2080629 h 2080656"/>
                  <a:gd name="connsiteX22" fmla="*/ 1818893 w 1957493"/>
                  <a:gd name="connsiteY22" fmla="*/ 2080629 h 2080656"/>
                  <a:gd name="connsiteX23" fmla="*/ 1849707 w 1957493"/>
                  <a:gd name="connsiteY23" fmla="*/ 2079752 h 2080656"/>
                  <a:gd name="connsiteX24" fmla="*/ 1953360 w 1957493"/>
                  <a:gd name="connsiteY24" fmla="*/ 1991819 h 2080656"/>
                  <a:gd name="connsiteX25" fmla="*/ 1957243 w 1957493"/>
                  <a:gd name="connsiteY25" fmla="*/ 1949105 h 2080656"/>
                  <a:gd name="connsiteX26" fmla="*/ 1957494 w 1957493"/>
                  <a:gd name="connsiteY26" fmla="*/ 1190905 h 2080656"/>
                  <a:gd name="connsiteX27" fmla="*/ 1957180 w 1957493"/>
                  <a:gd name="connsiteY27" fmla="*/ 866168 h 2080656"/>
                  <a:gd name="connsiteX28" fmla="*/ 469026 w 1957493"/>
                  <a:gd name="connsiteY28" fmla="*/ 529343 h 2080656"/>
                  <a:gd name="connsiteX29" fmla="*/ 601050 w 1957493"/>
                  <a:gd name="connsiteY29" fmla="*/ 215942 h 2080656"/>
                  <a:gd name="connsiteX30" fmla="*/ 929295 w 1957493"/>
                  <a:gd name="connsiteY30" fmla="*/ 51475 h 2080656"/>
                  <a:gd name="connsiteX31" fmla="*/ 1483822 w 1957493"/>
                  <a:gd name="connsiteY31" fmla="*/ 481744 h 2080656"/>
                  <a:gd name="connsiteX32" fmla="*/ 1490586 w 1957493"/>
                  <a:gd name="connsiteY32" fmla="*/ 567610 h 2080656"/>
                  <a:gd name="connsiteX33" fmla="*/ 1490837 w 1957493"/>
                  <a:gd name="connsiteY33" fmla="*/ 732014 h 2080656"/>
                  <a:gd name="connsiteX34" fmla="*/ 1489960 w 1957493"/>
                  <a:gd name="connsiteY34" fmla="*/ 743601 h 2080656"/>
                  <a:gd name="connsiteX35" fmla="*/ 1338207 w 1957493"/>
                  <a:gd name="connsiteY35" fmla="*/ 745104 h 2080656"/>
                  <a:gd name="connsiteX36" fmla="*/ 1337330 w 1957493"/>
                  <a:gd name="connsiteY36" fmla="*/ 723810 h 2080656"/>
                  <a:gd name="connsiteX37" fmla="*/ 1337142 w 1957493"/>
                  <a:gd name="connsiteY37" fmla="*/ 565606 h 2080656"/>
                  <a:gd name="connsiteX38" fmla="*/ 1215201 w 1957493"/>
                  <a:gd name="connsiteY38" fmla="*/ 295169 h 2080656"/>
                  <a:gd name="connsiteX39" fmla="*/ 976518 w 1957493"/>
                  <a:gd name="connsiteY39" fmla="*/ 206359 h 2080656"/>
                  <a:gd name="connsiteX40" fmla="*/ 655789 w 1957493"/>
                  <a:gd name="connsiteY40" fmla="*/ 409218 h 2080656"/>
                  <a:gd name="connsiteX41" fmla="*/ 620653 w 1957493"/>
                  <a:gd name="connsiteY41" fmla="*/ 551639 h 2080656"/>
                  <a:gd name="connsiteX42" fmla="*/ 620027 w 1957493"/>
                  <a:gd name="connsiteY42" fmla="*/ 722181 h 2080656"/>
                  <a:gd name="connsiteX43" fmla="*/ 620027 w 1957493"/>
                  <a:gd name="connsiteY43" fmla="*/ 746920 h 2080656"/>
                  <a:gd name="connsiteX44" fmla="*/ 469840 w 1957493"/>
                  <a:gd name="connsiteY44" fmla="*/ 746920 h 2080656"/>
                  <a:gd name="connsiteX45" fmla="*/ 467209 w 1957493"/>
                  <a:gd name="connsiteY45" fmla="*/ 730699 h 2080656"/>
                  <a:gd name="connsiteX46" fmla="*/ 469026 w 1957493"/>
                  <a:gd name="connsiteY46" fmla="*/ 529343 h 2080656"/>
                  <a:gd name="connsiteX47" fmla="*/ 670256 w 1957493"/>
                  <a:gd name="connsiteY47" fmla="*/ 540554 h 2080656"/>
                  <a:gd name="connsiteX48" fmla="*/ 897979 w 1957493"/>
                  <a:gd name="connsiteY48" fmla="*/ 264668 h 2080656"/>
                  <a:gd name="connsiteX49" fmla="*/ 1283405 w 1957493"/>
                  <a:gd name="connsiteY49" fmla="*/ 506671 h 2080656"/>
                  <a:gd name="connsiteX50" fmla="*/ 1289230 w 1957493"/>
                  <a:gd name="connsiteY50" fmla="*/ 561723 h 2080656"/>
                  <a:gd name="connsiteX51" fmla="*/ 1289543 w 1957493"/>
                  <a:gd name="connsiteY51" fmla="*/ 732265 h 2080656"/>
                  <a:gd name="connsiteX52" fmla="*/ 1288666 w 1957493"/>
                  <a:gd name="connsiteY52" fmla="*/ 743789 h 2080656"/>
                  <a:gd name="connsiteX53" fmla="*/ 669943 w 1957493"/>
                  <a:gd name="connsiteY53" fmla="*/ 745104 h 2080656"/>
                  <a:gd name="connsiteX54" fmla="*/ 667939 w 1957493"/>
                  <a:gd name="connsiteY54" fmla="*/ 733580 h 2080656"/>
                  <a:gd name="connsiteX55" fmla="*/ 670256 w 1957493"/>
                  <a:gd name="connsiteY55" fmla="*/ 540554 h 2080656"/>
                  <a:gd name="connsiteX56" fmla="*/ 1574510 w 1957493"/>
                  <a:gd name="connsiteY56" fmla="*/ 1423138 h 2080656"/>
                  <a:gd name="connsiteX57" fmla="*/ 1596932 w 1957493"/>
                  <a:gd name="connsiteY57" fmla="*/ 1424703 h 2080656"/>
                  <a:gd name="connsiteX58" fmla="*/ 1880521 w 1957493"/>
                  <a:gd name="connsiteY58" fmla="*/ 1424766 h 2080656"/>
                  <a:gd name="connsiteX59" fmla="*/ 1904321 w 1957493"/>
                  <a:gd name="connsiteY59" fmla="*/ 1424766 h 2080656"/>
                  <a:gd name="connsiteX60" fmla="*/ 1905949 w 1957493"/>
                  <a:gd name="connsiteY60" fmla="*/ 1592740 h 2080656"/>
                  <a:gd name="connsiteX61" fmla="*/ 1882525 w 1957493"/>
                  <a:gd name="connsiteY61" fmla="*/ 1593805 h 2080656"/>
                  <a:gd name="connsiteX62" fmla="*/ 1598936 w 1957493"/>
                  <a:gd name="connsiteY62" fmla="*/ 1593867 h 2080656"/>
                  <a:gd name="connsiteX63" fmla="*/ 1576389 w 1957493"/>
                  <a:gd name="connsiteY63" fmla="*/ 1594869 h 2080656"/>
                  <a:gd name="connsiteX64" fmla="*/ 1555721 w 1957493"/>
                  <a:gd name="connsiteY64" fmla="*/ 1618920 h 2080656"/>
                  <a:gd name="connsiteX65" fmla="*/ 1577579 w 1957493"/>
                  <a:gd name="connsiteY65" fmla="*/ 1642093 h 2080656"/>
                  <a:gd name="connsiteX66" fmla="*/ 1596055 w 1957493"/>
                  <a:gd name="connsiteY66" fmla="*/ 1642594 h 2080656"/>
                  <a:gd name="connsiteX67" fmla="*/ 1881649 w 1957493"/>
                  <a:gd name="connsiteY67" fmla="*/ 1642594 h 2080656"/>
                  <a:gd name="connsiteX68" fmla="*/ 1907577 w 1957493"/>
                  <a:gd name="connsiteY68" fmla="*/ 1642594 h 2080656"/>
                  <a:gd name="connsiteX69" fmla="*/ 1909143 w 1957493"/>
                  <a:gd name="connsiteY69" fmla="*/ 1666518 h 2080656"/>
                  <a:gd name="connsiteX70" fmla="*/ 1909143 w 1957493"/>
                  <a:gd name="connsiteY70" fmla="*/ 1950108 h 2080656"/>
                  <a:gd name="connsiteX71" fmla="*/ 1907702 w 1957493"/>
                  <a:gd name="connsiteY71" fmla="*/ 1972654 h 2080656"/>
                  <a:gd name="connsiteX72" fmla="*/ 1846263 w 1957493"/>
                  <a:gd name="connsiteY72" fmla="*/ 2031840 h 2080656"/>
                  <a:gd name="connsiteX73" fmla="*/ 1825720 w 1957493"/>
                  <a:gd name="connsiteY73" fmla="*/ 2032403 h 2080656"/>
                  <a:gd name="connsiteX74" fmla="*/ 132576 w 1957493"/>
                  <a:gd name="connsiteY74" fmla="*/ 2032278 h 2080656"/>
                  <a:gd name="connsiteX75" fmla="*/ 98130 w 1957493"/>
                  <a:gd name="connsiteY75" fmla="*/ 2028708 h 2080656"/>
                  <a:gd name="connsiteX76" fmla="*/ 49466 w 1957493"/>
                  <a:gd name="connsiteY76" fmla="*/ 1969335 h 2080656"/>
                  <a:gd name="connsiteX77" fmla="*/ 49028 w 1957493"/>
                  <a:gd name="connsiteY77" fmla="*/ 1961130 h 2080656"/>
                  <a:gd name="connsiteX78" fmla="*/ 49028 w 1957493"/>
                  <a:gd name="connsiteY78" fmla="*/ 1669337 h 2080656"/>
                  <a:gd name="connsiteX79" fmla="*/ 50656 w 1957493"/>
                  <a:gd name="connsiteY79" fmla="*/ 1654556 h 2080656"/>
                  <a:gd name="connsiteX80" fmla="*/ 75145 w 1957493"/>
                  <a:gd name="connsiteY80" fmla="*/ 1654556 h 2080656"/>
                  <a:gd name="connsiteX81" fmla="*/ 358734 w 1957493"/>
                  <a:gd name="connsiteY81" fmla="*/ 1654556 h 2080656"/>
                  <a:gd name="connsiteX82" fmla="*/ 377210 w 1957493"/>
                  <a:gd name="connsiteY82" fmla="*/ 1654305 h 2080656"/>
                  <a:gd name="connsiteX83" fmla="*/ 403264 w 1957493"/>
                  <a:gd name="connsiteY83" fmla="*/ 1630631 h 2080656"/>
                  <a:gd name="connsiteX84" fmla="*/ 376270 w 1957493"/>
                  <a:gd name="connsiteY84" fmla="*/ 1605767 h 2080656"/>
                  <a:gd name="connsiteX85" fmla="*/ 359861 w 1957493"/>
                  <a:gd name="connsiteY85" fmla="*/ 1605579 h 2080656"/>
                  <a:gd name="connsiteX86" fmla="*/ 76272 w 1957493"/>
                  <a:gd name="connsiteY86" fmla="*/ 1605579 h 2080656"/>
                  <a:gd name="connsiteX87" fmla="*/ 50531 w 1957493"/>
                  <a:gd name="connsiteY87" fmla="*/ 1605579 h 2080656"/>
                  <a:gd name="connsiteX88" fmla="*/ 50531 w 1957493"/>
                  <a:gd name="connsiteY88" fmla="*/ 1436102 h 2080656"/>
                  <a:gd name="connsiteX89" fmla="*/ 76084 w 1957493"/>
                  <a:gd name="connsiteY89" fmla="*/ 1436102 h 2080656"/>
                  <a:gd name="connsiteX90" fmla="*/ 361678 w 1957493"/>
                  <a:gd name="connsiteY90" fmla="*/ 1436039 h 2080656"/>
                  <a:gd name="connsiteX91" fmla="*/ 384162 w 1957493"/>
                  <a:gd name="connsiteY91" fmla="*/ 1434536 h 2080656"/>
                  <a:gd name="connsiteX92" fmla="*/ 403327 w 1957493"/>
                  <a:gd name="connsiteY92" fmla="*/ 1411300 h 2080656"/>
                  <a:gd name="connsiteX93" fmla="*/ 383535 w 1957493"/>
                  <a:gd name="connsiteY93" fmla="*/ 1388315 h 2080656"/>
                  <a:gd name="connsiteX94" fmla="*/ 363056 w 1957493"/>
                  <a:gd name="connsiteY94" fmla="*/ 1387376 h 2080656"/>
                  <a:gd name="connsiteX95" fmla="*/ 77462 w 1957493"/>
                  <a:gd name="connsiteY95" fmla="*/ 1387313 h 2080656"/>
                  <a:gd name="connsiteX96" fmla="*/ 53412 w 1957493"/>
                  <a:gd name="connsiteY96" fmla="*/ 1387313 h 2080656"/>
                  <a:gd name="connsiteX97" fmla="*/ 52160 w 1957493"/>
                  <a:gd name="connsiteY97" fmla="*/ 1227356 h 2080656"/>
                  <a:gd name="connsiteX98" fmla="*/ 75646 w 1957493"/>
                  <a:gd name="connsiteY98" fmla="*/ 1227356 h 2080656"/>
                  <a:gd name="connsiteX99" fmla="*/ 363306 w 1957493"/>
                  <a:gd name="connsiteY99" fmla="*/ 1227293 h 2080656"/>
                  <a:gd name="connsiteX100" fmla="*/ 383786 w 1957493"/>
                  <a:gd name="connsiteY100" fmla="*/ 1226291 h 2080656"/>
                  <a:gd name="connsiteX101" fmla="*/ 403201 w 1957493"/>
                  <a:gd name="connsiteY101" fmla="*/ 1203055 h 2080656"/>
                  <a:gd name="connsiteX102" fmla="*/ 383786 w 1957493"/>
                  <a:gd name="connsiteY102" fmla="*/ 1180007 h 2080656"/>
                  <a:gd name="connsiteX103" fmla="*/ 361302 w 1957493"/>
                  <a:gd name="connsiteY103" fmla="*/ 1178630 h 2080656"/>
                  <a:gd name="connsiteX104" fmla="*/ 75709 w 1957493"/>
                  <a:gd name="connsiteY104" fmla="*/ 1178567 h 2080656"/>
                  <a:gd name="connsiteX105" fmla="*/ 50406 w 1957493"/>
                  <a:gd name="connsiteY105" fmla="*/ 1178567 h 2080656"/>
                  <a:gd name="connsiteX106" fmla="*/ 49028 w 1957493"/>
                  <a:gd name="connsiteY106" fmla="*/ 1155957 h 2080656"/>
                  <a:gd name="connsiteX107" fmla="*/ 49091 w 1957493"/>
                  <a:gd name="connsiteY107" fmla="*/ 874435 h 2080656"/>
                  <a:gd name="connsiteX108" fmla="*/ 52410 w 1957493"/>
                  <a:gd name="connsiteY108" fmla="*/ 843997 h 2080656"/>
                  <a:gd name="connsiteX109" fmla="*/ 111032 w 1957493"/>
                  <a:gd name="connsiteY109" fmla="*/ 796648 h 2080656"/>
                  <a:gd name="connsiteX110" fmla="*/ 133579 w 1957493"/>
                  <a:gd name="connsiteY110" fmla="*/ 796022 h 2080656"/>
                  <a:gd name="connsiteX111" fmla="*/ 1824717 w 1957493"/>
                  <a:gd name="connsiteY111" fmla="*/ 796147 h 2080656"/>
                  <a:gd name="connsiteX112" fmla="*/ 1861231 w 1957493"/>
                  <a:gd name="connsiteY112" fmla="*/ 799968 h 2080656"/>
                  <a:gd name="connsiteX113" fmla="*/ 1907327 w 1957493"/>
                  <a:gd name="connsiteY113" fmla="*/ 852389 h 2080656"/>
                  <a:gd name="connsiteX114" fmla="*/ 1909268 w 1957493"/>
                  <a:gd name="connsiteY114" fmla="*/ 881011 h 2080656"/>
                  <a:gd name="connsiteX115" fmla="*/ 1909268 w 1957493"/>
                  <a:gd name="connsiteY115" fmla="*/ 1139924 h 2080656"/>
                  <a:gd name="connsiteX116" fmla="*/ 1907765 w 1957493"/>
                  <a:gd name="connsiteY116" fmla="*/ 1165477 h 2080656"/>
                  <a:gd name="connsiteX117" fmla="*/ 1880083 w 1957493"/>
                  <a:gd name="connsiteY117" fmla="*/ 1166855 h 2080656"/>
                  <a:gd name="connsiteX118" fmla="*/ 1600627 w 1957493"/>
                  <a:gd name="connsiteY118" fmla="*/ 1166980 h 2080656"/>
                  <a:gd name="connsiteX119" fmla="*/ 1576013 w 1957493"/>
                  <a:gd name="connsiteY119" fmla="*/ 1167983 h 2080656"/>
                  <a:gd name="connsiteX120" fmla="*/ 1555847 w 1957493"/>
                  <a:gd name="connsiteY120" fmla="*/ 1190279 h 2080656"/>
                  <a:gd name="connsiteX121" fmla="*/ 1574197 w 1957493"/>
                  <a:gd name="connsiteY121" fmla="*/ 1214141 h 2080656"/>
                  <a:gd name="connsiteX122" fmla="*/ 1596682 w 1957493"/>
                  <a:gd name="connsiteY122" fmla="*/ 1215456 h 2080656"/>
                  <a:gd name="connsiteX123" fmla="*/ 1880270 w 1957493"/>
                  <a:gd name="connsiteY123" fmla="*/ 1215519 h 2080656"/>
                  <a:gd name="connsiteX124" fmla="*/ 1904070 w 1957493"/>
                  <a:gd name="connsiteY124" fmla="*/ 1215519 h 2080656"/>
                  <a:gd name="connsiteX125" fmla="*/ 1907014 w 1957493"/>
                  <a:gd name="connsiteY125" fmla="*/ 1374224 h 2080656"/>
                  <a:gd name="connsiteX126" fmla="*/ 1883903 w 1957493"/>
                  <a:gd name="connsiteY126" fmla="*/ 1375163 h 2080656"/>
                  <a:gd name="connsiteX127" fmla="*/ 1596243 w 1957493"/>
                  <a:gd name="connsiteY127" fmla="*/ 1375225 h 2080656"/>
                  <a:gd name="connsiteX128" fmla="*/ 1575763 w 1957493"/>
                  <a:gd name="connsiteY128" fmla="*/ 1376228 h 2080656"/>
                  <a:gd name="connsiteX129" fmla="*/ 1555972 w 1957493"/>
                  <a:gd name="connsiteY129" fmla="*/ 1399213 h 2080656"/>
                  <a:gd name="connsiteX130" fmla="*/ 1574510 w 1957493"/>
                  <a:gd name="connsiteY130" fmla="*/ 1423138 h 208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1957493" h="2080656">
                    <a:moveTo>
                      <a:pt x="1957180" y="866168"/>
                    </a:moveTo>
                    <a:cubicBezTo>
                      <a:pt x="1956930" y="810364"/>
                      <a:pt x="1921731" y="764770"/>
                      <a:pt x="1868684" y="751930"/>
                    </a:cubicBezTo>
                    <a:cubicBezTo>
                      <a:pt x="1854279" y="748423"/>
                      <a:pt x="1838809" y="748235"/>
                      <a:pt x="1823841" y="748173"/>
                    </a:cubicBezTo>
                    <a:cubicBezTo>
                      <a:pt x="1737537" y="747859"/>
                      <a:pt x="1651232" y="748047"/>
                      <a:pt x="1564928" y="747922"/>
                    </a:cubicBezTo>
                    <a:cubicBezTo>
                      <a:pt x="1556911" y="747922"/>
                      <a:pt x="1548895" y="747108"/>
                      <a:pt x="1538498" y="746607"/>
                    </a:cubicBezTo>
                    <a:cubicBezTo>
                      <a:pt x="1538498" y="737526"/>
                      <a:pt x="1538498" y="730135"/>
                      <a:pt x="1538498" y="722807"/>
                    </a:cubicBezTo>
                    <a:cubicBezTo>
                      <a:pt x="1538498" y="670073"/>
                      <a:pt x="1539438" y="617276"/>
                      <a:pt x="1538122" y="564604"/>
                    </a:cubicBezTo>
                    <a:cubicBezTo>
                      <a:pt x="1537308" y="531848"/>
                      <a:pt x="1535241" y="498842"/>
                      <a:pt x="1530043" y="466525"/>
                    </a:cubicBezTo>
                    <a:cubicBezTo>
                      <a:pt x="1493780" y="240555"/>
                      <a:pt x="1308332" y="29429"/>
                      <a:pt x="1028438" y="2686"/>
                    </a:cubicBezTo>
                    <a:cubicBezTo>
                      <a:pt x="914326" y="-8212"/>
                      <a:pt x="805162" y="13897"/>
                      <a:pt x="706143" y="71830"/>
                    </a:cubicBezTo>
                    <a:cubicBezTo>
                      <a:pt x="522700" y="179115"/>
                      <a:pt x="427063" y="340826"/>
                      <a:pt x="419235" y="553393"/>
                    </a:cubicBezTo>
                    <a:cubicBezTo>
                      <a:pt x="417168" y="609510"/>
                      <a:pt x="418859" y="665689"/>
                      <a:pt x="418859" y="721868"/>
                    </a:cubicBezTo>
                    <a:cubicBezTo>
                      <a:pt x="418859" y="729258"/>
                      <a:pt x="418859" y="736649"/>
                      <a:pt x="418859" y="747922"/>
                    </a:cubicBezTo>
                    <a:cubicBezTo>
                      <a:pt x="407586" y="747922"/>
                      <a:pt x="399444" y="747922"/>
                      <a:pt x="391364" y="747922"/>
                    </a:cubicBezTo>
                    <a:cubicBezTo>
                      <a:pt x="317398" y="747922"/>
                      <a:pt x="243432" y="747859"/>
                      <a:pt x="169466" y="747985"/>
                    </a:cubicBezTo>
                    <a:cubicBezTo>
                      <a:pt x="148923" y="747985"/>
                      <a:pt x="128318" y="747672"/>
                      <a:pt x="107838" y="748987"/>
                    </a:cubicBezTo>
                    <a:cubicBezTo>
                      <a:pt x="59863" y="752118"/>
                      <a:pt x="18590" y="784999"/>
                      <a:pt x="5625" y="831032"/>
                    </a:cubicBezTo>
                    <a:cubicBezTo>
                      <a:pt x="1805" y="844623"/>
                      <a:pt x="239" y="859341"/>
                      <a:pt x="239" y="873558"/>
                    </a:cubicBezTo>
                    <a:cubicBezTo>
                      <a:pt x="-74" y="1233807"/>
                      <a:pt x="-11" y="1594118"/>
                      <a:pt x="51" y="1954367"/>
                    </a:cubicBezTo>
                    <a:cubicBezTo>
                      <a:pt x="51" y="1959189"/>
                      <a:pt x="-11" y="1963949"/>
                      <a:pt x="302" y="1968771"/>
                    </a:cubicBezTo>
                    <a:cubicBezTo>
                      <a:pt x="4185" y="2030212"/>
                      <a:pt x="49905" y="2076057"/>
                      <a:pt x="111345" y="2079940"/>
                    </a:cubicBezTo>
                    <a:cubicBezTo>
                      <a:pt x="120927" y="2080566"/>
                      <a:pt x="130510" y="2080629"/>
                      <a:pt x="140092" y="2080629"/>
                    </a:cubicBezTo>
                    <a:cubicBezTo>
                      <a:pt x="699693" y="2080629"/>
                      <a:pt x="1259293" y="2080691"/>
                      <a:pt x="1818893" y="2080629"/>
                    </a:cubicBezTo>
                    <a:cubicBezTo>
                      <a:pt x="1829165" y="2080629"/>
                      <a:pt x="1839435" y="2080504"/>
                      <a:pt x="1849707" y="2079752"/>
                    </a:cubicBezTo>
                    <a:cubicBezTo>
                      <a:pt x="1900312" y="2076057"/>
                      <a:pt x="1941899" y="2041297"/>
                      <a:pt x="1953360" y="1991819"/>
                    </a:cubicBezTo>
                    <a:cubicBezTo>
                      <a:pt x="1956554" y="1977978"/>
                      <a:pt x="1957243" y="1963323"/>
                      <a:pt x="1957243" y="1949105"/>
                    </a:cubicBezTo>
                    <a:cubicBezTo>
                      <a:pt x="1957494" y="1696393"/>
                      <a:pt x="1957494" y="1443618"/>
                      <a:pt x="1957494" y="1190905"/>
                    </a:cubicBezTo>
                    <a:cubicBezTo>
                      <a:pt x="1957431" y="1082618"/>
                      <a:pt x="1957618" y="974393"/>
                      <a:pt x="1957180" y="866168"/>
                    </a:cubicBezTo>
                    <a:close/>
                    <a:moveTo>
                      <a:pt x="469026" y="529343"/>
                    </a:moveTo>
                    <a:cubicBezTo>
                      <a:pt x="474662" y="409218"/>
                      <a:pt x="520257" y="304563"/>
                      <a:pt x="601050" y="215942"/>
                    </a:cubicBezTo>
                    <a:cubicBezTo>
                      <a:pt x="689170" y="119303"/>
                      <a:pt x="799024" y="64690"/>
                      <a:pt x="929295" y="51475"/>
                    </a:cubicBezTo>
                    <a:cubicBezTo>
                      <a:pt x="1199606" y="23980"/>
                      <a:pt x="1443426" y="215566"/>
                      <a:pt x="1483822" y="481744"/>
                    </a:cubicBezTo>
                    <a:cubicBezTo>
                      <a:pt x="1488143" y="510053"/>
                      <a:pt x="1490085" y="538925"/>
                      <a:pt x="1490586" y="567610"/>
                    </a:cubicBezTo>
                    <a:cubicBezTo>
                      <a:pt x="1491651" y="622411"/>
                      <a:pt x="1490899" y="677213"/>
                      <a:pt x="1490837" y="732014"/>
                    </a:cubicBezTo>
                    <a:cubicBezTo>
                      <a:pt x="1490837" y="736022"/>
                      <a:pt x="1490210" y="740031"/>
                      <a:pt x="1489960" y="743601"/>
                    </a:cubicBezTo>
                    <a:cubicBezTo>
                      <a:pt x="1474302" y="748924"/>
                      <a:pt x="1363885" y="750114"/>
                      <a:pt x="1338207" y="745104"/>
                    </a:cubicBezTo>
                    <a:cubicBezTo>
                      <a:pt x="1337894" y="738402"/>
                      <a:pt x="1337330" y="731075"/>
                      <a:pt x="1337330" y="723810"/>
                    </a:cubicBezTo>
                    <a:cubicBezTo>
                      <a:pt x="1337267" y="671075"/>
                      <a:pt x="1337643" y="618340"/>
                      <a:pt x="1337142" y="565606"/>
                    </a:cubicBezTo>
                    <a:cubicBezTo>
                      <a:pt x="1336140" y="457694"/>
                      <a:pt x="1295869" y="366943"/>
                      <a:pt x="1215201" y="295169"/>
                    </a:cubicBezTo>
                    <a:cubicBezTo>
                      <a:pt x="1147435" y="234856"/>
                      <a:pt x="1067144" y="204230"/>
                      <a:pt x="976518" y="206359"/>
                    </a:cubicBezTo>
                    <a:cubicBezTo>
                      <a:pt x="829775" y="209804"/>
                      <a:pt x="722991" y="279386"/>
                      <a:pt x="655789" y="409218"/>
                    </a:cubicBezTo>
                    <a:cubicBezTo>
                      <a:pt x="632866" y="453498"/>
                      <a:pt x="621530" y="501660"/>
                      <a:pt x="620653" y="551639"/>
                    </a:cubicBezTo>
                    <a:cubicBezTo>
                      <a:pt x="619651" y="608445"/>
                      <a:pt x="620152" y="665313"/>
                      <a:pt x="620027" y="722181"/>
                    </a:cubicBezTo>
                    <a:cubicBezTo>
                      <a:pt x="620027" y="729571"/>
                      <a:pt x="620027" y="736962"/>
                      <a:pt x="620027" y="746920"/>
                    </a:cubicBezTo>
                    <a:cubicBezTo>
                      <a:pt x="568169" y="746920"/>
                      <a:pt x="519756" y="746920"/>
                      <a:pt x="469840" y="746920"/>
                    </a:cubicBezTo>
                    <a:cubicBezTo>
                      <a:pt x="468838" y="741033"/>
                      <a:pt x="467209" y="735897"/>
                      <a:pt x="467209" y="730699"/>
                    </a:cubicBezTo>
                    <a:cubicBezTo>
                      <a:pt x="467523" y="663559"/>
                      <a:pt x="465832" y="596357"/>
                      <a:pt x="469026" y="529343"/>
                    </a:cubicBezTo>
                    <a:close/>
                    <a:moveTo>
                      <a:pt x="670256" y="540554"/>
                    </a:moveTo>
                    <a:cubicBezTo>
                      <a:pt x="677020" y="410972"/>
                      <a:pt x="772406" y="298739"/>
                      <a:pt x="897979" y="264668"/>
                    </a:cubicBezTo>
                    <a:cubicBezTo>
                      <a:pt x="1066079" y="219073"/>
                      <a:pt x="1247769" y="322475"/>
                      <a:pt x="1283405" y="506671"/>
                    </a:cubicBezTo>
                    <a:cubicBezTo>
                      <a:pt x="1286912" y="524708"/>
                      <a:pt x="1288979" y="543309"/>
                      <a:pt x="1289230" y="561723"/>
                    </a:cubicBezTo>
                    <a:cubicBezTo>
                      <a:pt x="1289982" y="618528"/>
                      <a:pt x="1289606" y="675396"/>
                      <a:pt x="1289543" y="732265"/>
                    </a:cubicBezTo>
                    <a:cubicBezTo>
                      <a:pt x="1289543" y="736273"/>
                      <a:pt x="1288979" y="740219"/>
                      <a:pt x="1288666" y="743789"/>
                    </a:cubicBezTo>
                    <a:cubicBezTo>
                      <a:pt x="1272508" y="748987"/>
                      <a:pt x="692615" y="750114"/>
                      <a:pt x="669943" y="745104"/>
                    </a:cubicBezTo>
                    <a:cubicBezTo>
                      <a:pt x="669254" y="741471"/>
                      <a:pt x="667876" y="737526"/>
                      <a:pt x="667939" y="733580"/>
                    </a:cubicBezTo>
                    <a:cubicBezTo>
                      <a:pt x="668440" y="669196"/>
                      <a:pt x="666874" y="604750"/>
                      <a:pt x="670256" y="540554"/>
                    </a:cubicBezTo>
                    <a:close/>
                    <a:moveTo>
                      <a:pt x="1574510" y="1423138"/>
                    </a:moveTo>
                    <a:cubicBezTo>
                      <a:pt x="1581713" y="1424766"/>
                      <a:pt x="1589416" y="1424703"/>
                      <a:pt x="1596932" y="1424703"/>
                    </a:cubicBezTo>
                    <a:cubicBezTo>
                      <a:pt x="1691440" y="1424766"/>
                      <a:pt x="1785950" y="1424766"/>
                      <a:pt x="1880521" y="1424766"/>
                    </a:cubicBezTo>
                    <a:cubicBezTo>
                      <a:pt x="1888663" y="1424766"/>
                      <a:pt x="1896805" y="1424766"/>
                      <a:pt x="1904321" y="1424766"/>
                    </a:cubicBezTo>
                    <a:cubicBezTo>
                      <a:pt x="1910333" y="1440799"/>
                      <a:pt x="1911460" y="1567939"/>
                      <a:pt x="1905949" y="1592740"/>
                    </a:cubicBezTo>
                    <a:cubicBezTo>
                      <a:pt x="1898559" y="1593116"/>
                      <a:pt x="1890542" y="1593805"/>
                      <a:pt x="1882525" y="1593805"/>
                    </a:cubicBezTo>
                    <a:cubicBezTo>
                      <a:pt x="1788016" y="1593867"/>
                      <a:pt x="1693508" y="1593867"/>
                      <a:pt x="1598936" y="1593867"/>
                    </a:cubicBezTo>
                    <a:cubicBezTo>
                      <a:pt x="1591420" y="1593867"/>
                      <a:pt x="1583779" y="1593679"/>
                      <a:pt x="1576389" y="1594869"/>
                    </a:cubicBezTo>
                    <a:cubicBezTo>
                      <a:pt x="1562987" y="1597124"/>
                      <a:pt x="1555471" y="1606394"/>
                      <a:pt x="1555721" y="1618920"/>
                    </a:cubicBezTo>
                    <a:cubicBezTo>
                      <a:pt x="1556034" y="1631132"/>
                      <a:pt x="1564302" y="1640276"/>
                      <a:pt x="1577579" y="1642093"/>
                    </a:cubicBezTo>
                    <a:cubicBezTo>
                      <a:pt x="1583654" y="1642907"/>
                      <a:pt x="1589854" y="1642594"/>
                      <a:pt x="1596055" y="1642594"/>
                    </a:cubicBezTo>
                    <a:cubicBezTo>
                      <a:pt x="1691253" y="1642594"/>
                      <a:pt x="1786451" y="1642594"/>
                      <a:pt x="1881649" y="1642594"/>
                    </a:cubicBezTo>
                    <a:cubicBezTo>
                      <a:pt x="1889728" y="1642594"/>
                      <a:pt x="1897807" y="1642594"/>
                      <a:pt x="1907577" y="1642594"/>
                    </a:cubicBezTo>
                    <a:cubicBezTo>
                      <a:pt x="1908204" y="1651988"/>
                      <a:pt x="1909143" y="1659253"/>
                      <a:pt x="1909143" y="1666518"/>
                    </a:cubicBezTo>
                    <a:cubicBezTo>
                      <a:pt x="1909268" y="1761027"/>
                      <a:pt x="1909205" y="1855536"/>
                      <a:pt x="1909143" y="1950108"/>
                    </a:cubicBezTo>
                    <a:cubicBezTo>
                      <a:pt x="1909143" y="1957623"/>
                      <a:pt x="1908705" y="1965201"/>
                      <a:pt x="1907702" y="1972654"/>
                    </a:cubicBezTo>
                    <a:cubicBezTo>
                      <a:pt x="1903256" y="2005285"/>
                      <a:pt x="1879143" y="2028458"/>
                      <a:pt x="1846263" y="2031840"/>
                    </a:cubicBezTo>
                    <a:cubicBezTo>
                      <a:pt x="1839498" y="2032529"/>
                      <a:pt x="1832609" y="2032403"/>
                      <a:pt x="1825720" y="2032403"/>
                    </a:cubicBezTo>
                    <a:cubicBezTo>
                      <a:pt x="1261360" y="2032403"/>
                      <a:pt x="696937" y="2032466"/>
                      <a:pt x="132576" y="2032278"/>
                    </a:cubicBezTo>
                    <a:cubicBezTo>
                      <a:pt x="121053" y="2032278"/>
                      <a:pt x="109153" y="2031715"/>
                      <a:pt x="98130" y="2028708"/>
                    </a:cubicBezTo>
                    <a:cubicBezTo>
                      <a:pt x="69571" y="2020942"/>
                      <a:pt x="52034" y="1998583"/>
                      <a:pt x="49466" y="1969335"/>
                    </a:cubicBezTo>
                    <a:cubicBezTo>
                      <a:pt x="49216" y="1966579"/>
                      <a:pt x="49028" y="1963886"/>
                      <a:pt x="49028" y="1961130"/>
                    </a:cubicBezTo>
                    <a:cubicBezTo>
                      <a:pt x="48965" y="1863866"/>
                      <a:pt x="48965" y="1766601"/>
                      <a:pt x="49028" y="1669337"/>
                    </a:cubicBezTo>
                    <a:cubicBezTo>
                      <a:pt x="49028" y="1665391"/>
                      <a:pt x="49842" y="1661383"/>
                      <a:pt x="50656" y="1654556"/>
                    </a:cubicBezTo>
                    <a:cubicBezTo>
                      <a:pt x="59174" y="1654556"/>
                      <a:pt x="67128" y="1654556"/>
                      <a:pt x="75145" y="1654556"/>
                    </a:cubicBezTo>
                    <a:cubicBezTo>
                      <a:pt x="169654" y="1654556"/>
                      <a:pt x="264162" y="1654556"/>
                      <a:pt x="358734" y="1654556"/>
                    </a:cubicBezTo>
                    <a:cubicBezTo>
                      <a:pt x="364872" y="1654556"/>
                      <a:pt x="371072" y="1654869"/>
                      <a:pt x="377210" y="1654305"/>
                    </a:cubicBezTo>
                    <a:cubicBezTo>
                      <a:pt x="393118" y="1652990"/>
                      <a:pt x="402951" y="1643846"/>
                      <a:pt x="403264" y="1630631"/>
                    </a:cubicBezTo>
                    <a:cubicBezTo>
                      <a:pt x="403577" y="1616665"/>
                      <a:pt x="393306" y="1607020"/>
                      <a:pt x="376270" y="1605767"/>
                    </a:cubicBezTo>
                    <a:cubicBezTo>
                      <a:pt x="370822" y="1605391"/>
                      <a:pt x="365310" y="1605579"/>
                      <a:pt x="359861" y="1605579"/>
                    </a:cubicBezTo>
                    <a:cubicBezTo>
                      <a:pt x="265352" y="1605579"/>
                      <a:pt x="170844" y="1605579"/>
                      <a:pt x="76272" y="1605579"/>
                    </a:cubicBezTo>
                    <a:cubicBezTo>
                      <a:pt x="68193" y="1605579"/>
                      <a:pt x="60176" y="1605579"/>
                      <a:pt x="50531" y="1605579"/>
                    </a:cubicBezTo>
                    <a:cubicBezTo>
                      <a:pt x="50531" y="1548961"/>
                      <a:pt x="50531" y="1494536"/>
                      <a:pt x="50531" y="1436102"/>
                    </a:cubicBezTo>
                    <a:cubicBezTo>
                      <a:pt x="60051" y="1436102"/>
                      <a:pt x="68067" y="1436102"/>
                      <a:pt x="76084" y="1436102"/>
                    </a:cubicBezTo>
                    <a:cubicBezTo>
                      <a:pt x="171282" y="1436102"/>
                      <a:pt x="266480" y="1436102"/>
                      <a:pt x="361678" y="1436039"/>
                    </a:cubicBezTo>
                    <a:cubicBezTo>
                      <a:pt x="369193" y="1436039"/>
                      <a:pt x="376834" y="1436039"/>
                      <a:pt x="384162" y="1434536"/>
                    </a:cubicBezTo>
                    <a:cubicBezTo>
                      <a:pt x="396250" y="1432094"/>
                      <a:pt x="403514" y="1422511"/>
                      <a:pt x="403327" y="1411300"/>
                    </a:cubicBezTo>
                    <a:cubicBezTo>
                      <a:pt x="403076" y="1400153"/>
                      <a:pt x="395373" y="1390507"/>
                      <a:pt x="383535" y="1388315"/>
                    </a:cubicBezTo>
                    <a:cubicBezTo>
                      <a:pt x="376897" y="1387063"/>
                      <a:pt x="369882" y="1387376"/>
                      <a:pt x="363056" y="1387376"/>
                    </a:cubicBezTo>
                    <a:cubicBezTo>
                      <a:pt x="267858" y="1387313"/>
                      <a:pt x="172660" y="1387313"/>
                      <a:pt x="77462" y="1387313"/>
                    </a:cubicBezTo>
                    <a:cubicBezTo>
                      <a:pt x="69320" y="1387313"/>
                      <a:pt x="61116" y="1387313"/>
                      <a:pt x="53412" y="1387313"/>
                    </a:cubicBezTo>
                    <a:cubicBezTo>
                      <a:pt x="47963" y="1371593"/>
                      <a:pt x="46961" y="1252345"/>
                      <a:pt x="52160" y="1227356"/>
                    </a:cubicBezTo>
                    <a:cubicBezTo>
                      <a:pt x="59613" y="1227356"/>
                      <a:pt x="67629" y="1227356"/>
                      <a:pt x="75646" y="1227356"/>
                    </a:cubicBezTo>
                    <a:cubicBezTo>
                      <a:pt x="171533" y="1227356"/>
                      <a:pt x="267419" y="1227356"/>
                      <a:pt x="363306" y="1227293"/>
                    </a:cubicBezTo>
                    <a:cubicBezTo>
                      <a:pt x="370132" y="1227293"/>
                      <a:pt x="377147" y="1227606"/>
                      <a:pt x="383786" y="1226291"/>
                    </a:cubicBezTo>
                    <a:cubicBezTo>
                      <a:pt x="395623" y="1224037"/>
                      <a:pt x="403201" y="1214266"/>
                      <a:pt x="403201" y="1203055"/>
                    </a:cubicBezTo>
                    <a:cubicBezTo>
                      <a:pt x="403201" y="1191782"/>
                      <a:pt x="395874" y="1182387"/>
                      <a:pt x="383786" y="1180007"/>
                    </a:cubicBezTo>
                    <a:cubicBezTo>
                      <a:pt x="376458" y="1178567"/>
                      <a:pt x="368817" y="1178630"/>
                      <a:pt x="361302" y="1178630"/>
                    </a:cubicBezTo>
                    <a:cubicBezTo>
                      <a:pt x="266104" y="1178567"/>
                      <a:pt x="170906" y="1178567"/>
                      <a:pt x="75709" y="1178567"/>
                    </a:cubicBezTo>
                    <a:cubicBezTo>
                      <a:pt x="67692" y="1178567"/>
                      <a:pt x="59675" y="1178567"/>
                      <a:pt x="50406" y="1178567"/>
                    </a:cubicBezTo>
                    <a:cubicBezTo>
                      <a:pt x="49842" y="1169235"/>
                      <a:pt x="49028" y="1162596"/>
                      <a:pt x="49028" y="1155957"/>
                    </a:cubicBezTo>
                    <a:cubicBezTo>
                      <a:pt x="48965" y="1062137"/>
                      <a:pt x="48903" y="968255"/>
                      <a:pt x="49091" y="874435"/>
                    </a:cubicBezTo>
                    <a:cubicBezTo>
                      <a:pt x="49091" y="864289"/>
                      <a:pt x="49278" y="853516"/>
                      <a:pt x="52410" y="843997"/>
                    </a:cubicBezTo>
                    <a:cubicBezTo>
                      <a:pt x="61679" y="816126"/>
                      <a:pt x="81533" y="799968"/>
                      <a:pt x="111032" y="796648"/>
                    </a:cubicBezTo>
                    <a:cubicBezTo>
                      <a:pt x="118485" y="795834"/>
                      <a:pt x="126063" y="796022"/>
                      <a:pt x="133579" y="796022"/>
                    </a:cubicBezTo>
                    <a:cubicBezTo>
                      <a:pt x="697313" y="796022"/>
                      <a:pt x="1260984" y="795959"/>
                      <a:pt x="1824717" y="796147"/>
                    </a:cubicBezTo>
                    <a:cubicBezTo>
                      <a:pt x="1836931" y="796147"/>
                      <a:pt x="1849581" y="796711"/>
                      <a:pt x="1861231" y="799968"/>
                    </a:cubicBezTo>
                    <a:cubicBezTo>
                      <a:pt x="1887222" y="807421"/>
                      <a:pt x="1902442" y="826022"/>
                      <a:pt x="1907327" y="852389"/>
                    </a:cubicBezTo>
                    <a:cubicBezTo>
                      <a:pt x="1909080" y="861721"/>
                      <a:pt x="1909268" y="871491"/>
                      <a:pt x="1909268" y="881011"/>
                    </a:cubicBezTo>
                    <a:cubicBezTo>
                      <a:pt x="1909393" y="967315"/>
                      <a:pt x="1909393" y="1053620"/>
                      <a:pt x="1909268" y="1139924"/>
                    </a:cubicBezTo>
                    <a:cubicBezTo>
                      <a:pt x="1909268" y="1147941"/>
                      <a:pt x="1908329" y="1155957"/>
                      <a:pt x="1907765" y="1165477"/>
                    </a:cubicBezTo>
                    <a:cubicBezTo>
                      <a:pt x="1897494" y="1166041"/>
                      <a:pt x="1888788" y="1166855"/>
                      <a:pt x="1880083" y="1166855"/>
                    </a:cubicBezTo>
                    <a:cubicBezTo>
                      <a:pt x="1786951" y="1166980"/>
                      <a:pt x="1693758" y="1166918"/>
                      <a:pt x="1600627" y="1166980"/>
                    </a:cubicBezTo>
                    <a:cubicBezTo>
                      <a:pt x="1592422" y="1166980"/>
                      <a:pt x="1584093" y="1166855"/>
                      <a:pt x="1576013" y="1167983"/>
                    </a:cubicBezTo>
                    <a:cubicBezTo>
                      <a:pt x="1563988" y="1169673"/>
                      <a:pt x="1556410" y="1178692"/>
                      <a:pt x="1555847" y="1190279"/>
                    </a:cubicBezTo>
                    <a:cubicBezTo>
                      <a:pt x="1555282" y="1201803"/>
                      <a:pt x="1562172" y="1211573"/>
                      <a:pt x="1574197" y="1214141"/>
                    </a:cubicBezTo>
                    <a:cubicBezTo>
                      <a:pt x="1581462" y="1215707"/>
                      <a:pt x="1589166" y="1215456"/>
                      <a:pt x="1596682" y="1215456"/>
                    </a:cubicBezTo>
                    <a:cubicBezTo>
                      <a:pt x="1691190" y="1215519"/>
                      <a:pt x="1785699" y="1215519"/>
                      <a:pt x="1880270" y="1215519"/>
                    </a:cubicBezTo>
                    <a:cubicBezTo>
                      <a:pt x="1888413" y="1215519"/>
                      <a:pt x="1896554" y="1215519"/>
                      <a:pt x="1904070" y="1215519"/>
                    </a:cubicBezTo>
                    <a:cubicBezTo>
                      <a:pt x="1910333" y="1230613"/>
                      <a:pt x="1912274" y="1339652"/>
                      <a:pt x="1907014" y="1374224"/>
                    </a:cubicBezTo>
                    <a:cubicBezTo>
                      <a:pt x="1899686" y="1374537"/>
                      <a:pt x="1891795" y="1375163"/>
                      <a:pt x="1883903" y="1375163"/>
                    </a:cubicBezTo>
                    <a:cubicBezTo>
                      <a:pt x="1788016" y="1375225"/>
                      <a:pt x="1692130" y="1375163"/>
                      <a:pt x="1596243" y="1375225"/>
                    </a:cubicBezTo>
                    <a:cubicBezTo>
                      <a:pt x="1589416" y="1375225"/>
                      <a:pt x="1582402" y="1374975"/>
                      <a:pt x="1575763" y="1376228"/>
                    </a:cubicBezTo>
                    <a:cubicBezTo>
                      <a:pt x="1563863" y="1378482"/>
                      <a:pt x="1556347" y="1387877"/>
                      <a:pt x="1555972" y="1399213"/>
                    </a:cubicBezTo>
                    <a:cubicBezTo>
                      <a:pt x="1555408" y="1410862"/>
                      <a:pt x="1562235" y="1420319"/>
                      <a:pt x="1574510" y="142313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8367131" y="3342320"/>
                <a:ext cx="356623" cy="682226"/>
              </a:xfrm>
              <a:custGeom>
                <a:avLst/>
                <a:gdLst>
                  <a:gd name="connsiteX0" fmla="*/ 147643 w 356623"/>
                  <a:gd name="connsiteY0" fmla="*/ 3256 h 682226"/>
                  <a:gd name="connsiteX1" fmla="*/ 7227 w 356623"/>
                  <a:gd name="connsiteY1" fmla="*/ 131836 h 682226"/>
                  <a:gd name="connsiteX2" fmla="*/ 64470 w 356623"/>
                  <a:gd name="connsiteY2" fmla="*/ 314841 h 682226"/>
                  <a:gd name="connsiteX3" fmla="*/ 76120 w 356623"/>
                  <a:gd name="connsiteY3" fmla="*/ 341209 h 682226"/>
                  <a:gd name="connsiteX4" fmla="*/ 75995 w 356623"/>
                  <a:gd name="connsiteY4" fmla="*/ 458264 h 682226"/>
                  <a:gd name="connsiteX5" fmla="*/ 75995 w 356623"/>
                  <a:gd name="connsiteY5" fmla="*/ 567116 h 682226"/>
                  <a:gd name="connsiteX6" fmla="*/ 75995 w 356623"/>
                  <a:gd name="connsiteY6" fmla="*/ 569182 h 682226"/>
                  <a:gd name="connsiteX7" fmla="*/ 78312 w 356623"/>
                  <a:gd name="connsiteY7" fmla="*/ 597741 h 682226"/>
                  <a:gd name="connsiteX8" fmla="*/ 175076 w 356623"/>
                  <a:gd name="connsiteY8" fmla="*/ 682167 h 682226"/>
                  <a:gd name="connsiteX9" fmla="*/ 278039 w 356623"/>
                  <a:gd name="connsiteY9" fmla="*/ 602752 h 682226"/>
                  <a:gd name="connsiteX10" fmla="*/ 281108 w 356623"/>
                  <a:gd name="connsiteY10" fmla="*/ 570184 h 682226"/>
                  <a:gd name="connsiteX11" fmla="*/ 281108 w 356623"/>
                  <a:gd name="connsiteY11" fmla="*/ 340144 h 682226"/>
                  <a:gd name="connsiteX12" fmla="*/ 291943 w 356623"/>
                  <a:gd name="connsiteY12" fmla="*/ 315593 h 682226"/>
                  <a:gd name="connsiteX13" fmla="*/ 356452 w 356623"/>
                  <a:gd name="connsiteY13" fmla="*/ 169289 h 682226"/>
                  <a:gd name="connsiteX14" fmla="*/ 147643 w 356623"/>
                  <a:gd name="connsiteY14" fmla="*/ 3256 h 682226"/>
                  <a:gd name="connsiteX15" fmla="*/ 253927 w 356623"/>
                  <a:gd name="connsiteY15" fmla="*/ 284528 h 682226"/>
                  <a:gd name="connsiteX16" fmla="*/ 243530 w 356623"/>
                  <a:gd name="connsiteY16" fmla="*/ 291042 h 682226"/>
                  <a:gd name="connsiteX17" fmla="*/ 232319 w 356623"/>
                  <a:gd name="connsiteY17" fmla="*/ 310895 h 682226"/>
                  <a:gd name="connsiteX18" fmla="*/ 232445 w 356623"/>
                  <a:gd name="connsiteY18" fmla="*/ 374528 h 682226"/>
                  <a:gd name="connsiteX19" fmla="*/ 232445 w 356623"/>
                  <a:gd name="connsiteY19" fmla="*/ 559287 h 682226"/>
                  <a:gd name="connsiteX20" fmla="*/ 232319 w 356623"/>
                  <a:gd name="connsiteY20" fmla="*/ 577762 h 682226"/>
                  <a:gd name="connsiteX21" fmla="*/ 177769 w 356623"/>
                  <a:gd name="connsiteY21" fmla="*/ 634318 h 682226"/>
                  <a:gd name="connsiteX22" fmla="*/ 125159 w 356623"/>
                  <a:gd name="connsiteY22" fmla="*/ 577888 h 682226"/>
                  <a:gd name="connsiteX23" fmla="*/ 125034 w 356623"/>
                  <a:gd name="connsiteY23" fmla="*/ 477304 h 682226"/>
                  <a:gd name="connsiteX24" fmla="*/ 125034 w 356623"/>
                  <a:gd name="connsiteY24" fmla="*/ 446490 h 682226"/>
                  <a:gd name="connsiteX25" fmla="*/ 125284 w 356623"/>
                  <a:gd name="connsiteY25" fmla="*/ 315092 h 682226"/>
                  <a:gd name="connsiteX26" fmla="*/ 110754 w 356623"/>
                  <a:gd name="connsiteY26" fmla="*/ 288725 h 682226"/>
                  <a:gd name="connsiteX27" fmla="*/ 52320 w 356623"/>
                  <a:gd name="connsiteY27" fmla="*/ 147180 h 682226"/>
                  <a:gd name="connsiteX28" fmla="*/ 168437 w 356623"/>
                  <a:gd name="connsiteY28" fmla="*/ 49102 h 682226"/>
                  <a:gd name="connsiteX29" fmla="*/ 300649 w 356623"/>
                  <a:gd name="connsiteY29" fmla="*/ 133339 h 682226"/>
                  <a:gd name="connsiteX30" fmla="*/ 253927 w 356623"/>
                  <a:gd name="connsiteY30" fmla="*/ 284528 h 682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6623" h="682226">
                    <a:moveTo>
                      <a:pt x="147643" y="3256"/>
                    </a:moveTo>
                    <a:cubicBezTo>
                      <a:pt x="75744" y="17724"/>
                      <a:pt x="26579" y="60688"/>
                      <a:pt x="7227" y="131836"/>
                    </a:cubicBezTo>
                    <a:cubicBezTo>
                      <a:pt x="-12314" y="203673"/>
                      <a:pt x="8103" y="265739"/>
                      <a:pt x="64470" y="314841"/>
                    </a:cubicBezTo>
                    <a:cubicBezTo>
                      <a:pt x="73302" y="322545"/>
                      <a:pt x="76245" y="330248"/>
                      <a:pt x="76120" y="341209"/>
                    </a:cubicBezTo>
                    <a:cubicBezTo>
                      <a:pt x="75744" y="380227"/>
                      <a:pt x="75995" y="419246"/>
                      <a:pt x="75995" y="458264"/>
                    </a:cubicBezTo>
                    <a:cubicBezTo>
                      <a:pt x="75995" y="494527"/>
                      <a:pt x="75995" y="530853"/>
                      <a:pt x="75995" y="567116"/>
                    </a:cubicBezTo>
                    <a:cubicBezTo>
                      <a:pt x="75995" y="567804"/>
                      <a:pt x="75932" y="568493"/>
                      <a:pt x="75995" y="569182"/>
                    </a:cubicBezTo>
                    <a:cubicBezTo>
                      <a:pt x="76746" y="578702"/>
                      <a:pt x="76746" y="588347"/>
                      <a:pt x="78312" y="597741"/>
                    </a:cubicBezTo>
                    <a:cubicBezTo>
                      <a:pt x="86454" y="646593"/>
                      <a:pt x="125598" y="680539"/>
                      <a:pt x="175076" y="682167"/>
                    </a:cubicBezTo>
                    <a:cubicBezTo>
                      <a:pt x="225555" y="683796"/>
                      <a:pt x="267392" y="651791"/>
                      <a:pt x="278039" y="602752"/>
                    </a:cubicBezTo>
                    <a:cubicBezTo>
                      <a:pt x="280357" y="592168"/>
                      <a:pt x="281108" y="581082"/>
                      <a:pt x="281108" y="570184"/>
                    </a:cubicBezTo>
                    <a:cubicBezTo>
                      <a:pt x="281359" y="493525"/>
                      <a:pt x="281359" y="416866"/>
                      <a:pt x="281108" y="340144"/>
                    </a:cubicBezTo>
                    <a:cubicBezTo>
                      <a:pt x="281046" y="329873"/>
                      <a:pt x="283488" y="322607"/>
                      <a:pt x="291943" y="315593"/>
                    </a:cubicBezTo>
                    <a:cubicBezTo>
                      <a:pt x="337663" y="277702"/>
                      <a:pt x="358769" y="228662"/>
                      <a:pt x="356452" y="169289"/>
                    </a:cubicBezTo>
                    <a:cubicBezTo>
                      <a:pt x="352256" y="64008"/>
                      <a:pt x="250858" y="-17537"/>
                      <a:pt x="147643" y="3256"/>
                    </a:cubicBezTo>
                    <a:close/>
                    <a:moveTo>
                      <a:pt x="253927" y="284528"/>
                    </a:moveTo>
                    <a:cubicBezTo>
                      <a:pt x="250545" y="286846"/>
                      <a:pt x="247163" y="289288"/>
                      <a:pt x="243530" y="291042"/>
                    </a:cubicBezTo>
                    <a:cubicBezTo>
                      <a:pt x="235013" y="295050"/>
                      <a:pt x="232131" y="301626"/>
                      <a:pt x="232319" y="310895"/>
                    </a:cubicBezTo>
                    <a:cubicBezTo>
                      <a:pt x="232758" y="332127"/>
                      <a:pt x="232445" y="353296"/>
                      <a:pt x="232445" y="374528"/>
                    </a:cubicBezTo>
                    <a:cubicBezTo>
                      <a:pt x="232445" y="436093"/>
                      <a:pt x="232445" y="497721"/>
                      <a:pt x="232445" y="559287"/>
                    </a:cubicBezTo>
                    <a:cubicBezTo>
                      <a:pt x="232445" y="565424"/>
                      <a:pt x="232570" y="571625"/>
                      <a:pt x="232319" y="577762"/>
                    </a:cubicBezTo>
                    <a:cubicBezTo>
                      <a:pt x="231067" y="612209"/>
                      <a:pt x="209271" y="634819"/>
                      <a:pt x="177769" y="634318"/>
                    </a:cubicBezTo>
                    <a:cubicBezTo>
                      <a:pt x="147330" y="633816"/>
                      <a:pt x="125660" y="611082"/>
                      <a:pt x="125159" y="577888"/>
                    </a:cubicBezTo>
                    <a:cubicBezTo>
                      <a:pt x="124658" y="544381"/>
                      <a:pt x="125034" y="510811"/>
                      <a:pt x="125034" y="477304"/>
                    </a:cubicBezTo>
                    <a:cubicBezTo>
                      <a:pt x="125034" y="467032"/>
                      <a:pt x="125034" y="456761"/>
                      <a:pt x="125034" y="446490"/>
                    </a:cubicBezTo>
                    <a:cubicBezTo>
                      <a:pt x="125034" y="402711"/>
                      <a:pt x="124658" y="358870"/>
                      <a:pt x="125284" y="315092"/>
                    </a:cubicBezTo>
                    <a:cubicBezTo>
                      <a:pt x="125472" y="302691"/>
                      <a:pt x="121464" y="295426"/>
                      <a:pt x="110754" y="288725"/>
                    </a:cubicBezTo>
                    <a:cubicBezTo>
                      <a:pt x="60776" y="257221"/>
                      <a:pt x="38855" y="202858"/>
                      <a:pt x="52320" y="147180"/>
                    </a:cubicBezTo>
                    <a:cubicBezTo>
                      <a:pt x="65160" y="94320"/>
                      <a:pt x="112070" y="53611"/>
                      <a:pt x="168437" y="49102"/>
                    </a:cubicBezTo>
                    <a:cubicBezTo>
                      <a:pt x="226182" y="44530"/>
                      <a:pt x="278666" y="76471"/>
                      <a:pt x="300649" y="133339"/>
                    </a:cubicBezTo>
                    <a:cubicBezTo>
                      <a:pt x="321755" y="188141"/>
                      <a:pt x="301713" y="251710"/>
                      <a:pt x="253927" y="284528"/>
                    </a:cubicBezTo>
                    <a:close/>
                  </a:path>
                </a:pathLst>
              </a:custGeom>
              <a:grpFill/>
              <a:ln w="62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3378200" y="1544507"/>
            <a:ext cx="5372100" cy="706755"/>
            <a:chOff x="3378200" y="1544507"/>
            <a:chExt cx="5372100" cy="706755"/>
          </a:xfrm>
        </p:grpSpPr>
        <p:sp>
          <p:nvSpPr>
            <p:cNvPr id="20" name="文本框 19"/>
            <p:cNvSpPr txBox="1"/>
            <p:nvPr/>
          </p:nvSpPr>
          <p:spPr>
            <a:xfrm>
              <a:off x="4718050" y="1544507"/>
              <a:ext cx="2755900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项目组</a:t>
              </a:r>
              <a:r>
                <a:rPr lang="en-US" altLang="zh-CN" sz="4000" spc="300" dirty="0">
                  <a:solidFill>
                    <a:schemeClr val="accent5">
                      <a:lumMod val="75000"/>
                    </a:schemeClr>
                  </a:solidFill>
                  <a:cs typeface="+mn-ea"/>
                  <a:sym typeface="+mn-lt"/>
                </a:rPr>
                <a:t>9</a:t>
              </a:r>
              <a:endParaRPr lang="en-US" altLang="zh-CN" sz="4000" spc="300" dirty="0">
                <a:solidFill>
                  <a:schemeClr val="accent5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33782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200900" y="1898450"/>
              <a:ext cx="1549400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2269781" y="2467156"/>
            <a:ext cx="7652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5">
                    <a:lumMod val="75000"/>
                  </a:schemeClr>
                </a:solidFill>
              </a:rPr>
              <a:t>感谢观看</a:t>
            </a:r>
            <a:endParaRPr lang="zh-CN" altLang="en-US" sz="7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580505" y="3584791"/>
            <a:ext cx="7030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600" dirty="0"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THANKS FOR WATCHING</a:t>
            </a:r>
            <a:endParaRPr lang="en-US" altLang="zh-CN" sz="1200" spc="600" dirty="0">
              <a:latin typeface="汉仪雅酷黑 45W" panose="020B0404020202020204" pitchFamily="34" charset="-122"/>
              <a:ea typeface="汉仪雅酷黑 45W" panose="020B0404020202020204" pitchFamily="34" charset="-122"/>
              <a:cs typeface="+mn-ea"/>
              <a:sym typeface="+mn-lt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3378200" y="4049913"/>
            <a:ext cx="5452320" cy="361950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文本框 52"/>
          <p:cNvSpPr txBox="1"/>
          <p:nvPr/>
        </p:nvSpPr>
        <p:spPr>
          <a:xfrm>
            <a:off x="3389084" y="4094778"/>
            <a:ext cx="5413829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第 </a:t>
            </a:r>
            <a:r>
              <a:rPr lang="en-US" altLang="zh-CN" sz="14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2</a:t>
            </a:r>
            <a:r>
              <a:rPr lang="zh-CN" altLang="en-US" sz="14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  <a:sym typeface="+mn-lt"/>
              </a:rPr>
              <a:t> 次阶段性评审</a:t>
            </a:r>
            <a:endParaRPr lang="zh-CN" altLang="en-US" sz="1400" spc="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雅酷黑 45W" panose="020B0404020202020204" pitchFamily="34" charset="-122"/>
              <a:ea typeface="汉仪雅酷黑 45W" panose="020B0404020202020204" pitchFamily="34" charset="-122"/>
              <a:cs typeface="+mn-ea"/>
              <a:sym typeface="+mn-lt"/>
            </a:endParaRPr>
          </a:p>
        </p:txBody>
      </p:sp>
      <p:grpSp>
        <p:nvGrpSpPr>
          <p:cNvPr id="49" name="图形 156"/>
          <p:cNvGrpSpPr/>
          <p:nvPr/>
        </p:nvGrpSpPr>
        <p:grpSpPr>
          <a:xfrm>
            <a:off x="3250169" y="2995470"/>
            <a:ext cx="505213" cy="713525"/>
            <a:chOff x="4737497" y="1518591"/>
            <a:chExt cx="2691442" cy="3801191"/>
          </a:xfrm>
        </p:grpSpPr>
        <p:sp>
          <p:nvSpPr>
            <p:cNvPr id="50" name="任意多边形: 形状 49"/>
            <p:cNvSpPr/>
            <p:nvPr/>
          </p:nvSpPr>
          <p:spPr>
            <a:xfrm>
              <a:off x="5837604" y="2857476"/>
              <a:ext cx="724619" cy="828136"/>
            </a:xfrm>
            <a:custGeom>
              <a:avLst/>
              <a:gdLst>
                <a:gd name="connsiteX0" fmla="*/ 153955 w 724618"/>
                <a:gd name="connsiteY0" fmla="*/ 632852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3086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2852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3086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6265599" y="2918703"/>
              <a:ext cx="724619" cy="828136"/>
            </a:xfrm>
            <a:custGeom>
              <a:avLst/>
              <a:gdLst>
                <a:gd name="connsiteX0" fmla="*/ 153955 w 724618"/>
                <a:gd name="connsiteY0" fmla="*/ 631859 h 828135"/>
                <a:gd name="connsiteX1" fmla="*/ 153955 w 724618"/>
                <a:gd name="connsiteY1" fmla="*/ 377470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70 h 828135"/>
                <a:gd name="connsiteX5" fmla="*/ 581949 w 724618"/>
                <a:gd name="connsiteY5" fmla="*/ 692094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1859"/>
                  </a:moveTo>
                  <a:lnTo>
                    <a:pt x="153955" y="377470"/>
                  </a:lnTo>
                  <a:cubicBezTo>
                    <a:pt x="153955" y="253761"/>
                    <a:pt x="249397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61"/>
                    <a:pt x="581949" y="377470"/>
                  </a:cubicBezTo>
                  <a:lnTo>
                    <a:pt x="581949" y="692094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6693593" y="2979932"/>
              <a:ext cx="724619" cy="828136"/>
            </a:xfrm>
            <a:custGeom>
              <a:avLst/>
              <a:gdLst>
                <a:gd name="connsiteX0" fmla="*/ 153955 w 724618"/>
                <a:gd name="connsiteY0" fmla="*/ 630866 h 828135"/>
                <a:gd name="connsiteX1" fmla="*/ 153955 w 724618"/>
                <a:gd name="connsiteY1" fmla="*/ 377467 h 828135"/>
                <a:gd name="connsiteX2" fmla="*/ 367952 w 724618"/>
                <a:gd name="connsiteY2" fmla="*/ 154169 h 828135"/>
                <a:gd name="connsiteX3" fmla="*/ 367952 w 724618"/>
                <a:gd name="connsiteY3" fmla="*/ 154169 h 828135"/>
                <a:gd name="connsiteX4" fmla="*/ 581949 w 724618"/>
                <a:gd name="connsiteY4" fmla="*/ 377467 h 828135"/>
                <a:gd name="connsiteX5" fmla="*/ 581949 w 724618"/>
                <a:gd name="connsiteY5" fmla="*/ 691088 h 82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618" h="828135">
                  <a:moveTo>
                    <a:pt x="153955" y="630866"/>
                  </a:moveTo>
                  <a:lnTo>
                    <a:pt x="153955" y="377467"/>
                  </a:lnTo>
                  <a:cubicBezTo>
                    <a:pt x="153955" y="253759"/>
                    <a:pt x="249398" y="154169"/>
                    <a:pt x="367952" y="154169"/>
                  </a:cubicBezTo>
                  <a:lnTo>
                    <a:pt x="367952" y="154169"/>
                  </a:lnTo>
                  <a:cubicBezTo>
                    <a:pt x="486506" y="154169"/>
                    <a:pt x="581949" y="253759"/>
                    <a:pt x="581949" y="377467"/>
                  </a:cubicBezTo>
                  <a:lnTo>
                    <a:pt x="581949" y="691088"/>
                  </a:lnTo>
                </a:path>
              </a:pathLst>
            </a:custGeom>
            <a:noFill/>
            <a:ln w="28575" cap="rnd">
              <a:solidFill>
                <a:srgbClr val="4D4D4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4737497" y="1877842"/>
              <a:ext cx="2691442" cy="3441940"/>
            </a:xfrm>
            <a:custGeom>
              <a:avLst/>
              <a:gdLst>
                <a:gd name="connsiteX0" fmla="*/ 2538046 w 2691441"/>
                <a:gd name="connsiteY0" fmla="*/ 1793179 h 3441939"/>
                <a:gd name="connsiteX1" fmla="*/ 2551366 w 2691441"/>
                <a:gd name="connsiteY1" fmla="*/ 2444841 h 3441939"/>
                <a:gd name="connsiteX2" fmla="*/ 862560 w 2691441"/>
                <a:gd name="connsiteY2" fmla="*/ 2977427 h 3441939"/>
                <a:gd name="connsiteX3" fmla="*/ 588806 w 2691441"/>
                <a:gd name="connsiteY3" fmla="*/ 2559680 h 3441939"/>
                <a:gd name="connsiteX4" fmla="*/ 185099 w 2691441"/>
                <a:gd name="connsiteY4" fmla="*/ 1777642 h 3441939"/>
                <a:gd name="connsiteX5" fmla="*/ 258931 w 2691441"/>
                <a:gd name="connsiteY5" fmla="*/ 1477112 h 3441939"/>
                <a:gd name="connsiteX6" fmla="*/ 258931 w 2691441"/>
                <a:gd name="connsiteY6" fmla="*/ 1477112 h 3441939"/>
                <a:gd name="connsiteX7" fmla="*/ 555753 w 2691441"/>
                <a:gd name="connsiteY7" fmla="*/ 1563347 h 3441939"/>
                <a:gd name="connsiteX8" fmla="*/ 826069 w 2691441"/>
                <a:gd name="connsiteY8" fmla="*/ 2026275 h 3441939"/>
                <a:gd name="connsiteX9" fmla="*/ 826068 w 2691441"/>
                <a:gd name="connsiteY9" fmla="*/ 1484909 h 3441939"/>
                <a:gd name="connsiteX10" fmla="*/ 826068 w 2691441"/>
                <a:gd name="connsiteY10" fmla="*/ 377469 h 3441939"/>
                <a:gd name="connsiteX11" fmla="*/ 1040066 w 2691441"/>
                <a:gd name="connsiteY11" fmla="*/ 154169 h 3441939"/>
                <a:gd name="connsiteX12" fmla="*/ 1040066 w 2691441"/>
                <a:gd name="connsiteY12" fmla="*/ 154169 h 3441939"/>
                <a:gd name="connsiteX13" fmla="*/ 1254063 w 2691441"/>
                <a:gd name="connsiteY13" fmla="*/ 377469 h 3441939"/>
                <a:gd name="connsiteX14" fmla="*/ 1254063 w 2691441"/>
                <a:gd name="connsiteY14" fmla="*/ 1612483 h 3441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1441" h="3441939">
                  <a:moveTo>
                    <a:pt x="2538046" y="1793179"/>
                  </a:moveTo>
                  <a:lnTo>
                    <a:pt x="2551366" y="2444841"/>
                  </a:lnTo>
                  <a:cubicBezTo>
                    <a:pt x="2569155" y="3315090"/>
                    <a:pt x="1435806" y="3563985"/>
                    <a:pt x="862560" y="2977427"/>
                  </a:cubicBezTo>
                  <a:cubicBezTo>
                    <a:pt x="731629" y="2843456"/>
                    <a:pt x="669991" y="2716948"/>
                    <a:pt x="588806" y="2559680"/>
                  </a:cubicBezTo>
                  <a:cubicBezTo>
                    <a:pt x="454237" y="2299000"/>
                    <a:pt x="185099" y="1777642"/>
                    <a:pt x="185099" y="1777642"/>
                  </a:cubicBezTo>
                  <a:cubicBezTo>
                    <a:pt x="123331" y="1670508"/>
                    <a:pt x="156261" y="1536472"/>
                    <a:pt x="258931" y="1477112"/>
                  </a:cubicBezTo>
                  <a:lnTo>
                    <a:pt x="258931" y="1477112"/>
                  </a:lnTo>
                  <a:cubicBezTo>
                    <a:pt x="361602" y="1417753"/>
                    <a:pt x="493985" y="1456213"/>
                    <a:pt x="555753" y="1563347"/>
                  </a:cubicBezTo>
                  <a:cubicBezTo>
                    <a:pt x="555753" y="1563347"/>
                    <a:pt x="826069" y="2044674"/>
                    <a:pt x="826069" y="2026275"/>
                  </a:cubicBezTo>
                  <a:lnTo>
                    <a:pt x="826068" y="1484909"/>
                  </a:lnTo>
                  <a:lnTo>
                    <a:pt x="826068" y="377469"/>
                  </a:lnTo>
                  <a:cubicBezTo>
                    <a:pt x="826068" y="253761"/>
                    <a:pt x="921511" y="154169"/>
                    <a:pt x="1040066" y="154169"/>
                  </a:cubicBezTo>
                  <a:lnTo>
                    <a:pt x="1040066" y="154169"/>
                  </a:lnTo>
                  <a:cubicBezTo>
                    <a:pt x="1158621" y="154169"/>
                    <a:pt x="1254063" y="253761"/>
                    <a:pt x="1254063" y="377469"/>
                  </a:cubicBezTo>
                  <a:lnTo>
                    <a:pt x="1254063" y="1612483"/>
                  </a:lnTo>
                </a:path>
              </a:pathLst>
            </a:custGeom>
            <a:noFill/>
            <a:ln w="28575" cap="flat">
              <a:solidFill>
                <a:srgbClr val="4D4D4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5061026" y="1518591"/>
              <a:ext cx="1423358" cy="931653"/>
            </a:xfrm>
            <a:custGeom>
              <a:avLst/>
              <a:gdLst>
                <a:gd name="connsiteX0" fmla="*/ 158701 w 1423358"/>
                <a:gd name="connsiteY0" fmla="*/ 787154 h 931652"/>
                <a:gd name="connsiteX1" fmla="*/ 154063 w 1423358"/>
                <a:gd name="connsiteY1" fmla="*/ 715235 h 931652"/>
                <a:gd name="connsiteX2" fmla="*/ 716536 w 1423358"/>
                <a:gd name="connsiteY2" fmla="*/ 154063 h 931652"/>
                <a:gd name="connsiteX3" fmla="*/ 1279009 w 1423358"/>
                <a:gd name="connsiteY3" fmla="*/ 715235 h 931652"/>
                <a:gd name="connsiteX4" fmla="*/ 1279009 w 1423358"/>
                <a:gd name="connsiteY4" fmla="*/ 715235 h 931652"/>
                <a:gd name="connsiteX5" fmla="*/ 1274371 w 1423358"/>
                <a:gd name="connsiteY5" fmla="*/ 787155 h 9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358" h="931652">
                  <a:moveTo>
                    <a:pt x="158701" y="787154"/>
                  </a:moveTo>
                  <a:cubicBezTo>
                    <a:pt x="155612" y="763305"/>
                    <a:pt x="154063" y="739282"/>
                    <a:pt x="154063" y="715235"/>
                  </a:cubicBezTo>
                  <a:cubicBezTo>
                    <a:pt x="154063" y="405308"/>
                    <a:pt x="405891" y="154063"/>
                    <a:pt x="716536" y="154063"/>
                  </a:cubicBezTo>
                  <a:cubicBezTo>
                    <a:pt x="1027181" y="154063"/>
                    <a:pt x="1279009" y="405308"/>
                    <a:pt x="1279009" y="715235"/>
                  </a:cubicBezTo>
                  <a:lnTo>
                    <a:pt x="1279009" y="715235"/>
                  </a:lnTo>
                  <a:cubicBezTo>
                    <a:pt x="1279009" y="739282"/>
                    <a:pt x="1277460" y="763305"/>
                    <a:pt x="1274371" y="787155"/>
                  </a:cubicBezTo>
                </a:path>
              </a:pathLst>
            </a:custGeom>
            <a:noFill/>
            <a:ln w="28575" cap="rnd">
              <a:solidFill>
                <a:srgbClr val="0573E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509008" y="4870580"/>
            <a:ext cx="5241290" cy="885825"/>
            <a:chOff x="1617469" y="5336200"/>
            <a:chExt cx="5241290" cy="885825"/>
          </a:xfrm>
        </p:grpSpPr>
        <p:grpSp>
          <p:nvGrpSpPr>
            <p:cNvPr id="3" name="组合 2"/>
            <p:cNvGrpSpPr/>
            <p:nvPr/>
          </p:nvGrpSpPr>
          <p:grpSpPr>
            <a:xfrm>
              <a:off x="1617469" y="5336200"/>
              <a:ext cx="5241290" cy="361950"/>
              <a:chOff x="1752060" y="4029914"/>
              <a:chExt cx="5241290" cy="361950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752060" y="4029914"/>
                <a:ext cx="2533649" cy="361950"/>
                <a:chOff x="1628775" y="4029914"/>
                <a:chExt cx="2676524" cy="361950"/>
              </a:xfrm>
            </p:grpSpPr>
            <p:sp>
              <p:nvSpPr>
                <p:cNvPr id="5" name="矩形: 圆角 45"/>
                <p:cNvSpPr/>
                <p:nvPr/>
              </p:nvSpPr>
              <p:spPr>
                <a:xfrm>
                  <a:off x="1793754" y="4029914"/>
                  <a:ext cx="2511545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" name="矩形: 圆角 46"/>
                <p:cNvSpPr/>
                <p:nvPr/>
              </p:nvSpPr>
              <p:spPr>
                <a:xfrm>
                  <a:off x="1628775" y="4029914"/>
                  <a:ext cx="552450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8" name="图形 4"/>
              <p:cNvGrpSpPr/>
              <p:nvPr/>
            </p:nvGrpSpPr>
            <p:grpSpPr>
              <a:xfrm>
                <a:off x="1905000" y="4075560"/>
                <a:ext cx="201061" cy="270657"/>
                <a:chOff x="6272974" y="1642396"/>
                <a:chExt cx="247650" cy="333373"/>
              </a:xfrm>
              <a:solidFill>
                <a:schemeClr val="bg1"/>
              </a:solidFill>
            </p:grpSpPr>
            <p:sp>
              <p:nvSpPr>
                <p:cNvPr id="19" name="任意多边形: 形状 43"/>
                <p:cNvSpPr/>
                <p:nvPr/>
              </p:nvSpPr>
              <p:spPr>
                <a:xfrm rot="-1356795">
                  <a:off x="6329931" y="1662936"/>
                  <a:ext cx="133537" cy="133537"/>
                </a:xfrm>
                <a:custGeom>
                  <a:avLst/>
                  <a:gdLst>
                    <a:gd name="connsiteX0" fmla="*/ 133537 w 133537"/>
                    <a:gd name="connsiteY0" fmla="*/ 66769 h 133537"/>
                    <a:gd name="connsiteX1" fmla="*/ 66769 w 133537"/>
                    <a:gd name="connsiteY1" fmla="*/ 133537 h 133537"/>
                    <a:gd name="connsiteX2" fmla="*/ 0 w 133537"/>
                    <a:gd name="connsiteY2" fmla="*/ 66769 h 133537"/>
                    <a:gd name="connsiteX3" fmla="*/ 66769 w 133537"/>
                    <a:gd name="connsiteY3" fmla="*/ 0 h 133537"/>
                    <a:gd name="connsiteX4" fmla="*/ 133537 w 133537"/>
                    <a:gd name="connsiteY4" fmla="*/ 66769 h 133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537" h="133537">
                      <a:moveTo>
                        <a:pt x="133537" y="66769"/>
                      </a:moveTo>
                      <a:cubicBezTo>
                        <a:pt x="133537" y="103644"/>
                        <a:pt x="103644" y="133537"/>
                        <a:pt x="66769" y="133537"/>
                      </a:cubicBezTo>
                      <a:cubicBezTo>
                        <a:pt x="29893" y="133537"/>
                        <a:pt x="0" y="103644"/>
                        <a:pt x="0" y="66769"/>
                      </a:cubicBezTo>
                      <a:cubicBezTo>
                        <a:pt x="0" y="29893"/>
                        <a:pt x="29893" y="0"/>
                        <a:pt x="66769" y="0"/>
                      </a:cubicBezTo>
                      <a:cubicBezTo>
                        <a:pt x="103644" y="0"/>
                        <a:pt x="133537" y="29893"/>
                        <a:pt x="133537" y="6676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任意多边形: 形状 44"/>
                <p:cNvSpPr/>
                <p:nvPr/>
              </p:nvSpPr>
              <p:spPr>
                <a:xfrm>
                  <a:off x="6272974" y="1819465"/>
                  <a:ext cx="247650" cy="156305"/>
                </a:xfrm>
                <a:custGeom>
                  <a:avLst/>
                  <a:gdLst>
                    <a:gd name="connsiteX0" fmla="*/ 123825 w 247650"/>
                    <a:gd name="connsiteY0" fmla="*/ 0 h 156305"/>
                    <a:gd name="connsiteX1" fmla="*/ 123825 w 247650"/>
                    <a:gd name="connsiteY1" fmla="*/ 0 h 156305"/>
                    <a:gd name="connsiteX2" fmla="*/ 0 w 247650"/>
                    <a:gd name="connsiteY2" fmla="*/ 123825 h 156305"/>
                    <a:gd name="connsiteX3" fmla="*/ 0 w 247650"/>
                    <a:gd name="connsiteY3" fmla="*/ 123825 h 156305"/>
                    <a:gd name="connsiteX4" fmla="*/ 32480 w 247650"/>
                    <a:gd name="connsiteY4" fmla="*/ 156305 h 156305"/>
                    <a:gd name="connsiteX5" fmla="*/ 215170 w 247650"/>
                    <a:gd name="connsiteY5" fmla="*/ 156305 h 156305"/>
                    <a:gd name="connsiteX6" fmla="*/ 247650 w 247650"/>
                    <a:gd name="connsiteY6" fmla="*/ 123825 h 156305"/>
                    <a:gd name="connsiteX7" fmla="*/ 247650 w 247650"/>
                    <a:gd name="connsiteY7" fmla="*/ 123825 h 156305"/>
                    <a:gd name="connsiteX8" fmla="*/ 123825 w 247650"/>
                    <a:gd name="connsiteY8" fmla="*/ 0 h 156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7650" h="156305">
                      <a:moveTo>
                        <a:pt x="123825" y="0"/>
                      </a:moveTo>
                      <a:lnTo>
                        <a:pt x="123825" y="0"/>
                      </a:lnTo>
                      <a:cubicBezTo>
                        <a:pt x="55436" y="0"/>
                        <a:pt x="0" y="55435"/>
                        <a:pt x="0" y="123825"/>
                      </a:cubicBezTo>
                      <a:lnTo>
                        <a:pt x="0" y="123825"/>
                      </a:lnTo>
                      <a:cubicBezTo>
                        <a:pt x="0" y="141732"/>
                        <a:pt x="14573" y="156305"/>
                        <a:pt x="32480" y="156305"/>
                      </a:cubicBezTo>
                      <a:lnTo>
                        <a:pt x="215170" y="156305"/>
                      </a:lnTo>
                      <a:cubicBezTo>
                        <a:pt x="233077" y="156305"/>
                        <a:pt x="247650" y="141732"/>
                        <a:pt x="247650" y="123825"/>
                      </a:cubicBezTo>
                      <a:lnTo>
                        <a:pt x="247650" y="123825"/>
                      </a:lnTo>
                      <a:cubicBezTo>
                        <a:pt x="247650" y="55435"/>
                        <a:pt x="192215" y="0"/>
                        <a:pt x="12382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5" name="文本框 24"/>
              <p:cNvSpPr txBox="1"/>
              <p:nvPr/>
            </p:nvSpPr>
            <p:spPr>
              <a:xfrm>
                <a:off x="2427700" y="4063569"/>
                <a:ext cx="4565650" cy="30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spc="300" dirty="0">
                    <a:cs typeface="+mn-ea"/>
                    <a:sym typeface="+mn-lt"/>
                  </a:rPr>
                  <a:t>卢思晨，郭子涵，周育民，吴顺宝，缪茂锦</a:t>
                </a:r>
                <a:endParaRPr lang="zh-CN" altLang="en-US" sz="1400" spc="3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1617469" y="5860075"/>
              <a:ext cx="2533649" cy="361950"/>
              <a:chOff x="1752060" y="4029914"/>
              <a:chExt cx="2533649" cy="361950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1752060" y="4029914"/>
                <a:ext cx="2533649" cy="361950"/>
                <a:chOff x="1628775" y="4029914"/>
                <a:chExt cx="2676524" cy="361950"/>
              </a:xfrm>
            </p:grpSpPr>
            <p:sp>
              <p:nvSpPr>
                <p:cNvPr id="57" name="矩形: 圆角 38"/>
                <p:cNvSpPr/>
                <p:nvPr/>
              </p:nvSpPr>
              <p:spPr>
                <a:xfrm>
                  <a:off x="1793754" y="4029914"/>
                  <a:ext cx="2511545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矩形: 圆角 39"/>
                <p:cNvSpPr/>
                <p:nvPr/>
              </p:nvSpPr>
              <p:spPr>
                <a:xfrm>
                  <a:off x="1628775" y="4029914"/>
                  <a:ext cx="552450" cy="36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9" name="文本框 58"/>
              <p:cNvSpPr txBox="1"/>
              <p:nvPr/>
            </p:nvSpPr>
            <p:spPr>
              <a:xfrm>
                <a:off x="2427960" y="4063438"/>
                <a:ext cx="1673290" cy="30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spc="300" dirty="0">
                    <a:cs typeface="+mn-ea"/>
                    <a:sym typeface="+mn-lt"/>
                  </a:rPr>
                  <a:t>2026.10.29</a:t>
                </a:r>
                <a:endParaRPr lang="zh-CN" altLang="en-US" sz="1400" spc="3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图形 4"/>
            <p:cNvGrpSpPr/>
            <p:nvPr/>
          </p:nvGrpSpPr>
          <p:grpSpPr>
            <a:xfrm>
              <a:off x="1782635" y="5909289"/>
              <a:ext cx="203609" cy="263521"/>
              <a:chOff x="6282499" y="4249863"/>
              <a:chExt cx="228695" cy="295989"/>
            </a:xfrm>
            <a:solidFill>
              <a:schemeClr val="bg1"/>
            </a:solidFill>
          </p:grpSpPr>
          <p:sp>
            <p:nvSpPr>
              <p:cNvPr id="61" name="任意多边形: 形状 34"/>
              <p:cNvSpPr/>
              <p:nvPr/>
            </p:nvSpPr>
            <p:spPr>
              <a:xfrm>
                <a:off x="6362700" y="4324539"/>
                <a:ext cx="68199" cy="68199"/>
              </a:xfrm>
              <a:custGeom>
                <a:avLst/>
                <a:gdLst>
                  <a:gd name="connsiteX0" fmla="*/ 34099 w 68199"/>
                  <a:gd name="connsiteY0" fmla="*/ 0 h 68199"/>
                  <a:gd name="connsiteX1" fmla="*/ 0 w 68199"/>
                  <a:gd name="connsiteY1" fmla="*/ 34100 h 68199"/>
                  <a:gd name="connsiteX2" fmla="*/ 34099 w 68199"/>
                  <a:gd name="connsiteY2" fmla="*/ 68199 h 68199"/>
                  <a:gd name="connsiteX3" fmla="*/ 68199 w 68199"/>
                  <a:gd name="connsiteY3" fmla="*/ 34100 h 68199"/>
                  <a:gd name="connsiteX4" fmla="*/ 34099 w 68199"/>
                  <a:gd name="connsiteY4" fmla="*/ 0 h 68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199" h="68199">
                    <a:moveTo>
                      <a:pt x="34099" y="0"/>
                    </a:moveTo>
                    <a:cubicBezTo>
                      <a:pt x="15335" y="0"/>
                      <a:pt x="0" y="15240"/>
                      <a:pt x="0" y="34100"/>
                    </a:cubicBezTo>
                    <a:cubicBezTo>
                      <a:pt x="0" y="52864"/>
                      <a:pt x="15240" y="68199"/>
                      <a:pt x="34099" y="68199"/>
                    </a:cubicBezTo>
                    <a:cubicBezTo>
                      <a:pt x="52864" y="68199"/>
                      <a:pt x="68199" y="52959"/>
                      <a:pt x="68199" y="34100"/>
                    </a:cubicBezTo>
                    <a:cubicBezTo>
                      <a:pt x="68199" y="15335"/>
                      <a:pt x="52959" y="0"/>
                      <a:pt x="34099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35"/>
              <p:cNvSpPr/>
              <p:nvPr/>
            </p:nvSpPr>
            <p:spPr>
              <a:xfrm>
                <a:off x="6282499" y="4249863"/>
                <a:ext cx="228695" cy="295989"/>
              </a:xfrm>
              <a:custGeom>
                <a:avLst/>
                <a:gdLst>
                  <a:gd name="connsiteX0" fmla="*/ 114300 w 228695"/>
                  <a:gd name="connsiteY0" fmla="*/ 0 h 295989"/>
                  <a:gd name="connsiteX1" fmla="*/ 0 w 228695"/>
                  <a:gd name="connsiteY1" fmla="*/ 114300 h 295989"/>
                  <a:gd name="connsiteX2" fmla="*/ 107633 w 228695"/>
                  <a:gd name="connsiteY2" fmla="*/ 292989 h 295989"/>
                  <a:gd name="connsiteX3" fmla="*/ 121063 w 228695"/>
                  <a:gd name="connsiteY3" fmla="*/ 292989 h 295989"/>
                  <a:gd name="connsiteX4" fmla="*/ 228695 w 228695"/>
                  <a:gd name="connsiteY4" fmla="*/ 114300 h 295989"/>
                  <a:gd name="connsiteX5" fmla="*/ 114300 w 228695"/>
                  <a:gd name="connsiteY5" fmla="*/ 0 h 295989"/>
                  <a:gd name="connsiteX6" fmla="*/ 114300 w 228695"/>
                  <a:gd name="connsiteY6" fmla="*/ 165259 h 295989"/>
                  <a:gd name="connsiteX7" fmla="*/ 57817 w 228695"/>
                  <a:gd name="connsiteY7" fmla="*/ 108776 h 295989"/>
                  <a:gd name="connsiteX8" fmla="*/ 114300 w 228695"/>
                  <a:gd name="connsiteY8" fmla="*/ 52292 h 295989"/>
                  <a:gd name="connsiteX9" fmla="*/ 170783 w 228695"/>
                  <a:gd name="connsiteY9" fmla="*/ 108776 h 295989"/>
                  <a:gd name="connsiteX10" fmla="*/ 114300 w 228695"/>
                  <a:gd name="connsiteY10" fmla="*/ 165259 h 295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8695" h="295989">
                    <a:moveTo>
                      <a:pt x="114300" y="0"/>
                    </a:moveTo>
                    <a:cubicBezTo>
                      <a:pt x="51149" y="0"/>
                      <a:pt x="0" y="51149"/>
                      <a:pt x="0" y="114300"/>
                    </a:cubicBezTo>
                    <a:cubicBezTo>
                      <a:pt x="0" y="168116"/>
                      <a:pt x="83058" y="265462"/>
                      <a:pt x="107633" y="292989"/>
                    </a:cubicBezTo>
                    <a:cubicBezTo>
                      <a:pt x="111252" y="296989"/>
                      <a:pt x="117443" y="296989"/>
                      <a:pt x="121063" y="292989"/>
                    </a:cubicBezTo>
                    <a:cubicBezTo>
                      <a:pt x="145542" y="265462"/>
                      <a:pt x="228695" y="168116"/>
                      <a:pt x="228695" y="114300"/>
                    </a:cubicBezTo>
                    <a:cubicBezTo>
                      <a:pt x="228600" y="51149"/>
                      <a:pt x="177451" y="0"/>
                      <a:pt x="114300" y="0"/>
                    </a:cubicBezTo>
                    <a:close/>
                    <a:moveTo>
                      <a:pt x="114300" y="165259"/>
                    </a:moveTo>
                    <a:cubicBezTo>
                      <a:pt x="83153" y="165259"/>
                      <a:pt x="57817" y="139922"/>
                      <a:pt x="57817" y="108776"/>
                    </a:cubicBezTo>
                    <a:cubicBezTo>
                      <a:pt x="57817" y="77629"/>
                      <a:pt x="83153" y="52292"/>
                      <a:pt x="114300" y="52292"/>
                    </a:cubicBezTo>
                    <a:cubicBezTo>
                      <a:pt x="145447" y="52292"/>
                      <a:pt x="170783" y="77629"/>
                      <a:pt x="170783" y="108776"/>
                    </a:cubicBezTo>
                    <a:cubicBezTo>
                      <a:pt x="170879" y="139922"/>
                      <a:pt x="145542" y="165259"/>
                      <a:pt x="114300" y="16525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600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3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4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5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6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7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8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9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0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1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2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3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4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5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6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7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8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19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0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1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2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3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4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5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6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7.xml><?xml version="1.0" encoding="utf-8"?>
<p:tagLst xmlns:p="http://schemas.openxmlformats.org/presentationml/2006/main">
  <p:tag name="KSO_WM_DIAGRAM_VIRTUALLY_FRAME" val="{&quot;height&quot;:171.65653543307084,&quot;left&quot;:98.56826771653543,&quot;top&quot;:231.31866141732286,&quot;width&quot;:738.3679527559055}"/>
</p:tagLst>
</file>

<file path=ppt/tags/tag28.xml><?xml version="1.0" encoding="utf-8"?>
<p:tagLst xmlns:p="http://schemas.openxmlformats.org/presentationml/2006/main">
  <p:tag name="TABLE_ENDDRAG_ORIGIN_RECT" val="599*263"/>
  <p:tag name="TABLE_ENDDRAG_RECT" val="21*196*599*263"/>
</p:tagLst>
</file>

<file path=ppt/tags/tag29.xml><?xml version="1.0" encoding="utf-8"?>
<p:tagLst xmlns:p="http://schemas.openxmlformats.org/presentationml/2006/main">
  <p:tag name="TABLE_ENDDRAG_ORIGIN_RECT" val="452*266"/>
  <p:tag name="TABLE_ENDDRAG_RECT" val="458*218*452*266"/>
</p:tagLst>
</file>

<file path=ppt/tags/tag30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1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2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3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4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5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6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7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8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39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0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1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2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3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4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5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6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7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8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49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0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1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2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3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4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5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6.xml><?xml version="1.0" encoding="utf-8"?>
<p:tagLst xmlns:p="http://schemas.openxmlformats.org/presentationml/2006/main">
  <p:tag name="KSO_WM_DIAGRAM_VIRTUALLY_FRAME" val="{&quot;height&quot;:171.65653543307084,&quot;left&quot;:165.30409448818898,&quot;top&quot;:231.31866141732286,&quot;width&quot;:687.1802362204724}"/>
</p:tagLst>
</file>

<file path=ppt/tags/tag57.xml><?xml version="1.0" encoding="utf-8"?>
<p:tagLst xmlns:p="http://schemas.openxmlformats.org/presentationml/2006/main">
  <p:tag name="TABLE_ENDDRAG_ORIGIN_RECT" val="779*315"/>
  <p:tag name="TABLE_ENDDRAG_RECT" val="68*99*779*315"/>
</p:tagLst>
</file>

<file path=ppt/tags/tag58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59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0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1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2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3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60.8,&quot;left&quot;:31.5,&quot;top&quot;:129.65,&quot;width&quot;:915.55}"/>
</p:tagLst>
</file>

<file path=ppt/tags/tag65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6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7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8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69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70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71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72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73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74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7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60.8,&quot;left&quot;:31.5,&quot;top&quot;:129.65,&quot;width&quot;:915.55}"/>
</p:tagLst>
</file>

<file path=ppt/tags/tag76.xml><?xml version="1.0" encoding="utf-8"?>
<p:tagLst xmlns:p="http://schemas.openxmlformats.org/presentationml/2006/main">
  <p:tag name="KSO_WM_DIAGRAM_VIRTUALLY_FRAME" val="{&quot;height&quot;:360.8,&quot;left&quot;:31.5,&quot;top&quot;:129.65,&quot;width&quot;:915.55}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9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0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1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2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3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4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5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6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7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8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89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90.xml><?xml version="1.0" encoding="utf-8"?>
<p:tagLst xmlns:p="http://schemas.openxmlformats.org/presentationml/2006/main">
  <p:tag name="KSO_WM_DIAGRAM_VIRTUALLY_FRAME" val="{&quot;height&quot;:401.0384251968504,&quot;left&quot;:480,&quot;top&quot;:101.29724409448819,&quot;width&quot;:388.2061417322835}"/>
</p:tagLst>
</file>

<file path=ppt/tags/tag91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2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3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4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5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6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7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8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99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0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1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2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3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4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5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6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7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8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09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0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1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2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3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4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5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6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7.xml><?xml version="1.0" encoding="utf-8"?>
<p:tagLst xmlns:p="http://schemas.openxmlformats.org/presentationml/2006/main">
  <p:tag name="KSO_WM_DIAGRAM_VIRTUALLY_FRAME" val="{&quot;height&quot;:168.53157480314957,&quot;left&quot;:98.56826771653543,&quot;top&quot;:255.26897637795273,&quot;width&quot;:738.3679527559055}"/>
</p:tagLst>
</file>

<file path=ppt/tags/tag118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19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0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1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2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3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4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5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6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7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8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29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0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1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2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3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4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5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6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7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8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39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40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41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42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43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ags/tag144.xml><?xml version="1.0" encoding="utf-8"?>
<p:tagLst xmlns:p="http://schemas.openxmlformats.org/presentationml/2006/main">
  <p:tag name="KSO_WM_DIAGRAM_VIRTUALLY_FRAME" val="{&quot;height&quot;:166.50362204724405,&quot;left&quot;:165.30409448818898,&quot;top&quot;:255.26897637795273,&quot;width&quot;:687.1802362204724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bep4fux">
      <a:majorFont>
        <a:latin typeface="汉仪雅酷黑 75W"/>
        <a:ea typeface="汉仪雅酷黑 75W"/>
        <a:cs typeface=""/>
      </a:majorFont>
      <a:minorFont>
        <a:latin typeface="汉仪雅酷黑 75W"/>
        <a:ea typeface="汉仪雅酷黑 75W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5628</Words>
  <Application>WPS 演示</Application>
  <PresentationFormat>宽屏</PresentationFormat>
  <Paragraphs>816</Paragraphs>
  <Slides>32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宋体</vt:lpstr>
      <vt:lpstr>Wingdings</vt:lpstr>
      <vt:lpstr>汉仪雅酷黑 45W</vt:lpstr>
      <vt:lpstr>汉仪雅酷黑 75W</vt:lpstr>
      <vt:lpstr>微软雅黑</vt:lpstr>
      <vt:lpstr>Arial Unicode MS</vt:lpstr>
      <vt:lpstr>等线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彼岸花开彼岸</cp:lastModifiedBy>
  <cp:revision>120</cp:revision>
  <dcterms:created xsi:type="dcterms:W3CDTF">2026-10-28T12:01:00Z</dcterms:created>
  <dcterms:modified xsi:type="dcterms:W3CDTF">2026-10-29T01:40:29Z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KSOTemplateUUID">
    <vt:lpwstr>v1.0_mb_X+tsPeWAtlhQsxKPtMphiQ==</vt:lpwstr>
  </property>
  <property fmtid="{D5CDD505-2E9C-101B-9397-08002B2CF9AE}" pid="4" name="ICV">
    <vt:lpwstr>73F45FC8A3D84D308CE016E3E10D2BF1_13</vt:lpwstr>
  </property>
</Properties>
</file>