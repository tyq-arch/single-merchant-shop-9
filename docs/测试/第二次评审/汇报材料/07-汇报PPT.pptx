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9DC3E6"/>
                </a:solidFill>
                <a:latin typeface="微软雅黑"/>
                <a:ea typeface="微软雅黑"/>
              </a:rPr>
              <a:t>第 2 次阶段性评审 · 测试岗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挑战A 落地后的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新增功能测试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9DC3E6"/>
                </a:solidFill>
                <a:latin typeface="微软雅黑"/>
                <a:ea typeface="微软雅黑"/>
              </a:rPr>
              <a:t>114 条用例 · 0 假通过 · 7 项发现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8C9EB8"/>
                </a:solidFill>
                <a:latin typeface="微软雅黑"/>
                <a:ea typeface="微软雅黑"/>
              </a:rPr>
              <a:t>全部材料索引：第2次评审测试/README.md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2F3"/>
                </a:solidFill>
                <a:latin typeface="微软雅黑"/>
                <a:ea typeface="微软雅黑"/>
              </a:rPr>
              <a:t>汇报人：缪茂锦（成员 4 · 测试岗）｜第九组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D9E2F3"/>
                </a:solidFill>
                <a:latin typeface="微软雅黑"/>
                <a:ea typeface="微软雅黑"/>
              </a:rPr>
              <a:t>代码版本：main = 8d10723　｜　2026-10-28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/>
                <a:ea typeface="微软雅黑"/>
              </a:rPr>
              <a:t>01　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/>
                <a:ea typeface="微软雅黑"/>
              </a:rPr>
              <a:t>这周的变化是架构级的，不是小修小补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20745945600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/>
                <a:ea typeface="微软雅黑"/>
              </a:rPr>
              <a:t>材料：更新汇总/00-本周更新总览.md ＋ 01-需求更新.md ＋ 02-前端更新.md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3566160" cy="3200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91640"/>
            <a:ext cx="356616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74519"/>
            <a:ext cx="3200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前端完全重写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77440"/>
            <a:ext cx="320040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C55A11"/>
                </a:solidFill>
                <a:latin typeface="微软雅黑"/>
                <a:ea typeface="微软雅黑"/>
              </a:rPr>
              <a:t>19 个视图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017520"/>
            <a:ext cx="320040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口令码相关页面全部删除，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改为客户注册登录、商品列表、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我的意向、我的订单、客户台账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691640"/>
            <a:ext cx="3566160" cy="3200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691640"/>
            <a:ext cx="356616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874519"/>
            <a:ext cx="3200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新增 Java 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377440"/>
            <a:ext cx="320040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C55A11"/>
                </a:solidFill>
                <a:latin typeface="微软雅黑"/>
                <a:ea typeface="微软雅黑"/>
              </a:rPr>
              <a:t>45 文件 / 39 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017520"/>
            <a:ext cx="320040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Spring Boot 2.7.18 + SQLite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41 个 Java 源文件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旧 Python 后端前端已不再调用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1691640"/>
            <a:ext cx="3566160" cy="3200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1691640"/>
            <a:ext cx="356616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874519"/>
            <a:ext cx="3200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密码策略升级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377440"/>
            <a:ext cx="320040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C55A11"/>
                </a:solidFill>
                <a:latin typeface="微软雅黑"/>
                <a:ea typeface="微软雅黑"/>
              </a:rPr>
              <a:t>≥8 位 + 3 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3017520"/>
            <a:ext cx="320040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大写 / 小写 / 数字 / 特殊字符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至少占 3 类（需求 C-29）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客户注册、客户改密、卖家改密三处入口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166360"/>
            <a:ext cx="110642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166360"/>
            <a:ext cx="54864" cy="6583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257800"/>
            <a:ext cx="1074420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3864"/>
                </a:solidFill>
                <a:latin typeface="微软雅黑"/>
                <a:ea typeface="微软雅黑"/>
              </a:rPr>
              <a:t>所以我这周测的，是这个全新的挑战A 版本——不是上一版的增量回归。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/>
                <a:ea typeface="微软雅黑"/>
              </a:rPr>
              <a:t>02　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/>
                <a:ea typeface="微软雅黑"/>
              </a:rPr>
              <a:t>三批测试，一共 114 条用例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20745945600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/>
                <a:ea typeface="微软雅黑"/>
              </a:rPr>
              <a:t>材料：测试材料/01-测试用例总表.xlsx（用例总览页）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91640"/>
          <a:ext cx="11064237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298"/>
                <a:gridCol w="1164656"/>
                <a:gridCol w="1552875"/>
                <a:gridCol w="4270408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批次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方式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用例数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第一批　11 位手机号校验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自动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23 通过 / 9 前后端不一致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第二批　挑战A 功能验证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自动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39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39 通过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第二批　边界与异常对抗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自动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20 通过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第三批　浏览器手工走查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手动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23（25 次）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25 次符合预期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116 条执行记录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343400"/>
            <a:ext cx="2615184" cy="1051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343400"/>
            <a:ext cx="54864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53128"/>
            <a:ext cx="234086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/>
                <a:ea typeface="微软雅黑"/>
              </a:rPr>
              <a:t>114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46904"/>
            <a:ext cx="2340864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用例总数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343400"/>
            <a:ext cx="2615184" cy="1051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4343400"/>
            <a:ext cx="54864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4453128"/>
            <a:ext cx="234086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2E75B6"/>
                </a:solidFill>
                <a:latin typeface="微软雅黑"/>
                <a:ea typeface="微软雅黑"/>
              </a:rPr>
              <a:t>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4946904"/>
            <a:ext cx="2340864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自动用例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4343400"/>
            <a:ext cx="2615184" cy="1051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4343400"/>
            <a:ext cx="54864" cy="105156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4453128"/>
            <a:ext cx="234086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55A11"/>
                </a:solidFill>
                <a:latin typeface="微软雅黑"/>
                <a:ea typeface="微软雅黑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4946904"/>
            <a:ext cx="2340864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手动用例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15984" y="4343400"/>
            <a:ext cx="2615184" cy="1051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15984" y="4343400"/>
            <a:ext cx="54864" cy="105156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4453128"/>
            <a:ext cx="234086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548235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4946904"/>
            <a:ext cx="2340864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已知假通过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/>
                <a:ea typeface="微软雅黑"/>
              </a:rPr>
              <a:t>03　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/>
                <a:ea typeface="微软雅黑"/>
              </a:rPr>
              <a:t>黑盒 + 真实进程 + 预期来自需求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20745945600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/>
                <a:ea typeface="微软雅黑"/>
              </a:rPr>
              <a:t>材料：测试材料/02-测试报告.md 第二节 ＋ 测试脚本/README.md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37360"/>
            <a:ext cx="169164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56232"/>
            <a:ext cx="1691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黑盒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8568" y="1737360"/>
            <a:ext cx="9372600" cy="56692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1828800"/>
            <a:ext cx="9052560" cy="4114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只通过 HTTP 接口观察，不 mock、不注入、不读内部状态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50592"/>
            <a:ext cx="169164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569464"/>
            <a:ext cx="1691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真实进程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58568" y="2450592"/>
            <a:ext cx="9372600" cy="56692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0592" y="2542032"/>
            <a:ext cx="9052560" cy="4114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真 Spring Boot 进程 + 真 SQLite 落库，走完整 路由→鉴权→校验→业务→持久化 链路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163824"/>
            <a:ext cx="169164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282696"/>
            <a:ext cx="1691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预期来自需求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58568" y="3163824"/>
            <a:ext cx="9372600" cy="56692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0592" y="3255264"/>
            <a:ext cx="9052560" cy="4114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断言值取自 C-xx / FR-xxx / NFR-xxx，不是先读代码再抄行为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877056"/>
            <a:ext cx="169164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995928"/>
            <a:ext cx="1691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证据可复核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58568" y="3877056"/>
            <a:ext cx="9372600" cy="56692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0592" y="3968496"/>
            <a:ext cx="9052560" cy="4114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每条留下原始响应，第三方可用同样请求体重放比对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90288"/>
            <a:ext cx="1691640" cy="5669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709160"/>
            <a:ext cx="1691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可重复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58568" y="4590288"/>
            <a:ext cx="9372600" cy="56692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2" y="4681728"/>
            <a:ext cx="9052560" cy="4114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每轮清空数据库 + 数据带时间戳后缀，两次运行结果一致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440680"/>
            <a:ext cx="110642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440680"/>
            <a:ext cx="54864" cy="6583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532120"/>
            <a:ext cx="1074420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3864"/>
                </a:solidFill>
                <a:latin typeface="微软雅黑"/>
                <a:ea typeface="微软雅黑"/>
              </a:rPr>
              <a:t>关键一句：如果先读代码、再把代码行为写成「预期」，测试就退化成复述实现——永远 100% 通过，却毫无价值。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/>
                <a:ea typeface="微软雅黑"/>
              </a:rPr>
              <a:t>04　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/>
                <a:ea typeface="微软雅黑"/>
              </a:rPr>
              <a:t>挑战A 功能：59 条全部通过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20745945600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/>
                <a:ea typeface="微软雅黑"/>
              </a:rPr>
              <a:t>材料：测试材料/02-测试报告.md 第四节 ＋ 测试脚本/证据/challengeA-20261028-194546.json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37360"/>
            <a:ext cx="3553968" cy="1188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54864" cy="118872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47088"/>
            <a:ext cx="327964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548235"/>
                </a:solidFill>
                <a:latin typeface="微软雅黑"/>
                <a:ea typeface="微软雅黑"/>
              </a:rPr>
              <a:t>59 / 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40864"/>
            <a:ext cx="3279648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挑战A 自动用例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2064" y="1737360"/>
            <a:ext cx="3553968" cy="1188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2064" y="1737360"/>
            <a:ext cx="54864" cy="118872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6656" y="1847088"/>
            <a:ext cx="327964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548235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656" y="2340864"/>
            <a:ext cx="3279648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通过率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7200" y="1737360"/>
            <a:ext cx="3553968" cy="1188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1737360"/>
            <a:ext cx="54864" cy="118872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1792" y="1847088"/>
            <a:ext cx="327964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548235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1792" y="2340864"/>
            <a:ext cx="3279648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新增失败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3200400"/>
          <a:ext cx="1106423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362"/>
                <a:gridCol w="1185454"/>
                <a:gridCol w="5136968"/>
                <a:gridCol w="1185454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模块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条数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模块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条数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密码强度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队列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客户账号 / 访问控制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交易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多商品 / 库存 / 类别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售罄作废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边界与异常对抗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价格边界（含 BUG-001 回归）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566928" y="5349240"/>
            <a:ext cx="110642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349240"/>
            <a:ext cx="54864" cy="6583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440680"/>
            <a:ext cx="1074420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3864"/>
                </a:solidFill>
                <a:latin typeface="微软雅黑"/>
                <a:ea typeface="微软雅黑"/>
              </a:rPr>
              <a:t>旧缺陷 BUG-001 已修复：price=0.001 现在返回 422 正常拒绝，不再 500。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/>
                <a:ea typeface="微软雅黑"/>
              </a:rPr>
              <a:t>05　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/>
                <a:ea typeface="微软雅黑"/>
              </a:rPr>
              <a:t>但更重要的，是发现 7 个问题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20745945600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/>
                <a:ea typeface="微软雅黑"/>
              </a:rPr>
              <a:t>材料：测试材料/02-测试报告.md 第六节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91640"/>
          <a:ext cx="1106424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950976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问题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严重度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团队自己的集成测试编译不过：queueHead 重复定义，mvn test 必然失败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需求文档 C-29 / C-30 各出现两次，含义不同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商品状态少一个「草稿」：需求 5 态，代码 4 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卖家种子密码 seller123 改密后无法回退（不满足新强度策略）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schema.sql 商品 status 缺 CHECK 约束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前端密码规则落后后端：前端查 6 位，后端要 8 位 + 3 类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我自己的一条用例标题写错（K02），审计时发现并已改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55A11"/>
                </a:solidFill>
                <a:latin typeface="微软雅黑"/>
                <a:ea typeface="微软雅黑"/>
              </a:rPr>
              <a:t>问题 1 最严重，下一页单独讲。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/>
                <a:ea typeface="微软雅黑"/>
              </a:rPr>
              <a:t>05　发现 · 最严重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/>
                <a:ea typeface="微软雅黑"/>
              </a:rPr>
              <a:t>问题 1：团队自己的集成测试编译不过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20745945600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/>
                <a:ea typeface="微软雅黑"/>
              </a:rPr>
              <a:t>材料：测试材料/02-测试报告.md 第六节 · 问题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868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[ERROR] BackendIntegrationTest.java:[533,20]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        已在类 com.shop.BackendIntegrationTest 中定义了方法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C00000"/>
                </a:solidFill>
                <a:latin typeface="微软雅黑"/>
                <a:ea typeface="微软雅黑"/>
              </a:rPr>
              <a:t>        queueHead(java.lang.String,java.lang.String)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606040"/>
          <a:ext cx="548639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9528"/>
                <a:gridCol w="1503123"/>
                <a:gridCol w="1803747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版本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queueHead 定义次数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f856f60^（提交前）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 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正常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f856f60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 次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正常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fa8c4e0（10-25 23:11）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 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★ 就是这次新增了一遍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8d10723（最新）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 次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仍未修复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55080" y="2606040"/>
            <a:ext cx="1188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E75B6"/>
                </a:solidFill>
                <a:latin typeface="微软雅黑"/>
                <a:ea typeface="微软雅黑"/>
              </a:rPr>
              <a:t>两处定义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606040"/>
            <a:ext cx="41605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L216–220 与 L529–537，函数体完全相同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108960"/>
            <a:ext cx="1188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E75B6"/>
                </a:solidFill>
                <a:latin typeface="微软雅黑"/>
                <a:ea typeface="微软雅黑"/>
              </a:rPr>
              <a:t>后果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41605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mvn test 必然失败 → 那套 34 KB 集成测试一条都跑不了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611880"/>
            <a:ext cx="1188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E75B6"/>
                </a:solidFill>
                <a:latin typeface="微软雅黑"/>
                <a:ea typeface="微软雅黑"/>
              </a:rPr>
              <a:t>根因推断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611880"/>
            <a:ext cx="41605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4 分钟 5 个提交、信息都是 Update Xxx.java → GitHub 网页编辑器，无本地编译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114800"/>
            <a:ext cx="1188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E75B6"/>
                </a:solidFill>
                <a:latin typeface="微软雅黑"/>
                <a:ea typeface="微软雅黑"/>
              </a:rPr>
              <a:t>修复验证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114800"/>
            <a:ext cx="41605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262626"/>
                </a:solidFill>
                <a:latin typeface="微软雅黑"/>
                <a:ea typeface="微软雅黑"/>
              </a:rPr>
              <a:t>删掉 L529–537 后 mvn test-compile → BUILD SUCCESS；已 git checkout 还原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800600"/>
            <a:ext cx="110642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800600"/>
            <a:ext cx="54864" cy="6583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892040"/>
            <a:ext cx="1074420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3864"/>
                </a:solidFill>
                <a:latin typeface="微软雅黑"/>
                <a:ea typeface="微软雅黑"/>
              </a:rPr>
              <a:t>团队以为自己有自动化回归，其实没有——我的功能测试是独立脚本，不依赖它。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669280"/>
            <a:ext cx="11064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它不在运行时行为里，但主程序不受影响：主代码 41 个 Java 文件编译通过，坏的只是测试代码。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/>
                <a:ea typeface="微软雅黑"/>
              </a:rPr>
              <a:t>06　手动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/>
                <a:ea typeface="微软雅黑"/>
              </a:rPr>
              <a:t>23 项手动走查：脚本测不到的三件事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20745945600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/>
                <a:ea typeface="微软雅黑"/>
              </a:rPr>
              <a:t>材料：测试材料/03-手动测试指南.md ＋ 测试脚本/证据/manual-20261028-204109.json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3553968" cy="10058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91640"/>
            <a:ext cx="54864" cy="10058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327964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55A11"/>
                </a:solidFill>
                <a:latin typeface="微软雅黑"/>
                <a:ea typeface="微软雅黑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95144"/>
            <a:ext cx="3279648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手动用例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2064" y="1691640"/>
            <a:ext cx="3553968" cy="10058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2064" y="1691640"/>
            <a:ext cx="54864" cy="10058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6656" y="1801368"/>
            <a:ext cx="327964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55A11"/>
                </a:solidFill>
                <a:latin typeface="微软雅黑"/>
                <a:ea typeface="微软雅黑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656" y="2295144"/>
            <a:ext cx="3279648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执行次数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7200" y="1691640"/>
            <a:ext cx="3553968" cy="10058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1691640"/>
            <a:ext cx="54864" cy="10058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1792" y="1801368"/>
            <a:ext cx="3279648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548235"/>
                </a:solidFill>
                <a:latin typeface="微软雅黑"/>
                <a:ea typeface="微软雅黑"/>
              </a:rP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1792" y="2295144"/>
            <a:ext cx="3279648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符合预期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2971800"/>
          <a:ext cx="1106423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脚本测不到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手动怎么看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页面能不能打开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19 个路由逐个点，确认不白屏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提示文案是否可读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看红字是不是人话、有没有暴露技术细节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跳转链路是否通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注册 → 登录 → 浏览 → 下单 → 我的意向，整条走通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66928" y="4800600"/>
            <a:ext cx="110642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限制：通过接口模拟界面操作执行，未真的在浏览器点击；TC-P16 / P17 两条界面行为仍需人工确认。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394960"/>
            <a:ext cx="110642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394960"/>
            <a:ext cx="54864" cy="65836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486400"/>
            <a:ext cx="1074420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3864"/>
                </a:solidFill>
                <a:latin typeface="微软雅黑"/>
                <a:ea typeface="微软雅黑"/>
              </a:rPr>
              <a:t>手动还确认了问题 6：注册填 6 位强密码 Ab1!ab，前端放行、后端返回 422 长度不足。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/>
                <a:ea typeface="微软雅黑"/>
              </a:rPr>
              <a:t>07　自审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/>
                <a:ea typeface="微软雅黑"/>
              </a:rPr>
              <a:t>过程审计：116 条，已知假通过 0 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20745945600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/>
                <a:ea typeface="微软雅黑"/>
              </a:rPr>
              <a:t>材料：测试材料/04-测试过程审计.xlsx（逐条审计页）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10642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62626"/>
                </a:solidFill>
                <a:latin typeface="微软雅黑"/>
                <a:ea typeface="微软雅黑"/>
              </a:rPr>
              <a:t>为什么做这个审计：59 条 100% 通过，我自己也不放心，干脆把每条原始输出摊开查。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03120"/>
            <a:ext cx="210312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221992"/>
            <a:ext cx="21031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① 摊开原始响应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2103120"/>
            <a:ext cx="8961120" cy="5486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212848"/>
            <a:ext cx="8686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不看结论列，看脚本落盘的 JSON 原文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761488"/>
            <a:ext cx="210312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880360"/>
            <a:ext cx="21031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② 判定断言强度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0048" y="2761488"/>
            <a:ext cx="8961120" cy="5486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2871216"/>
            <a:ext cx="8686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只断言状态码 = 弱；校验了字段值 = 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419856"/>
            <a:ext cx="210312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538728"/>
            <a:ext cx="21031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③ 弱断言强化复验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0048" y="3419856"/>
            <a:ext cx="8961120" cy="54864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3529584"/>
            <a:ext cx="8686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200 要有真实载荷、4xx 错误码语义要对、预期提到的状态值必须真出现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160520"/>
            <a:ext cx="2051913" cy="914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160520"/>
            <a:ext cx="54864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70248"/>
            <a:ext cx="1777593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F3864"/>
                </a:solidFill>
                <a:latin typeface="微软雅黑"/>
                <a:ea typeface="微软雅黑"/>
              </a:rPr>
              <a:t>116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64024"/>
            <a:ext cx="1777593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审计记录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20009" y="4160520"/>
            <a:ext cx="2051913" cy="914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20009" y="4160520"/>
            <a:ext cx="54864" cy="9144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84601" y="4270248"/>
            <a:ext cx="1777593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548235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84601" y="4764024"/>
            <a:ext cx="1777593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已知假通过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3090" y="4160520"/>
            <a:ext cx="2051913" cy="914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73090" y="4160520"/>
            <a:ext cx="54864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7682" y="4270248"/>
            <a:ext cx="1777593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2E75B6"/>
                </a:solidFill>
                <a:latin typeface="微软雅黑"/>
                <a:ea typeface="微软雅黑"/>
              </a:rPr>
              <a:t>46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7682" y="4764024"/>
            <a:ext cx="1777593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弱断言经复验通过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26171" y="4160520"/>
            <a:ext cx="2051913" cy="914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26171" y="4160520"/>
            <a:ext cx="54864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0763" y="4270248"/>
            <a:ext cx="1777593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2E75B6"/>
                </a:solidFill>
                <a:latin typeface="微软雅黑"/>
                <a:ea typeface="微软雅黑"/>
              </a:rPr>
              <a:t>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0763" y="4764024"/>
            <a:ext cx="1777593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强断言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79252" y="4160520"/>
            <a:ext cx="2051913" cy="9144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79252" y="4160520"/>
            <a:ext cx="54864" cy="9144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43844" y="4270248"/>
            <a:ext cx="1777593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C55A11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43844" y="4764024"/>
            <a:ext cx="1777593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需浏览器验证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5394960"/>
            <a:ext cx="110642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5394960"/>
            <a:ext cx="54864" cy="6583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486400"/>
            <a:ext cx="1074420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3864"/>
                </a:solidFill>
                <a:latin typeface="微软雅黑"/>
                <a:ea typeface="微软雅黑"/>
              </a:rPr>
              <a:t>审计脚本第一版还用「响应体长度 &gt; 30」判 200，把 B08、K02 两条短而合法的响应误报成假通过；核实后改为 JSON 语义判断。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/>
                <a:ea typeface="微软雅黑"/>
              </a:rPr>
              <a:t>08　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/>
                <a:ea typeface="微软雅黑"/>
              </a:rPr>
              <a:t>我是怎么用 AI 的：当手，不当脑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20745945600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/>
                <a:ea typeface="微软雅黑"/>
              </a:rPr>
              <a:t>材料：过程记录/AI出错与修正记录.md ＋ 测试脚本/修正补丁/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371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我让它做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645920"/>
            <a:ext cx="429768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写测试脚本、批量发请求、记录响应、生成表格文档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67712"/>
            <a:ext cx="1371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</a:rPr>
              <a:t>我不让它做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267712"/>
            <a:ext cx="429768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定预期值、判断通过与否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926080"/>
            <a:ext cx="5760720" cy="47548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926080"/>
            <a:ext cx="54864" cy="47548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017520"/>
            <a:ext cx="5486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预期我定：预期值从需求条款读，不让 AI 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93008"/>
            <a:ext cx="5760720" cy="47548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493008"/>
            <a:ext cx="54864" cy="47548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584448"/>
            <a:ext cx="5486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结果我核：每条都调原始响应看，不看它总结的结论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059936"/>
            <a:ext cx="5760720" cy="47548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059936"/>
            <a:ext cx="54864" cy="47548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151376"/>
            <a:ext cx="5486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62626"/>
                </a:solidFill>
                <a:latin typeface="微软雅黑"/>
                <a:ea typeface="微软雅黑"/>
              </a:rPr>
              <a:t>出错我记：这次一共 23 处，全部落档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537960" y="1645920"/>
          <a:ext cx="51206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AI 出的错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我是怎么发现的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E02 文案写错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自查逻辑矛盾：12345 是纯数字，怎么会报「只能输入数字」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E06 假失败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看响应体，发现是首次提交成功——是用例写反了，不是系统错</a:t>
                      </a:r>
                    </a:p>
                  </a:txBody>
                  <a:tcPr marL="73152" marR="73152" marT="27432" marB="27432" anchor="ctr">
                    <a:solidFill>
                      <a:srgbClr val="E8EF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E21 八条同时失败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报错都是「必须选二级类别」可我明明传了 id → 怀疑脚本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537960" y="4069080"/>
            <a:ext cx="51206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7960" y="4069080"/>
            <a:ext cx="54864" cy="65836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60520"/>
            <a:ext cx="480060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3864"/>
                </a:solidFill>
                <a:latin typeface="微软雅黑"/>
                <a:ea typeface="微软雅黑"/>
              </a:rPr>
              <a:t>共同点：它报出来的结果，我一条都没有直接采信。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029200"/>
            <a:ext cx="11064240" cy="658368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5029200"/>
            <a:ext cx="54864" cy="658368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120640"/>
            <a:ext cx="1074420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F3864"/>
                </a:solidFill>
                <a:latin typeface="微软雅黑"/>
                <a:ea typeface="微软雅黑"/>
              </a:rPr>
              <a:t>这次真正有价值的不是 59 条全过，而是我知道哪些地方可能是假的、并且去查了。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E75B6"/>
                </a:solidFill>
                <a:latin typeface="微软雅黑"/>
                <a:ea typeface="微软雅黑"/>
              </a:rPr>
              <a:t>09　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064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F3864"/>
                </a:solidFill>
                <a:latin typeface="微软雅黑"/>
                <a:ea typeface="微软雅黑"/>
              </a:rPr>
              <a:t>结论与遗留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20745945600"/>
            <a:ext cx="11045952" cy="0"/>
          </a:xfrm>
          <a:prstGeom prst="line">
            <a:avLst/>
          </a:prstGeom>
          <a:ln w="1905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6309360"/>
            <a:ext cx="11045952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110642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8C8C8C"/>
                </a:solidFill>
                <a:latin typeface="微软雅黑"/>
                <a:ea typeface="微软雅黑"/>
              </a:rPr>
              <a:t>材料：第2次评审测试/README.md（材料总索引）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5486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548235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03120"/>
            <a:ext cx="55778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·　挑战A 新增功能接口层实现正确：59 条自动用例全部通过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70048"/>
            <a:ext cx="55778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·　旧缺陷 BUG-001 已修复（price=0.001 返回 422 而非 500）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36976"/>
            <a:ext cx="55778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·　手动 23 项已执行（25 次），全部符合预期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803904"/>
            <a:ext cx="55778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微软雅黑"/>
                <a:ea typeface="微软雅黑"/>
              </a:rPr>
              <a:t>·　116 条记录审计：已知假通过 0 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C00000"/>
                </a:solidFill>
                <a:latin typeface="微软雅黑"/>
                <a:ea typeface="微软雅黑"/>
              </a:rPr>
              <a:t>遗留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2120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</a:rPr>
              <a:t>·　页面渲染与交互需人工在浏览器确认（TC-P16 / P17）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70048"/>
            <a:ext cx="52120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</a:rPr>
              <a:t>·　富媒体（图片 / 视频）上传未覆盖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36976"/>
            <a:ext cx="52120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</a:rPr>
              <a:t>·　性能与并发一致性（NFR-005）未压测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03904"/>
            <a:ext cx="52120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</a:rPr>
              <a:t>·　团队集成测试编译不过，无法执行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800600"/>
            <a:ext cx="11064240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029200"/>
            <a:ext cx="105156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这周挑战A 正式落地，我按需求重写 59 条用例并全部跑通；同时挖出 7 个问题，最严重的是团队集成测试编译不过。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